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7772400" cy="10058400"/>
  <p:notesSz cx="77724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3691" autoAdjust="0"/>
  </p:normalViewPr>
  <p:slideViewPr>
    <p:cSldViewPr>
      <p:cViewPr varScale="1">
        <p:scale>
          <a:sx n="28" d="100"/>
          <a:sy n="28" d="100"/>
        </p:scale>
        <p:origin x="2754" y="6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EEE1CF5D-6FA7-433A-99E3-8E3152C6ECE2}" type="datetimeFigureOut">
              <a:rPr lang="en-US" smtClean="0"/>
              <a:t>3/29/2025</a:t>
            </a:fld>
            <a:endParaRPr lang="en-US"/>
          </a:p>
        </p:txBody>
      </p:sp>
      <p:sp>
        <p:nvSpPr>
          <p:cNvPr id="4" name="Slide Image Placeholder 3"/>
          <p:cNvSpPr>
            <a:spLocks noGrp="1" noRot="1" noChangeAspect="1"/>
          </p:cNvSpPr>
          <p:nvPr>
            <p:ph type="sldImg" idx="2"/>
          </p:nvPr>
        </p:nvSpPr>
        <p:spPr>
          <a:xfrm>
            <a:off x="2574925" y="1257300"/>
            <a:ext cx="262255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7C6971C9-D7F6-4DD0-BF3A-40F23C01FBAA}" type="slidenum">
              <a:rPr lang="en-US" smtClean="0"/>
              <a:t>‹#›</a:t>
            </a:fld>
            <a:endParaRPr lang="en-US"/>
          </a:p>
        </p:txBody>
      </p:sp>
    </p:spTree>
    <p:extLst>
      <p:ext uri="{BB962C8B-B14F-4D97-AF65-F5344CB8AC3E}">
        <p14:creationId xmlns:p14="http://schemas.microsoft.com/office/powerpoint/2010/main" val="9701440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Page 1: Product Overview</a:t>
            </a:r>
          </a:p>
          <a:p>
            <a:pPr>
              <a:buNone/>
            </a:pPr>
            <a:r>
              <a:rPr lang="en-US" b="1" dirty="0"/>
              <a:t>Introduction to IBM Copy Services Manager (CSM)</a:t>
            </a:r>
          </a:p>
          <a:p>
            <a:pPr>
              <a:buNone/>
            </a:pPr>
            <a:r>
              <a:rPr lang="en-US" dirty="0"/>
              <a:t>📢 </a:t>
            </a:r>
            <a:r>
              <a:rPr lang="en-US" i="1" dirty="0"/>
              <a:t>"IBM Copy Services Manager (CSM) is a powerful replication management tool that simplifies storage copy services, automates replication workflows, and ensures business continuity in enterprises. CSM is crucial for organizations that rely on IBM storage solutions such as DS8000, </a:t>
            </a:r>
            <a:r>
              <a:rPr lang="en-US" i="1" dirty="0" err="1"/>
              <a:t>FlashSystem</a:t>
            </a:r>
            <a:r>
              <a:rPr lang="en-US" i="1" dirty="0"/>
              <a:t>, and Spectrum Virtualize.”</a:t>
            </a:r>
            <a:endParaRPr lang="en-US" dirty="0"/>
          </a:p>
          <a:p>
            <a:pPr>
              <a:buNone/>
            </a:pPr>
            <a:r>
              <a:rPr lang="en-US" dirty="0"/>
              <a:t>🛠 </a:t>
            </a:r>
            <a:r>
              <a:rPr lang="en-US" b="1" dirty="0"/>
              <a:t>Use Case Examples</a:t>
            </a:r>
            <a:endParaRPr lang="en-US" dirty="0"/>
          </a:p>
          <a:p>
            <a:pPr>
              <a:buFont typeface="Arial" panose="020B0604020202020204" pitchFamily="34" charset="0"/>
              <a:buChar char="•"/>
            </a:pPr>
            <a:r>
              <a:rPr lang="en-US" b="1" dirty="0"/>
              <a:t>Enterprise Disaster Recovery:</a:t>
            </a:r>
            <a:r>
              <a:rPr lang="en-US" dirty="0"/>
              <a:t> A financial institution replicates critical banking data across multiple locations to ensure high availability.</a:t>
            </a:r>
          </a:p>
          <a:p>
            <a:pPr>
              <a:buFont typeface="Arial" panose="020B0604020202020204" pitchFamily="34" charset="0"/>
              <a:buChar char="•"/>
            </a:pPr>
            <a:r>
              <a:rPr lang="en-US" b="1" dirty="0"/>
              <a:t>Data Migration Projects:</a:t>
            </a:r>
            <a:r>
              <a:rPr lang="en-US" dirty="0"/>
              <a:t> A retail company moves large amounts of customer and sales data between storage systems with minimal downtime.</a:t>
            </a:r>
          </a:p>
          <a:p>
            <a:pPr>
              <a:buFont typeface="Arial" panose="020B0604020202020204" pitchFamily="34" charset="0"/>
              <a:buChar char="•"/>
            </a:pPr>
            <a:r>
              <a:rPr lang="en-US" b="1" dirty="0"/>
              <a:t>High Availability Systems:</a:t>
            </a:r>
            <a:r>
              <a:rPr lang="en-US" dirty="0"/>
              <a:t> An insurance company sets up Metro Mirror to ensure that applications continue running even during system failures.</a:t>
            </a:r>
          </a:p>
          <a:p>
            <a:pPr>
              <a:buNone/>
            </a:pPr>
            <a:r>
              <a:rPr lang="en-US" dirty="0"/>
              <a:t>📌 </a:t>
            </a:r>
            <a:r>
              <a:rPr lang="en-US" b="1" dirty="0"/>
              <a:t>Best Practices</a:t>
            </a:r>
            <a:endParaRPr lang="en-US" dirty="0"/>
          </a:p>
          <a:p>
            <a:pPr>
              <a:buFont typeface="Arial" panose="020B0604020202020204" pitchFamily="34" charset="0"/>
              <a:buChar char="•"/>
            </a:pPr>
            <a:r>
              <a:rPr lang="en-US" dirty="0"/>
              <a:t>Always </a:t>
            </a:r>
            <a:r>
              <a:rPr lang="en-US" b="1" dirty="0"/>
              <a:t>validate</a:t>
            </a:r>
            <a:r>
              <a:rPr lang="en-US" dirty="0"/>
              <a:t> storage system compatibility before deploying CSM.</a:t>
            </a:r>
          </a:p>
          <a:p>
            <a:pPr>
              <a:buFont typeface="Arial" panose="020B0604020202020204" pitchFamily="34" charset="0"/>
              <a:buChar char="•"/>
            </a:pPr>
            <a:r>
              <a:rPr lang="en-US" dirty="0"/>
              <a:t>Configure </a:t>
            </a:r>
            <a:r>
              <a:rPr lang="en-US" b="1" dirty="0"/>
              <a:t>session monitoring</a:t>
            </a:r>
            <a:r>
              <a:rPr lang="en-US" dirty="0"/>
              <a:t> and alert notifications to detect issues proactively.</a:t>
            </a:r>
          </a:p>
          <a:p>
            <a:pPr>
              <a:buFont typeface="Arial" panose="020B0604020202020204" pitchFamily="34" charset="0"/>
              <a:buChar char="•"/>
            </a:pPr>
            <a:r>
              <a:rPr lang="en-US" dirty="0"/>
              <a:t>Implement </a:t>
            </a:r>
            <a:r>
              <a:rPr lang="en-US" b="1" dirty="0"/>
              <a:t>role-based access control (RBAC)</a:t>
            </a:r>
            <a:r>
              <a:rPr lang="en-US" dirty="0"/>
              <a:t> to enhance security.</a:t>
            </a:r>
          </a:p>
          <a:p>
            <a:endParaRPr lang="en-US" dirty="0"/>
          </a:p>
        </p:txBody>
      </p:sp>
      <p:sp>
        <p:nvSpPr>
          <p:cNvPr id="4" name="Slide Number Placeholder 3"/>
          <p:cNvSpPr>
            <a:spLocks noGrp="1"/>
          </p:cNvSpPr>
          <p:nvPr>
            <p:ph type="sldNum" sz="quarter" idx="5"/>
          </p:nvPr>
        </p:nvSpPr>
        <p:spPr/>
        <p:txBody>
          <a:bodyPr/>
          <a:lstStyle/>
          <a:p>
            <a:fld id="{7C6971C9-D7F6-4DD0-BF3A-40F23C01FBAA}" type="slidenum">
              <a:rPr lang="en-US" smtClean="0"/>
              <a:t>1</a:t>
            </a:fld>
            <a:endParaRPr lang="en-US"/>
          </a:p>
        </p:txBody>
      </p:sp>
    </p:spTree>
    <p:extLst>
      <p:ext uri="{BB962C8B-B14F-4D97-AF65-F5344CB8AC3E}">
        <p14:creationId xmlns:p14="http://schemas.microsoft.com/office/powerpoint/2010/main" val="2088961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Page 2: Key Components of CSM</a:t>
            </a:r>
          </a:p>
          <a:p>
            <a:pPr>
              <a:buNone/>
            </a:pPr>
            <a:r>
              <a:rPr lang="en-US" dirty="0"/>
              <a:t>📢 </a:t>
            </a:r>
            <a:r>
              <a:rPr lang="en-US" i="1" dirty="0"/>
              <a:t>“Now let’s break down the core components of Copy Services Manager and how they interact in an enterprise environment.”</a:t>
            </a:r>
            <a:endParaRPr lang="en-US" dirty="0"/>
          </a:p>
          <a:p>
            <a:pPr>
              <a:buNone/>
            </a:pPr>
            <a:r>
              <a:rPr lang="en-US" b="1" dirty="0"/>
              <a:t>1️⃣ Management Server</a:t>
            </a:r>
          </a:p>
          <a:p>
            <a:pPr>
              <a:buNone/>
            </a:pPr>
            <a:r>
              <a:rPr lang="en-US" dirty="0"/>
              <a:t>🔹 </a:t>
            </a:r>
            <a:r>
              <a:rPr lang="en-US" b="1" dirty="0"/>
              <a:t>What It Does:</a:t>
            </a:r>
            <a:endParaRPr lang="en-US" dirty="0"/>
          </a:p>
          <a:p>
            <a:pPr>
              <a:buFont typeface="Arial" panose="020B0604020202020204" pitchFamily="34" charset="0"/>
              <a:buChar char="•"/>
            </a:pPr>
            <a:r>
              <a:rPr lang="en-US" dirty="0"/>
              <a:t>Acts as the </a:t>
            </a:r>
            <a:r>
              <a:rPr lang="en-US" b="1" dirty="0"/>
              <a:t>central control point</a:t>
            </a:r>
            <a:r>
              <a:rPr lang="en-US" dirty="0"/>
              <a:t> for managing replication sessions.</a:t>
            </a:r>
          </a:p>
          <a:p>
            <a:pPr>
              <a:buFont typeface="Arial" panose="020B0604020202020204" pitchFamily="34" charset="0"/>
              <a:buChar char="•"/>
            </a:pPr>
            <a:r>
              <a:rPr lang="en-US" dirty="0"/>
              <a:t>Manages </a:t>
            </a:r>
            <a:r>
              <a:rPr lang="en-US" b="1" dirty="0"/>
              <a:t>authentication, access control, and configuration</a:t>
            </a:r>
            <a:r>
              <a:rPr lang="en-US" dirty="0"/>
              <a:t> settings.</a:t>
            </a:r>
          </a:p>
          <a:p>
            <a:pPr>
              <a:buNone/>
            </a:pPr>
            <a:r>
              <a:rPr lang="en-US" dirty="0"/>
              <a:t>💡 </a:t>
            </a:r>
            <a:r>
              <a:rPr lang="en-US" b="1" dirty="0"/>
              <a:t>Real-World Example:</a:t>
            </a:r>
            <a:r>
              <a:rPr lang="en-US" dirty="0"/>
              <a:t> </a:t>
            </a:r>
            <a:r>
              <a:rPr lang="en-US" i="1" dirty="0"/>
              <a:t>"A global e-commerce company with multiple data centers uses CSM’s management server to orchestrate synchronous replication between their primary and secondary storage sites."</a:t>
            </a:r>
            <a:endParaRPr lang="en-US" dirty="0"/>
          </a:p>
          <a:p>
            <a:pPr>
              <a:buNone/>
            </a:pPr>
            <a:r>
              <a:rPr lang="en-US" dirty="0"/>
              <a:t>📌 </a:t>
            </a:r>
            <a:r>
              <a:rPr lang="en-US" b="1" dirty="0"/>
              <a:t>Best Practices:</a:t>
            </a:r>
            <a:endParaRPr lang="en-US" dirty="0"/>
          </a:p>
          <a:p>
            <a:pPr>
              <a:buFont typeface="Arial" panose="020B0604020202020204" pitchFamily="34" charset="0"/>
              <a:buChar char="•"/>
            </a:pPr>
            <a:r>
              <a:rPr lang="en-US" dirty="0"/>
              <a:t>Always deploy </a:t>
            </a:r>
            <a:r>
              <a:rPr lang="en-US" b="1" dirty="0"/>
              <a:t>CSM on a dedicated high-availability server</a:t>
            </a:r>
            <a:r>
              <a:rPr lang="en-US" dirty="0"/>
              <a:t>.</a:t>
            </a:r>
          </a:p>
          <a:p>
            <a:pPr>
              <a:buFont typeface="Arial" panose="020B0604020202020204" pitchFamily="34" charset="0"/>
              <a:buChar char="•"/>
            </a:pPr>
            <a:r>
              <a:rPr lang="en-US" dirty="0"/>
              <a:t>Regularly </a:t>
            </a:r>
            <a:r>
              <a:rPr lang="en-US" b="1" dirty="0"/>
              <a:t>back up the configuration files</a:t>
            </a:r>
            <a:r>
              <a:rPr lang="en-US" dirty="0"/>
              <a:t> to prevent data loss.</a:t>
            </a:r>
          </a:p>
          <a:p>
            <a:endParaRPr lang="en-US" dirty="0"/>
          </a:p>
        </p:txBody>
      </p:sp>
      <p:sp>
        <p:nvSpPr>
          <p:cNvPr id="4" name="Slide Number Placeholder 3"/>
          <p:cNvSpPr>
            <a:spLocks noGrp="1"/>
          </p:cNvSpPr>
          <p:nvPr>
            <p:ph type="sldNum" sz="quarter" idx="5"/>
          </p:nvPr>
        </p:nvSpPr>
        <p:spPr/>
        <p:txBody>
          <a:bodyPr/>
          <a:lstStyle/>
          <a:p>
            <a:fld id="{7C6971C9-D7F6-4DD0-BF3A-40F23C01FBAA}" type="slidenum">
              <a:rPr lang="en-US" smtClean="0"/>
              <a:t>2</a:t>
            </a:fld>
            <a:endParaRPr lang="en-US"/>
          </a:p>
        </p:txBody>
      </p:sp>
    </p:spTree>
    <p:extLst>
      <p:ext uri="{BB962C8B-B14F-4D97-AF65-F5344CB8AC3E}">
        <p14:creationId xmlns:p14="http://schemas.microsoft.com/office/powerpoint/2010/main" val="3046791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2️⃣ Storage Systems</a:t>
            </a:r>
          </a:p>
          <a:p>
            <a:pPr>
              <a:buNone/>
            </a:pPr>
            <a:r>
              <a:rPr lang="en-US" dirty="0"/>
              <a:t>🔹 </a:t>
            </a:r>
            <a:r>
              <a:rPr lang="en-US" b="1" dirty="0"/>
              <a:t>Types of Supported Storage:</a:t>
            </a:r>
            <a:endParaRPr lang="en-US" dirty="0"/>
          </a:p>
          <a:p>
            <a:pPr>
              <a:buFont typeface="Arial" panose="020B0604020202020204" pitchFamily="34" charset="0"/>
              <a:buChar char="•"/>
            </a:pPr>
            <a:r>
              <a:rPr lang="en-US" b="1" dirty="0"/>
              <a:t>IBM DS8000</a:t>
            </a:r>
            <a:endParaRPr lang="en-US" dirty="0"/>
          </a:p>
          <a:p>
            <a:pPr>
              <a:buFont typeface="Arial" panose="020B0604020202020204" pitchFamily="34" charset="0"/>
              <a:buChar char="•"/>
            </a:pPr>
            <a:r>
              <a:rPr lang="en-US" b="1" dirty="0"/>
              <a:t>IBM Spectrum Virtualize</a:t>
            </a:r>
            <a:endParaRPr lang="en-US" dirty="0"/>
          </a:p>
          <a:p>
            <a:pPr>
              <a:buFont typeface="Arial" panose="020B0604020202020204" pitchFamily="34" charset="0"/>
              <a:buChar char="•"/>
            </a:pPr>
            <a:r>
              <a:rPr lang="en-US" b="1" dirty="0"/>
              <a:t>IBM </a:t>
            </a:r>
            <a:r>
              <a:rPr lang="en-US" b="1" dirty="0" err="1"/>
              <a:t>FlashSystem</a:t>
            </a:r>
            <a:endParaRPr lang="en-US" dirty="0"/>
          </a:p>
          <a:p>
            <a:pPr>
              <a:buFont typeface="Arial" panose="020B0604020202020204" pitchFamily="34" charset="0"/>
              <a:buChar char="•"/>
            </a:pPr>
            <a:r>
              <a:rPr lang="en-US" b="1" dirty="0"/>
              <a:t>IBM SAN Volume Controller (SVC)</a:t>
            </a:r>
            <a:endParaRPr lang="en-US" dirty="0"/>
          </a:p>
          <a:p>
            <a:pPr>
              <a:buNone/>
            </a:pPr>
            <a:r>
              <a:rPr lang="en-US" dirty="0"/>
              <a:t>💡 </a:t>
            </a:r>
            <a:r>
              <a:rPr lang="en-US" b="1" dirty="0"/>
              <a:t>Use Case:</a:t>
            </a:r>
            <a:r>
              <a:rPr lang="en-US" dirty="0"/>
              <a:t> </a:t>
            </a:r>
            <a:r>
              <a:rPr lang="en-US" i="1" dirty="0"/>
              <a:t>"A cloud service provider replicates customer data across IBM Spectrum Virtualize nodes using CSM to maintain data integrity."</a:t>
            </a:r>
            <a:endParaRPr lang="en-US" dirty="0"/>
          </a:p>
          <a:p>
            <a:pPr>
              <a:buNone/>
            </a:pPr>
            <a:r>
              <a:rPr lang="en-US" dirty="0"/>
              <a:t>📌 </a:t>
            </a:r>
            <a:r>
              <a:rPr lang="en-US" b="1" dirty="0"/>
              <a:t>Best Practices:</a:t>
            </a:r>
            <a:endParaRPr lang="en-US" dirty="0"/>
          </a:p>
          <a:p>
            <a:pPr>
              <a:buFont typeface="Arial" panose="020B0604020202020204" pitchFamily="34" charset="0"/>
              <a:buChar char="•"/>
            </a:pPr>
            <a:r>
              <a:rPr lang="en-US" b="1" dirty="0"/>
              <a:t>Use dedicated replication ports</a:t>
            </a:r>
            <a:r>
              <a:rPr lang="en-US" dirty="0"/>
              <a:t> to avoid network congestion.</a:t>
            </a:r>
          </a:p>
          <a:p>
            <a:pPr>
              <a:buFont typeface="Arial" panose="020B0604020202020204" pitchFamily="34" charset="0"/>
              <a:buChar char="•"/>
            </a:pPr>
            <a:r>
              <a:rPr lang="en-US" dirty="0"/>
              <a:t>Configure </a:t>
            </a:r>
            <a:r>
              <a:rPr lang="en-US" b="1" dirty="0"/>
              <a:t>site awareness</a:t>
            </a:r>
            <a:r>
              <a:rPr lang="en-US" dirty="0"/>
              <a:t> to prevent replication loops.</a:t>
            </a:r>
          </a:p>
          <a:p>
            <a:endParaRPr lang="en-US" dirty="0"/>
          </a:p>
        </p:txBody>
      </p:sp>
      <p:sp>
        <p:nvSpPr>
          <p:cNvPr id="4" name="Slide Number Placeholder 3"/>
          <p:cNvSpPr>
            <a:spLocks noGrp="1"/>
          </p:cNvSpPr>
          <p:nvPr>
            <p:ph type="sldNum" sz="quarter" idx="5"/>
          </p:nvPr>
        </p:nvSpPr>
        <p:spPr/>
        <p:txBody>
          <a:bodyPr/>
          <a:lstStyle/>
          <a:p>
            <a:fld id="{7C6971C9-D7F6-4DD0-BF3A-40F23C01FBAA}" type="slidenum">
              <a:rPr lang="en-US" smtClean="0"/>
              <a:t>3</a:t>
            </a:fld>
            <a:endParaRPr lang="en-US"/>
          </a:p>
        </p:txBody>
      </p:sp>
    </p:spTree>
    <p:extLst>
      <p:ext uri="{BB962C8B-B14F-4D97-AF65-F5344CB8AC3E}">
        <p14:creationId xmlns:p14="http://schemas.microsoft.com/office/powerpoint/2010/main" val="965365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3️⃣ Host Systems</a:t>
            </a:r>
          </a:p>
          <a:p>
            <a:pPr>
              <a:buNone/>
            </a:pPr>
            <a:r>
              <a:rPr lang="en-US" dirty="0"/>
              <a:t>🔹 </a:t>
            </a:r>
            <a:r>
              <a:rPr lang="en-US" b="1" dirty="0"/>
              <a:t>Operating System Compatibility:</a:t>
            </a:r>
            <a:endParaRPr lang="en-US" dirty="0"/>
          </a:p>
          <a:p>
            <a:pPr>
              <a:buFont typeface="Arial" panose="020B0604020202020204" pitchFamily="34" charset="0"/>
              <a:buChar char="•"/>
            </a:pPr>
            <a:r>
              <a:rPr lang="en-US" dirty="0"/>
              <a:t>AIX</a:t>
            </a:r>
          </a:p>
          <a:p>
            <a:pPr>
              <a:buFont typeface="Arial" panose="020B0604020202020204" pitchFamily="34" charset="0"/>
              <a:buChar char="•"/>
            </a:pPr>
            <a:r>
              <a:rPr lang="en-US" dirty="0"/>
              <a:t>Linux</a:t>
            </a:r>
          </a:p>
          <a:p>
            <a:pPr>
              <a:buFont typeface="Arial" panose="020B0604020202020204" pitchFamily="34" charset="0"/>
              <a:buChar char="•"/>
            </a:pPr>
            <a:r>
              <a:rPr lang="en-US" dirty="0"/>
              <a:t>Windows</a:t>
            </a:r>
          </a:p>
          <a:p>
            <a:pPr>
              <a:buFont typeface="Arial" panose="020B0604020202020204" pitchFamily="34" charset="0"/>
              <a:buChar char="•"/>
            </a:pPr>
            <a:r>
              <a:rPr lang="en-US" dirty="0"/>
              <a:t>z/OS</a:t>
            </a:r>
          </a:p>
          <a:p>
            <a:pPr>
              <a:buNone/>
            </a:pPr>
            <a:r>
              <a:rPr lang="en-US" dirty="0"/>
              <a:t>💡 </a:t>
            </a:r>
            <a:r>
              <a:rPr lang="en-US" b="1" dirty="0"/>
              <a:t>Real-World Example:</a:t>
            </a:r>
            <a:r>
              <a:rPr lang="en-US" dirty="0"/>
              <a:t> </a:t>
            </a:r>
            <a:r>
              <a:rPr lang="en-US" i="1" dirty="0"/>
              <a:t>"An airline company running ticket reservation systems on AIX servers configures CSM to replicate their critical databases across geographically distributed data centers."</a:t>
            </a:r>
            <a:endParaRPr lang="en-US" dirty="0"/>
          </a:p>
          <a:p>
            <a:pPr>
              <a:buNone/>
            </a:pPr>
            <a:r>
              <a:rPr lang="en-US" dirty="0"/>
              <a:t>📌 </a:t>
            </a:r>
            <a:r>
              <a:rPr lang="en-US" b="1" dirty="0"/>
              <a:t>Best Practices:</a:t>
            </a:r>
            <a:endParaRPr lang="en-US" dirty="0"/>
          </a:p>
          <a:p>
            <a:pPr>
              <a:buFont typeface="Arial" panose="020B0604020202020204" pitchFamily="34" charset="0"/>
              <a:buChar char="•"/>
            </a:pPr>
            <a:r>
              <a:rPr lang="en-US" dirty="0"/>
              <a:t>Use </a:t>
            </a:r>
            <a:r>
              <a:rPr lang="en-US" b="1" dirty="0" err="1"/>
              <a:t>Fibre</a:t>
            </a:r>
            <a:r>
              <a:rPr lang="en-US" b="1" dirty="0"/>
              <a:t> Channel connections</a:t>
            </a:r>
            <a:r>
              <a:rPr lang="en-US" dirty="0"/>
              <a:t> for high-speed data replication.</a:t>
            </a:r>
          </a:p>
          <a:p>
            <a:pPr>
              <a:buFont typeface="Arial" panose="020B0604020202020204" pitchFamily="34" charset="0"/>
              <a:buChar char="•"/>
            </a:pPr>
            <a:r>
              <a:rPr lang="en-US" dirty="0"/>
              <a:t>Regularly test host-to-storage connectivity.</a:t>
            </a:r>
          </a:p>
          <a:p>
            <a:endParaRPr lang="en-US" dirty="0"/>
          </a:p>
        </p:txBody>
      </p:sp>
      <p:sp>
        <p:nvSpPr>
          <p:cNvPr id="4" name="Slide Number Placeholder 3"/>
          <p:cNvSpPr>
            <a:spLocks noGrp="1"/>
          </p:cNvSpPr>
          <p:nvPr>
            <p:ph type="sldNum" sz="quarter" idx="5"/>
          </p:nvPr>
        </p:nvSpPr>
        <p:spPr/>
        <p:txBody>
          <a:bodyPr/>
          <a:lstStyle/>
          <a:p>
            <a:fld id="{7C6971C9-D7F6-4DD0-BF3A-40F23C01FBAA}" type="slidenum">
              <a:rPr lang="en-US" smtClean="0"/>
              <a:t>4</a:t>
            </a:fld>
            <a:endParaRPr lang="en-US"/>
          </a:p>
        </p:txBody>
      </p:sp>
    </p:spTree>
    <p:extLst>
      <p:ext uri="{BB962C8B-B14F-4D97-AF65-F5344CB8AC3E}">
        <p14:creationId xmlns:p14="http://schemas.microsoft.com/office/powerpoint/2010/main" val="4070461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6971C9-D7F6-4DD0-BF3A-40F23C01FBAA}" type="slidenum">
              <a:rPr lang="en-US" smtClean="0"/>
              <a:t>5</a:t>
            </a:fld>
            <a:endParaRPr lang="en-US"/>
          </a:p>
        </p:txBody>
      </p:sp>
    </p:spTree>
    <p:extLst>
      <p:ext uri="{BB962C8B-B14F-4D97-AF65-F5344CB8AC3E}">
        <p14:creationId xmlns:p14="http://schemas.microsoft.com/office/powerpoint/2010/main" val="3255286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Page 4: Session Types in Copy Services Manager</a:t>
            </a:r>
          </a:p>
          <a:p>
            <a:pPr>
              <a:buNone/>
            </a:pPr>
            <a:r>
              <a:rPr lang="en-US" dirty="0"/>
              <a:t>📢 </a:t>
            </a:r>
            <a:r>
              <a:rPr lang="en-US" i="1" dirty="0"/>
              <a:t>"One of the most critical functions of CSM is managing replication sessions. Let’s go over the different session types available in CSM."</a:t>
            </a:r>
            <a:endParaRPr lang="en-US" dirty="0"/>
          </a:p>
          <a:p>
            <a:pPr>
              <a:buNone/>
            </a:pPr>
            <a:r>
              <a:rPr lang="en-US" b="1" dirty="0"/>
              <a:t>1️⃣ </a:t>
            </a:r>
            <a:r>
              <a:rPr lang="en-US" b="1" dirty="0" err="1"/>
              <a:t>FlashCopy</a:t>
            </a:r>
            <a:endParaRPr lang="en-US" b="1" dirty="0"/>
          </a:p>
          <a:p>
            <a:pPr>
              <a:buFont typeface="Arial" panose="020B0604020202020204" pitchFamily="34" charset="0"/>
              <a:buChar char="•"/>
            </a:pPr>
            <a:r>
              <a:rPr lang="en-US" dirty="0"/>
              <a:t>Creates a </a:t>
            </a:r>
            <a:r>
              <a:rPr lang="en-US" b="1" dirty="0"/>
              <a:t>point-in-time snapshot</a:t>
            </a:r>
            <a:r>
              <a:rPr lang="en-US" dirty="0"/>
              <a:t> of volumes.</a:t>
            </a:r>
          </a:p>
          <a:p>
            <a:pPr>
              <a:buFont typeface="Arial" panose="020B0604020202020204" pitchFamily="34" charset="0"/>
              <a:buChar char="•"/>
            </a:pPr>
            <a:r>
              <a:rPr lang="en-US" dirty="0"/>
              <a:t>Useful for </a:t>
            </a:r>
            <a:r>
              <a:rPr lang="en-US" b="1" dirty="0"/>
              <a:t>quick backups and testing environments</a:t>
            </a:r>
            <a:r>
              <a:rPr lang="en-US" dirty="0"/>
              <a:t>.</a:t>
            </a:r>
          </a:p>
          <a:p>
            <a:pPr>
              <a:buNone/>
            </a:pPr>
            <a:r>
              <a:rPr lang="en-US" dirty="0"/>
              <a:t>💡 </a:t>
            </a:r>
            <a:r>
              <a:rPr lang="en-US" b="1" dirty="0"/>
              <a:t>Use Case:</a:t>
            </a:r>
            <a:r>
              <a:rPr lang="en-US" dirty="0"/>
              <a:t> </a:t>
            </a:r>
            <a:r>
              <a:rPr lang="en-US" i="1" dirty="0"/>
              <a:t>"A software development team creates </a:t>
            </a:r>
            <a:r>
              <a:rPr lang="en-US" i="1" dirty="0" err="1"/>
              <a:t>FlashCopy</a:t>
            </a:r>
            <a:r>
              <a:rPr lang="en-US" i="1" dirty="0"/>
              <a:t> snapshots before deploying application updates to quickly roll back in case of issues."</a:t>
            </a:r>
            <a:endParaRPr lang="en-US" dirty="0"/>
          </a:p>
          <a:p>
            <a:pPr>
              <a:buNone/>
            </a:pPr>
            <a:r>
              <a:rPr lang="en-US" dirty="0"/>
              <a:t>📌 </a:t>
            </a:r>
            <a:r>
              <a:rPr lang="en-US" b="1" dirty="0"/>
              <a:t>Best Practices:</a:t>
            </a:r>
            <a:endParaRPr lang="en-US" dirty="0"/>
          </a:p>
          <a:p>
            <a:pPr>
              <a:buFont typeface="Arial" panose="020B0604020202020204" pitchFamily="34" charset="0"/>
              <a:buChar char="•"/>
            </a:pPr>
            <a:r>
              <a:rPr lang="en-US" b="1" dirty="0"/>
              <a:t>Schedule </a:t>
            </a:r>
            <a:r>
              <a:rPr lang="en-US" b="1" dirty="0" err="1"/>
              <a:t>FlashCopy</a:t>
            </a:r>
            <a:r>
              <a:rPr lang="en-US" b="1" dirty="0"/>
              <a:t> snapshots</a:t>
            </a:r>
            <a:r>
              <a:rPr lang="en-US" dirty="0"/>
              <a:t> before major system changes.</a:t>
            </a:r>
          </a:p>
          <a:p>
            <a:pPr>
              <a:buFont typeface="Arial" panose="020B0604020202020204" pitchFamily="34" charset="0"/>
              <a:buChar char="•"/>
            </a:pPr>
            <a:r>
              <a:rPr lang="en-US" dirty="0"/>
              <a:t>Use </a:t>
            </a:r>
            <a:r>
              <a:rPr lang="en-US" b="1" dirty="0" err="1"/>
              <a:t>FlashCopy</a:t>
            </a:r>
            <a:r>
              <a:rPr lang="en-US" b="1" dirty="0"/>
              <a:t> cloning</a:t>
            </a:r>
            <a:r>
              <a:rPr lang="en-US" dirty="0"/>
              <a:t> for test environments.</a:t>
            </a:r>
          </a:p>
          <a:p>
            <a:pPr>
              <a:buNone/>
            </a:pPr>
            <a:r>
              <a:rPr lang="en-US" b="1" dirty="0"/>
              <a:t>2️⃣ Metro Mirror</a:t>
            </a:r>
          </a:p>
          <a:p>
            <a:pPr>
              <a:buFont typeface="Arial" panose="020B0604020202020204" pitchFamily="34" charset="0"/>
              <a:buChar char="•"/>
            </a:pPr>
            <a:r>
              <a:rPr lang="en-US" dirty="0"/>
              <a:t>Provides </a:t>
            </a:r>
            <a:r>
              <a:rPr lang="en-US" b="1" dirty="0"/>
              <a:t>synchronous replication</a:t>
            </a:r>
            <a:r>
              <a:rPr lang="en-US" dirty="0"/>
              <a:t> between storage systems.</a:t>
            </a:r>
          </a:p>
          <a:p>
            <a:pPr>
              <a:buFont typeface="Arial" panose="020B0604020202020204" pitchFamily="34" charset="0"/>
              <a:buChar char="•"/>
            </a:pPr>
            <a:r>
              <a:rPr lang="en-US" dirty="0"/>
              <a:t>Ensures </a:t>
            </a:r>
            <a:r>
              <a:rPr lang="en-US" b="1" dirty="0"/>
              <a:t>zero data loss (RPO = 0)</a:t>
            </a:r>
            <a:r>
              <a:rPr lang="en-US" dirty="0"/>
              <a:t>.</a:t>
            </a:r>
          </a:p>
          <a:p>
            <a:pPr>
              <a:buNone/>
            </a:pPr>
            <a:r>
              <a:rPr lang="en-US" dirty="0"/>
              <a:t>💡 </a:t>
            </a:r>
            <a:r>
              <a:rPr lang="en-US" b="1" dirty="0"/>
              <a:t>Use Case:</a:t>
            </a:r>
            <a:r>
              <a:rPr lang="en-US" dirty="0"/>
              <a:t> </a:t>
            </a:r>
            <a:r>
              <a:rPr lang="en-US" i="1" dirty="0"/>
              <a:t>"A hospital replicates patient records across two locations to ensure uninterrupted access in case of a local storage failure."</a:t>
            </a:r>
            <a:endParaRPr lang="en-US" dirty="0"/>
          </a:p>
          <a:p>
            <a:pPr>
              <a:buNone/>
            </a:pPr>
            <a:r>
              <a:rPr lang="en-US" dirty="0"/>
              <a:t>📌 </a:t>
            </a:r>
            <a:r>
              <a:rPr lang="en-US" b="1" dirty="0"/>
              <a:t>Best Practices:</a:t>
            </a:r>
            <a:endParaRPr lang="en-US" dirty="0"/>
          </a:p>
          <a:p>
            <a:pPr>
              <a:buFont typeface="Arial" panose="020B0604020202020204" pitchFamily="34" charset="0"/>
              <a:buChar char="•"/>
            </a:pPr>
            <a:r>
              <a:rPr lang="en-US" dirty="0"/>
              <a:t>Use </a:t>
            </a:r>
            <a:r>
              <a:rPr lang="en-US" b="1" dirty="0"/>
              <a:t>high-speed </a:t>
            </a:r>
            <a:r>
              <a:rPr lang="en-US" b="1" dirty="0" err="1"/>
              <a:t>Fibre</a:t>
            </a:r>
            <a:r>
              <a:rPr lang="en-US" b="1" dirty="0"/>
              <a:t> Channel connections</a:t>
            </a:r>
            <a:r>
              <a:rPr lang="en-US" dirty="0"/>
              <a:t>.</a:t>
            </a:r>
          </a:p>
          <a:p>
            <a:pPr>
              <a:buFont typeface="Arial" panose="020B0604020202020204" pitchFamily="34" charset="0"/>
              <a:buChar char="•"/>
            </a:pPr>
            <a:r>
              <a:rPr lang="en-US" dirty="0"/>
              <a:t>Set up </a:t>
            </a:r>
            <a:r>
              <a:rPr lang="en-US" b="1" dirty="0"/>
              <a:t>heartbeat monitoring</a:t>
            </a:r>
            <a:r>
              <a:rPr lang="en-US" dirty="0"/>
              <a:t> for failure detection.</a:t>
            </a:r>
          </a:p>
          <a:p>
            <a:pPr>
              <a:buNone/>
            </a:pPr>
            <a:r>
              <a:rPr lang="en-US" b="1" dirty="0"/>
              <a:t>3️⃣ Global Mirror</a:t>
            </a:r>
          </a:p>
          <a:p>
            <a:pPr>
              <a:buFont typeface="Arial" panose="020B0604020202020204" pitchFamily="34" charset="0"/>
              <a:buChar char="•"/>
            </a:pPr>
            <a:r>
              <a:rPr lang="en-US" dirty="0"/>
              <a:t>Provides </a:t>
            </a:r>
            <a:r>
              <a:rPr lang="en-US" b="1" dirty="0"/>
              <a:t>asynchronous replication</a:t>
            </a:r>
            <a:r>
              <a:rPr lang="en-US" dirty="0"/>
              <a:t> for long-distance disaster recovery.</a:t>
            </a:r>
          </a:p>
          <a:p>
            <a:pPr>
              <a:buFont typeface="Arial" panose="020B0604020202020204" pitchFamily="34" charset="0"/>
              <a:buChar char="•"/>
            </a:pPr>
            <a:r>
              <a:rPr lang="en-US" dirty="0"/>
              <a:t>Ensures </a:t>
            </a:r>
            <a:r>
              <a:rPr lang="en-US" b="1" dirty="0"/>
              <a:t>near-real-time data protection</a:t>
            </a:r>
            <a:r>
              <a:rPr lang="en-US" dirty="0"/>
              <a:t>.</a:t>
            </a:r>
          </a:p>
          <a:p>
            <a:pPr>
              <a:buNone/>
            </a:pPr>
            <a:r>
              <a:rPr lang="en-US" dirty="0"/>
              <a:t>💡 </a:t>
            </a:r>
            <a:r>
              <a:rPr lang="en-US" b="1" dirty="0"/>
              <a:t>Use Case:</a:t>
            </a:r>
            <a:r>
              <a:rPr lang="en-US" dirty="0"/>
              <a:t> </a:t>
            </a:r>
            <a:r>
              <a:rPr lang="en-US" i="1" dirty="0"/>
              <a:t>"A multinational corporation replicates critical data between North America and Europe using Global Mirror to meet regulatory compliance requirements."</a:t>
            </a:r>
            <a:endParaRPr lang="en-US" dirty="0"/>
          </a:p>
          <a:p>
            <a:pPr>
              <a:buNone/>
            </a:pPr>
            <a:r>
              <a:rPr lang="en-US" dirty="0"/>
              <a:t>📌 </a:t>
            </a:r>
            <a:r>
              <a:rPr lang="en-US" b="1" dirty="0"/>
              <a:t>Best Practices:</a:t>
            </a:r>
            <a:endParaRPr lang="en-US" dirty="0"/>
          </a:p>
          <a:p>
            <a:pPr>
              <a:buFont typeface="Arial" panose="020B0604020202020204" pitchFamily="34" charset="0"/>
              <a:buChar char="•"/>
            </a:pPr>
            <a:r>
              <a:rPr lang="en-US" dirty="0"/>
              <a:t>Adjust </a:t>
            </a:r>
            <a:r>
              <a:rPr lang="en-US" b="1" dirty="0"/>
              <a:t>RPO settings</a:t>
            </a:r>
            <a:r>
              <a:rPr lang="en-US" dirty="0"/>
              <a:t> based on business needs.</a:t>
            </a:r>
          </a:p>
          <a:p>
            <a:pPr>
              <a:buFont typeface="Arial" panose="020B0604020202020204" pitchFamily="34" charset="0"/>
              <a:buChar char="•"/>
            </a:pPr>
            <a:r>
              <a:rPr lang="en-US" dirty="0"/>
              <a:t>Monitor </a:t>
            </a:r>
            <a:r>
              <a:rPr lang="en-US" b="1" dirty="0"/>
              <a:t>latency between replication sites</a:t>
            </a:r>
            <a:r>
              <a:rPr lang="en-US" dirty="0"/>
              <a:t>.</a:t>
            </a:r>
          </a:p>
          <a:p>
            <a:pPr>
              <a:buNone/>
            </a:pPr>
            <a:r>
              <a:rPr lang="en-US" b="1" dirty="0"/>
              <a:t>Next Steps</a:t>
            </a:r>
          </a:p>
          <a:p>
            <a:pPr>
              <a:buNone/>
            </a:pPr>
            <a:r>
              <a:rPr lang="en-US" dirty="0"/>
              <a:t>📢 </a:t>
            </a:r>
            <a:r>
              <a:rPr lang="en-US" i="1" dirty="0"/>
              <a:t>"This concludes our first lesson on the overview of IBM Copy Services Manager. In the next session, we’ll deep dive into installation and configuration."</a:t>
            </a:r>
            <a:endParaRPr lang="en-US" dirty="0"/>
          </a:p>
          <a:p>
            <a:endParaRPr lang="en-US" dirty="0"/>
          </a:p>
        </p:txBody>
      </p:sp>
      <p:sp>
        <p:nvSpPr>
          <p:cNvPr id="4" name="Slide Number Placeholder 3"/>
          <p:cNvSpPr>
            <a:spLocks noGrp="1"/>
          </p:cNvSpPr>
          <p:nvPr>
            <p:ph type="sldNum" sz="quarter" idx="5"/>
          </p:nvPr>
        </p:nvSpPr>
        <p:spPr/>
        <p:txBody>
          <a:bodyPr/>
          <a:lstStyle/>
          <a:p>
            <a:fld id="{7C6971C9-D7F6-4DD0-BF3A-40F23C01FBAA}" type="slidenum">
              <a:rPr lang="en-US" smtClean="0"/>
              <a:t>6</a:t>
            </a:fld>
            <a:endParaRPr lang="en-US"/>
          </a:p>
        </p:txBody>
      </p:sp>
    </p:spTree>
    <p:extLst>
      <p:ext uri="{BB962C8B-B14F-4D97-AF65-F5344CB8AC3E}">
        <p14:creationId xmlns:p14="http://schemas.microsoft.com/office/powerpoint/2010/main" val="31979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Instructor Notes</a:t>
            </a:r>
          </a:p>
          <a:p>
            <a:pPr>
              <a:buNone/>
            </a:pPr>
            <a:r>
              <a:rPr lang="en-US" dirty="0"/>
              <a:t>📌 </a:t>
            </a:r>
            <a:r>
              <a:rPr lang="en-US" b="1" dirty="0"/>
              <a:t>Discussion Prompts:</a:t>
            </a:r>
            <a:endParaRPr lang="en-US" dirty="0"/>
          </a:p>
          <a:p>
            <a:pPr>
              <a:buFont typeface="Arial" panose="020B0604020202020204" pitchFamily="34" charset="0"/>
              <a:buChar char="•"/>
            </a:pPr>
            <a:r>
              <a:rPr lang="en-US" i="1" dirty="0"/>
              <a:t>What replication method (</a:t>
            </a:r>
            <a:r>
              <a:rPr lang="en-US" i="1" dirty="0" err="1"/>
              <a:t>FlashCopy</a:t>
            </a:r>
            <a:r>
              <a:rPr lang="en-US" i="1" dirty="0"/>
              <a:t>, Metro Mirror, Global Mirror) would best suit a stock trading firm? Why?</a:t>
            </a:r>
            <a:endParaRPr lang="en-US" dirty="0"/>
          </a:p>
          <a:p>
            <a:pPr>
              <a:buFont typeface="Arial" panose="020B0604020202020204" pitchFamily="34" charset="0"/>
              <a:buChar char="•"/>
            </a:pPr>
            <a:r>
              <a:rPr lang="en-US" i="1" dirty="0"/>
              <a:t>What are the security considerations when enabling remote API access to CSM?</a:t>
            </a:r>
            <a:endParaRPr lang="en-US" dirty="0"/>
          </a:p>
          <a:p>
            <a:pPr>
              <a:buNone/>
            </a:pPr>
            <a:r>
              <a:rPr lang="en-US" dirty="0"/>
              <a:t>📌 </a:t>
            </a:r>
            <a:r>
              <a:rPr lang="en-US" b="1" dirty="0"/>
              <a:t>Hands-on Activities:</a:t>
            </a:r>
            <a:endParaRPr lang="en-US" dirty="0"/>
          </a:p>
          <a:p>
            <a:pPr>
              <a:buFont typeface="Arial" panose="020B0604020202020204" pitchFamily="34" charset="0"/>
              <a:buChar char="•"/>
            </a:pPr>
            <a:r>
              <a:rPr lang="en-US" b="1" dirty="0"/>
              <a:t>Lab 1:</a:t>
            </a:r>
            <a:r>
              <a:rPr lang="en-US" dirty="0"/>
              <a:t> Install CSM on a virtual machine.</a:t>
            </a:r>
          </a:p>
          <a:p>
            <a:pPr>
              <a:buFont typeface="Arial" panose="020B0604020202020204" pitchFamily="34" charset="0"/>
              <a:buChar char="•"/>
            </a:pPr>
            <a:r>
              <a:rPr lang="en-US" b="1" dirty="0"/>
              <a:t>Lab 2:</a:t>
            </a:r>
            <a:r>
              <a:rPr lang="en-US" dirty="0"/>
              <a:t> Create a </a:t>
            </a:r>
            <a:r>
              <a:rPr lang="en-US" dirty="0" err="1"/>
              <a:t>FlashCopy</a:t>
            </a:r>
            <a:r>
              <a:rPr lang="en-US" dirty="0"/>
              <a:t> session and take a snapshot.</a:t>
            </a:r>
          </a:p>
          <a:p>
            <a:r>
              <a:rPr lang="en-US" b="1" dirty="0"/>
              <a:t>Want me to continue generating transcripts for each page? Let me know how detailed you need each section! 🚀</a:t>
            </a:r>
          </a:p>
          <a:p>
            <a:endParaRPr lang="en-US" dirty="0"/>
          </a:p>
        </p:txBody>
      </p:sp>
      <p:sp>
        <p:nvSpPr>
          <p:cNvPr id="4" name="Slide Number Placeholder 3"/>
          <p:cNvSpPr>
            <a:spLocks noGrp="1"/>
          </p:cNvSpPr>
          <p:nvPr>
            <p:ph type="sldNum" sz="quarter" idx="5"/>
          </p:nvPr>
        </p:nvSpPr>
        <p:spPr/>
        <p:txBody>
          <a:bodyPr/>
          <a:lstStyle/>
          <a:p>
            <a:fld id="{7C6971C9-D7F6-4DD0-BF3A-40F23C01FBAA}" type="slidenum">
              <a:rPr lang="en-US" smtClean="0"/>
              <a:t>7</a:t>
            </a:fld>
            <a:endParaRPr lang="en-US"/>
          </a:p>
        </p:txBody>
      </p:sp>
    </p:spTree>
    <p:extLst>
      <p:ext uri="{BB962C8B-B14F-4D97-AF65-F5344CB8AC3E}">
        <p14:creationId xmlns:p14="http://schemas.microsoft.com/office/powerpoint/2010/main" val="2447711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2"/>
            <a:ext cx="2487168" cy="5029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3/29/2025</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png"/><Relationship Id="rId50" Type="http://schemas.openxmlformats.org/officeDocument/2006/relationships/image" Target="../media/image48.png"/><Relationship Id="rId55" Type="http://schemas.openxmlformats.org/officeDocument/2006/relationships/image" Target="../media/image53.png"/><Relationship Id="rId63" Type="http://schemas.openxmlformats.org/officeDocument/2006/relationships/image" Target="../media/image61.png"/><Relationship Id="rId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14.png"/><Relationship Id="rId29" Type="http://schemas.openxmlformats.org/officeDocument/2006/relationships/image" Target="../media/image27.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40" Type="http://schemas.openxmlformats.org/officeDocument/2006/relationships/image" Target="../media/image38.png"/><Relationship Id="rId45" Type="http://schemas.openxmlformats.org/officeDocument/2006/relationships/image" Target="../media/image43.png"/><Relationship Id="rId53" Type="http://schemas.openxmlformats.org/officeDocument/2006/relationships/image" Target="../media/image51.png"/><Relationship Id="rId58" Type="http://schemas.openxmlformats.org/officeDocument/2006/relationships/image" Target="../media/image56.png"/><Relationship Id="rId5" Type="http://schemas.openxmlformats.org/officeDocument/2006/relationships/image" Target="../media/image3.png"/><Relationship Id="rId61" Type="http://schemas.openxmlformats.org/officeDocument/2006/relationships/image" Target="../media/image59.png"/><Relationship Id="rId19" Type="http://schemas.openxmlformats.org/officeDocument/2006/relationships/image" Target="../media/image1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43" Type="http://schemas.openxmlformats.org/officeDocument/2006/relationships/image" Target="../media/image41.png"/><Relationship Id="rId48" Type="http://schemas.openxmlformats.org/officeDocument/2006/relationships/image" Target="../media/image46.png"/><Relationship Id="rId56" Type="http://schemas.openxmlformats.org/officeDocument/2006/relationships/image" Target="../media/image54.png"/><Relationship Id="rId64" Type="http://schemas.openxmlformats.org/officeDocument/2006/relationships/image" Target="../media/image62.png"/><Relationship Id="rId8" Type="http://schemas.openxmlformats.org/officeDocument/2006/relationships/image" Target="../media/image6.png"/><Relationship Id="rId51" Type="http://schemas.openxmlformats.org/officeDocument/2006/relationships/image" Target="../media/image49.png"/><Relationship Id="rId3" Type="http://schemas.openxmlformats.org/officeDocument/2006/relationships/image" Target="../media/image1.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 Id="rId46" Type="http://schemas.openxmlformats.org/officeDocument/2006/relationships/image" Target="../media/image44.png"/><Relationship Id="rId59" Type="http://schemas.openxmlformats.org/officeDocument/2006/relationships/image" Target="../media/image57.png"/><Relationship Id="rId20" Type="http://schemas.openxmlformats.org/officeDocument/2006/relationships/image" Target="../media/image18.png"/><Relationship Id="rId41" Type="http://schemas.openxmlformats.org/officeDocument/2006/relationships/image" Target="../media/image39.png"/><Relationship Id="rId54" Type="http://schemas.openxmlformats.org/officeDocument/2006/relationships/image" Target="../media/image52.png"/><Relationship Id="rId62" Type="http://schemas.openxmlformats.org/officeDocument/2006/relationships/image" Target="../media/image60.png"/><Relationship Id="rId1" Type="http://schemas.openxmlformats.org/officeDocument/2006/relationships/slideLayout" Target="../slideLayouts/slideLayout5.xml"/><Relationship Id="rId6" Type="http://schemas.openxmlformats.org/officeDocument/2006/relationships/image" Target="../media/image4.jp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png"/><Relationship Id="rId57" Type="http://schemas.openxmlformats.org/officeDocument/2006/relationships/image" Target="../media/image55.png"/><Relationship Id="rId10" Type="http://schemas.openxmlformats.org/officeDocument/2006/relationships/image" Target="../media/image8.png"/><Relationship Id="rId31" Type="http://schemas.openxmlformats.org/officeDocument/2006/relationships/image" Target="../media/image29.png"/><Relationship Id="rId44" Type="http://schemas.openxmlformats.org/officeDocument/2006/relationships/image" Target="../media/image42.png"/><Relationship Id="rId52" Type="http://schemas.openxmlformats.org/officeDocument/2006/relationships/image" Target="../media/image50.png"/><Relationship Id="rId60" Type="http://schemas.openxmlformats.org/officeDocument/2006/relationships/image" Target="../media/image5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6" Type="http://schemas.openxmlformats.org/officeDocument/2006/relationships/image" Target="../media/image86.png"/><Relationship Id="rId21" Type="http://schemas.openxmlformats.org/officeDocument/2006/relationships/image" Target="../media/image81.png"/><Relationship Id="rId42" Type="http://schemas.openxmlformats.org/officeDocument/2006/relationships/image" Target="../media/image102.png"/><Relationship Id="rId47" Type="http://schemas.openxmlformats.org/officeDocument/2006/relationships/image" Target="../media/image107.png"/><Relationship Id="rId63" Type="http://schemas.openxmlformats.org/officeDocument/2006/relationships/image" Target="../media/image123.png"/><Relationship Id="rId68" Type="http://schemas.openxmlformats.org/officeDocument/2006/relationships/image" Target="../media/image128.png"/><Relationship Id="rId84" Type="http://schemas.openxmlformats.org/officeDocument/2006/relationships/image" Target="../media/image144.png"/><Relationship Id="rId89" Type="http://schemas.openxmlformats.org/officeDocument/2006/relationships/image" Target="../media/image149.png"/><Relationship Id="rId16" Type="http://schemas.openxmlformats.org/officeDocument/2006/relationships/image" Target="../media/image76.png"/><Relationship Id="rId11" Type="http://schemas.openxmlformats.org/officeDocument/2006/relationships/image" Target="../media/image71.png"/><Relationship Id="rId32" Type="http://schemas.openxmlformats.org/officeDocument/2006/relationships/image" Target="../media/image92.png"/><Relationship Id="rId37" Type="http://schemas.openxmlformats.org/officeDocument/2006/relationships/image" Target="../media/image97.png"/><Relationship Id="rId53" Type="http://schemas.openxmlformats.org/officeDocument/2006/relationships/image" Target="../media/image113.png"/><Relationship Id="rId58" Type="http://schemas.openxmlformats.org/officeDocument/2006/relationships/image" Target="../media/image118.png"/><Relationship Id="rId74" Type="http://schemas.openxmlformats.org/officeDocument/2006/relationships/image" Target="../media/image134.png"/><Relationship Id="rId79" Type="http://schemas.openxmlformats.org/officeDocument/2006/relationships/image" Target="../media/image139.png"/><Relationship Id="rId5" Type="http://schemas.openxmlformats.org/officeDocument/2006/relationships/image" Target="../media/image65.png"/><Relationship Id="rId90" Type="http://schemas.openxmlformats.org/officeDocument/2006/relationships/image" Target="../media/image150.png"/><Relationship Id="rId95" Type="http://schemas.openxmlformats.org/officeDocument/2006/relationships/image" Target="../media/image155.png"/><Relationship Id="rId22" Type="http://schemas.openxmlformats.org/officeDocument/2006/relationships/image" Target="../media/image82.png"/><Relationship Id="rId27" Type="http://schemas.openxmlformats.org/officeDocument/2006/relationships/image" Target="../media/image87.png"/><Relationship Id="rId43" Type="http://schemas.openxmlformats.org/officeDocument/2006/relationships/image" Target="../media/image103.png"/><Relationship Id="rId48" Type="http://schemas.openxmlformats.org/officeDocument/2006/relationships/image" Target="../media/image108.png"/><Relationship Id="rId64" Type="http://schemas.openxmlformats.org/officeDocument/2006/relationships/image" Target="../media/image124.png"/><Relationship Id="rId69" Type="http://schemas.openxmlformats.org/officeDocument/2006/relationships/image" Target="../media/image129.png"/><Relationship Id="rId8" Type="http://schemas.openxmlformats.org/officeDocument/2006/relationships/image" Target="../media/image68.png"/><Relationship Id="rId51" Type="http://schemas.openxmlformats.org/officeDocument/2006/relationships/image" Target="../media/image111.png"/><Relationship Id="rId72" Type="http://schemas.openxmlformats.org/officeDocument/2006/relationships/image" Target="../media/image132.png"/><Relationship Id="rId80" Type="http://schemas.openxmlformats.org/officeDocument/2006/relationships/image" Target="../media/image140.png"/><Relationship Id="rId85" Type="http://schemas.openxmlformats.org/officeDocument/2006/relationships/image" Target="../media/image145.png"/><Relationship Id="rId93" Type="http://schemas.openxmlformats.org/officeDocument/2006/relationships/image" Target="../media/image153.png"/><Relationship Id="rId3" Type="http://schemas.openxmlformats.org/officeDocument/2006/relationships/image" Target="../media/image63.png"/><Relationship Id="rId12" Type="http://schemas.openxmlformats.org/officeDocument/2006/relationships/image" Target="../media/image72.png"/><Relationship Id="rId17" Type="http://schemas.openxmlformats.org/officeDocument/2006/relationships/image" Target="../media/image77.png"/><Relationship Id="rId25" Type="http://schemas.openxmlformats.org/officeDocument/2006/relationships/image" Target="../media/image85.png"/><Relationship Id="rId33" Type="http://schemas.openxmlformats.org/officeDocument/2006/relationships/image" Target="../media/image93.png"/><Relationship Id="rId38" Type="http://schemas.openxmlformats.org/officeDocument/2006/relationships/image" Target="../media/image98.png"/><Relationship Id="rId46" Type="http://schemas.openxmlformats.org/officeDocument/2006/relationships/image" Target="../media/image106.png"/><Relationship Id="rId59" Type="http://schemas.openxmlformats.org/officeDocument/2006/relationships/image" Target="../media/image119.png"/><Relationship Id="rId67" Type="http://schemas.openxmlformats.org/officeDocument/2006/relationships/image" Target="../media/image127.png"/><Relationship Id="rId20" Type="http://schemas.openxmlformats.org/officeDocument/2006/relationships/image" Target="../media/image80.png"/><Relationship Id="rId41" Type="http://schemas.openxmlformats.org/officeDocument/2006/relationships/image" Target="../media/image101.png"/><Relationship Id="rId54" Type="http://schemas.openxmlformats.org/officeDocument/2006/relationships/image" Target="../media/image114.png"/><Relationship Id="rId62" Type="http://schemas.openxmlformats.org/officeDocument/2006/relationships/image" Target="../media/image122.png"/><Relationship Id="rId70" Type="http://schemas.openxmlformats.org/officeDocument/2006/relationships/image" Target="../media/image130.png"/><Relationship Id="rId75" Type="http://schemas.openxmlformats.org/officeDocument/2006/relationships/image" Target="../media/image135.png"/><Relationship Id="rId83" Type="http://schemas.openxmlformats.org/officeDocument/2006/relationships/image" Target="../media/image143.png"/><Relationship Id="rId88" Type="http://schemas.openxmlformats.org/officeDocument/2006/relationships/image" Target="../media/image148.png"/><Relationship Id="rId91" Type="http://schemas.openxmlformats.org/officeDocument/2006/relationships/image" Target="../media/image151.png"/><Relationship Id="rId96" Type="http://schemas.openxmlformats.org/officeDocument/2006/relationships/image" Target="../media/image156.png"/><Relationship Id="rId1" Type="http://schemas.openxmlformats.org/officeDocument/2006/relationships/slideLayout" Target="../slideLayouts/slideLayout5.xml"/><Relationship Id="rId6" Type="http://schemas.openxmlformats.org/officeDocument/2006/relationships/image" Target="../media/image66.png"/><Relationship Id="rId15" Type="http://schemas.openxmlformats.org/officeDocument/2006/relationships/image" Target="../media/image75.png"/><Relationship Id="rId23" Type="http://schemas.openxmlformats.org/officeDocument/2006/relationships/image" Target="../media/image83.png"/><Relationship Id="rId28" Type="http://schemas.openxmlformats.org/officeDocument/2006/relationships/image" Target="../media/image88.png"/><Relationship Id="rId36" Type="http://schemas.openxmlformats.org/officeDocument/2006/relationships/image" Target="../media/image96.png"/><Relationship Id="rId49" Type="http://schemas.openxmlformats.org/officeDocument/2006/relationships/image" Target="../media/image109.png"/><Relationship Id="rId57" Type="http://schemas.openxmlformats.org/officeDocument/2006/relationships/image" Target="../media/image117.png"/><Relationship Id="rId10" Type="http://schemas.openxmlformats.org/officeDocument/2006/relationships/image" Target="../media/image70.png"/><Relationship Id="rId31" Type="http://schemas.openxmlformats.org/officeDocument/2006/relationships/image" Target="../media/image91.png"/><Relationship Id="rId44" Type="http://schemas.openxmlformats.org/officeDocument/2006/relationships/image" Target="../media/image104.png"/><Relationship Id="rId52" Type="http://schemas.openxmlformats.org/officeDocument/2006/relationships/image" Target="../media/image112.png"/><Relationship Id="rId60" Type="http://schemas.openxmlformats.org/officeDocument/2006/relationships/image" Target="../media/image120.png"/><Relationship Id="rId65" Type="http://schemas.openxmlformats.org/officeDocument/2006/relationships/image" Target="../media/image125.png"/><Relationship Id="rId73" Type="http://schemas.openxmlformats.org/officeDocument/2006/relationships/image" Target="../media/image133.png"/><Relationship Id="rId78" Type="http://schemas.openxmlformats.org/officeDocument/2006/relationships/image" Target="../media/image138.png"/><Relationship Id="rId81" Type="http://schemas.openxmlformats.org/officeDocument/2006/relationships/image" Target="../media/image141.png"/><Relationship Id="rId86" Type="http://schemas.openxmlformats.org/officeDocument/2006/relationships/image" Target="../media/image146.png"/><Relationship Id="rId94" Type="http://schemas.openxmlformats.org/officeDocument/2006/relationships/image" Target="../media/image154.png"/><Relationship Id="rId4" Type="http://schemas.openxmlformats.org/officeDocument/2006/relationships/image" Target="../media/image64.png"/><Relationship Id="rId9" Type="http://schemas.openxmlformats.org/officeDocument/2006/relationships/image" Target="../media/image69.png"/><Relationship Id="rId13" Type="http://schemas.openxmlformats.org/officeDocument/2006/relationships/image" Target="../media/image73.png"/><Relationship Id="rId18" Type="http://schemas.openxmlformats.org/officeDocument/2006/relationships/image" Target="../media/image78.png"/><Relationship Id="rId39" Type="http://schemas.openxmlformats.org/officeDocument/2006/relationships/image" Target="../media/image99.png"/><Relationship Id="rId34" Type="http://schemas.openxmlformats.org/officeDocument/2006/relationships/image" Target="../media/image94.png"/><Relationship Id="rId50" Type="http://schemas.openxmlformats.org/officeDocument/2006/relationships/image" Target="../media/image110.png"/><Relationship Id="rId55" Type="http://schemas.openxmlformats.org/officeDocument/2006/relationships/image" Target="../media/image115.png"/><Relationship Id="rId76" Type="http://schemas.openxmlformats.org/officeDocument/2006/relationships/image" Target="../media/image136.png"/><Relationship Id="rId7" Type="http://schemas.openxmlformats.org/officeDocument/2006/relationships/image" Target="../media/image67.png"/><Relationship Id="rId71" Type="http://schemas.openxmlformats.org/officeDocument/2006/relationships/image" Target="../media/image131.png"/><Relationship Id="rId92" Type="http://schemas.openxmlformats.org/officeDocument/2006/relationships/image" Target="../media/image152.png"/><Relationship Id="rId2" Type="http://schemas.openxmlformats.org/officeDocument/2006/relationships/notesSlide" Target="../notesSlides/notesSlide2.xml"/><Relationship Id="rId29" Type="http://schemas.openxmlformats.org/officeDocument/2006/relationships/image" Target="../media/image89.png"/><Relationship Id="rId24" Type="http://schemas.openxmlformats.org/officeDocument/2006/relationships/image" Target="../media/image84.png"/><Relationship Id="rId40" Type="http://schemas.openxmlformats.org/officeDocument/2006/relationships/image" Target="../media/image100.png"/><Relationship Id="rId45" Type="http://schemas.openxmlformats.org/officeDocument/2006/relationships/image" Target="../media/image105.png"/><Relationship Id="rId66" Type="http://schemas.openxmlformats.org/officeDocument/2006/relationships/image" Target="../media/image126.png"/><Relationship Id="rId87" Type="http://schemas.openxmlformats.org/officeDocument/2006/relationships/image" Target="../media/image147.png"/><Relationship Id="rId61" Type="http://schemas.openxmlformats.org/officeDocument/2006/relationships/image" Target="../media/image121.png"/><Relationship Id="rId82" Type="http://schemas.openxmlformats.org/officeDocument/2006/relationships/image" Target="../media/image142.png"/><Relationship Id="rId19" Type="http://schemas.openxmlformats.org/officeDocument/2006/relationships/image" Target="../media/image79.png"/><Relationship Id="rId14" Type="http://schemas.openxmlformats.org/officeDocument/2006/relationships/image" Target="../media/image74.png"/><Relationship Id="rId30" Type="http://schemas.openxmlformats.org/officeDocument/2006/relationships/image" Target="../media/image90.png"/><Relationship Id="rId35" Type="http://schemas.openxmlformats.org/officeDocument/2006/relationships/image" Target="../media/image95.png"/><Relationship Id="rId56" Type="http://schemas.openxmlformats.org/officeDocument/2006/relationships/image" Target="../media/image116.png"/><Relationship Id="rId77" Type="http://schemas.openxmlformats.org/officeDocument/2006/relationships/image" Target="../media/image137.png"/></Relationships>
</file>

<file path=ppt/slides/_rels/slide3.xml.rels><?xml version="1.0" encoding="UTF-8" standalone="yes"?>
<Relationships xmlns="http://schemas.openxmlformats.org/package/2006/relationships"><Relationship Id="rId26" Type="http://schemas.openxmlformats.org/officeDocument/2006/relationships/image" Target="../media/image180.png"/><Relationship Id="rId21" Type="http://schemas.openxmlformats.org/officeDocument/2006/relationships/image" Target="../media/image175.png"/><Relationship Id="rId42" Type="http://schemas.openxmlformats.org/officeDocument/2006/relationships/image" Target="../media/image196.png"/><Relationship Id="rId47" Type="http://schemas.openxmlformats.org/officeDocument/2006/relationships/image" Target="../media/image201.png"/><Relationship Id="rId63" Type="http://schemas.openxmlformats.org/officeDocument/2006/relationships/image" Target="../media/image216.png"/><Relationship Id="rId68" Type="http://schemas.openxmlformats.org/officeDocument/2006/relationships/image" Target="../media/image221.png"/><Relationship Id="rId84" Type="http://schemas.openxmlformats.org/officeDocument/2006/relationships/image" Target="../media/image237.png"/><Relationship Id="rId89" Type="http://schemas.openxmlformats.org/officeDocument/2006/relationships/image" Target="../media/image242.png"/><Relationship Id="rId112" Type="http://schemas.openxmlformats.org/officeDocument/2006/relationships/image" Target="../media/image265.png"/><Relationship Id="rId16" Type="http://schemas.openxmlformats.org/officeDocument/2006/relationships/image" Target="../media/image170.png"/><Relationship Id="rId107" Type="http://schemas.openxmlformats.org/officeDocument/2006/relationships/image" Target="../media/image260.png"/><Relationship Id="rId11" Type="http://schemas.openxmlformats.org/officeDocument/2006/relationships/image" Target="../media/image165.png"/><Relationship Id="rId32" Type="http://schemas.openxmlformats.org/officeDocument/2006/relationships/image" Target="../media/image186.png"/><Relationship Id="rId37" Type="http://schemas.openxmlformats.org/officeDocument/2006/relationships/image" Target="../media/image191.png"/><Relationship Id="rId53" Type="http://schemas.openxmlformats.org/officeDocument/2006/relationships/image" Target="../media/image206.png"/><Relationship Id="rId58" Type="http://schemas.openxmlformats.org/officeDocument/2006/relationships/image" Target="../media/image211.png"/><Relationship Id="rId74" Type="http://schemas.openxmlformats.org/officeDocument/2006/relationships/image" Target="../media/image227.png"/><Relationship Id="rId79" Type="http://schemas.openxmlformats.org/officeDocument/2006/relationships/image" Target="../media/image232.png"/><Relationship Id="rId102" Type="http://schemas.openxmlformats.org/officeDocument/2006/relationships/image" Target="../media/image255.png"/><Relationship Id="rId5" Type="http://schemas.openxmlformats.org/officeDocument/2006/relationships/image" Target="../media/image159.png"/><Relationship Id="rId90" Type="http://schemas.openxmlformats.org/officeDocument/2006/relationships/image" Target="../media/image243.png"/><Relationship Id="rId95" Type="http://schemas.openxmlformats.org/officeDocument/2006/relationships/image" Target="../media/image248.png"/><Relationship Id="rId22" Type="http://schemas.openxmlformats.org/officeDocument/2006/relationships/image" Target="../media/image176.png"/><Relationship Id="rId27" Type="http://schemas.openxmlformats.org/officeDocument/2006/relationships/image" Target="../media/image181.png"/><Relationship Id="rId43" Type="http://schemas.openxmlformats.org/officeDocument/2006/relationships/image" Target="../media/image197.png"/><Relationship Id="rId48" Type="http://schemas.openxmlformats.org/officeDocument/2006/relationships/image" Target="../media/image202.png"/><Relationship Id="rId64" Type="http://schemas.openxmlformats.org/officeDocument/2006/relationships/image" Target="../media/image217.png"/><Relationship Id="rId69" Type="http://schemas.openxmlformats.org/officeDocument/2006/relationships/image" Target="../media/image222.png"/><Relationship Id="rId80" Type="http://schemas.openxmlformats.org/officeDocument/2006/relationships/image" Target="../media/image233.png"/><Relationship Id="rId85" Type="http://schemas.openxmlformats.org/officeDocument/2006/relationships/image" Target="../media/image238.png"/><Relationship Id="rId12" Type="http://schemas.openxmlformats.org/officeDocument/2006/relationships/image" Target="../media/image166.png"/><Relationship Id="rId17" Type="http://schemas.openxmlformats.org/officeDocument/2006/relationships/image" Target="../media/image171.png"/><Relationship Id="rId33" Type="http://schemas.openxmlformats.org/officeDocument/2006/relationships/image" Target="../media/image187.png"/><Relationship Id="rId38" Type="http://schemas.openxmlformats.org/officeDocument/2006/relationships/image" Target="../media/image192.png"/><Relationship Id="rId59" Type="http://schemas.openxmlformats.org/officeDocument/2006/relationships/image" Target="../media/image212.png"/><Relationship Id="rId103" Type="http://schemas.openxmlformats.org/officeDocument/2006/relationships/image" Target="../media/image256.png"/><Relationship Id="rId108" Type="http://schemas.openxmlformats.org/officeDocument/2006/relationships/image" Target="../media/image261.png"/><Relationship Id="rId54" Type="http://schemas.openxmlformats.org/officeDocument/2006/relationships/image" Target="../media/image207.png"/><Relationship Id="rId70" Type="http://schemas.openxmlformats.org/officeDocument/2006/relationships/image" Target="../media/image223.png"/><Relationship Id="rId75" Type="http://schemas.openxmlformats.org/officeDocument/2006/relationships/image" Target="../media/image228.png"/><Relationship Id="rId91" Type="http://schemas.openxmlformats.org/officeDocument/2006/relationships/image" Target="../media/image244.png"/><Relationship Id="rId96" Type="http://schemas.openxmlformats.org/officeDocument/2006/relationships/image" Target="../media/image249.png"/><Relationship Id="rId1" Type="http://schemas.openxmlformats.org/officeDocument/2006/relationships/slideLayout" Target="../slideLayouts/slideLayout5.xml"/><Relationship Id="rId6" Type="http://schemas.openxmlformats.org/officeDocument/2006/relationships/image" Target="../media/image160.png"/><Relationship Id="rId15" Type="http://schemas.openxmlformats.org/officeDocument/2006/relationships/image" Target="../media/image169.png"/><Relationship Id="rId23" Type="http://schemas.openxmlformats.org/officeDocument/2006/relationships/image" Target="../media/image177.png"/><Relationship Id="rId28" Type="http://schemas.openxmlformats.org/officeDocument/2006/relationships/image" Target="../media/image182.png"/><Relationship Id="rId36" Type="http://schemas.openxmlformats.org/officeDocument/2006/relationships/image" Target="../media/image190.png"/><Relationship Id="rId49" Type="http://schemas.openxmlformats.org/officeDocument/2006/relationships/image" Target="../media/image203.png"/><Relationship Id="rId57" Type="http://schemas.openxmlformats.org/officeDocument/2006/relationships/image" Target="../media/image210.png"/><Relationship Id="rId106" Type="http://schemas.openxmlformats.org/officeDocument/2006/relationships/image" Target="../media/image259.png"/><Relationship Id="rId10" Type="http://schemas.openxmlformats.org/officeDocument/2006/relationships/image" Target="../media/image164.png"/><Relationship Id="rId31" Type="http://schemas.openxmlformats.org/officeDocument/2006/relationships/image" Target="../media/image185.png"/><Relationship Id="rId44" Type="http://schemas.openxmlformats.org/officeDocument/2006/relationships/image" Target="../media/image198.png"/><Relationship Id="rId52" Type="http://schemas.openxmlformats.org/officeDocument/2006/relationships/image" Target="../media/image94.png"/><Relationship Id="rId60" Type="http://schemas.openxmlformats.org/officeDocument/2006/relationships/image" Target="../media/image213.png"/><Relationship Id="rId65" Type="http://schemas.openxmlformats.org/officeDocument/2006/relationships/image" Target="../media/image218.png"/><Relationship Id="rId73" Type="http://schemas.openxmlformats.org/officeDocument/2006/relationships/image" Target="../media/image226.png"/><Relationship Id="rId78" Type="http://schemas.openxmlformats.org/officeDocument/2006/relationships/image" Target="../media/image231.png"/><Relationship Id="rId81" Type="http://schemas.openxmlformats.org/officeDocument/2006/relationships/image" Target="../media/image234.png"/><Relationship Id="rId86" Type="http://schemas.openxmlformats.org/officeDocument/2006/relationships/image" Target="../media/image239.png"/><Relationship Id="rId94" Type="http://schemas.openxmlformats.org/officeDocument/2006/relationships/image" Target="../media/image247.png"/><Relationship Id="rId99" Type="http://schemas.openxmlformats.org/officeDocument/2006/relationships/image" Target="../media/image252.png"/><Relationship Id="rId101" Type="http://schemas.openxmlformats.org/officeDocument/2006/relationships/image" Target="../media/image254.png"/><Relationship Id="rId4" Type="http://schemas.openxmlformats.org/officeDocument/2006/relationships/image" Target="../media/image158.png"/><Relationship Id="rId9" Type="http://schemas.openxmlformats.org/officeDocument/2006/relationships/image" Target="../media/image163.png"/><Relationship Id="rId13" Type="http://schemas.openxmlformats.org/officeDocument/2006/relationships/image" Target="../media/image167.png"/><Relationship Id="rId18" Type="http://schemas.openxmlformats.org/officeDocument/2006/relationships/image" Target="../media/image172.png"/><Relationship Id="rId39" Type="http://schemas.openxmlformats.org/officeDocument/2006/relationships/image" Target="../media/image193.png"/><Relationship Id="rId109" Type="http://schemas.openxmlformats.org/officeDocument/2006/relationships/image" Target="../media/image262.png"/><Relationship Id="rId34" Type="http://schemas.openxmlformats.org/officeDocument/2006/relationships/image" Target="../media/image188.png"/><Relationship Id="rId50" Type="http://schemas.openxmlformats.org/officeDocument/2006/relationships/image" Target="../media/image204.png"/><Relationship Id="rId55" Type="http://schemas.openxmlformats.org/officeDocument/2006/relationships/image" Target="../media/image208.png"/><Relationship Id="rId76" Type="http://schemas.openxmlformats.org/officeDocument/2006/relationships/image" Target="../media/image229.png"/><Relationship Id="rId97" Type="http://schemas.openxmlformats.org/officeDocument/2006/relationships/image" Target="../media/image250.png"/><Relationship Id="rId104" Type="http://schemas.openxmlformats.org/officeDocument/2006/relationships/image" Target="../media/image257.png"/><Relationship Id="rId7" Type="http://schemas.openxmlformats.org/officeDocument/2006/relationships/image" Target="../media/image161.png"/><Relationship Id="rId71" Type="http://schemas.openxmlformats.org/officeDocument/2006/relationships/image" Target="../media/image224.png"/><Relationship Id="rId92" Type="http://schemas.openxmlformats.org/officeDocument/2006/relationships/image" Target="../media/image245.png"/><Relationship Id="rId2" Type="http://schemas.openxmlformats.org/officeDocument/2006/relationships/notesSlide" Target="../notesSlides/notesSlide3.xml"/><Relationship Id="rId29" Type="http://schemas.openxmlformats.org/officeDocument/2006/relationships/image" Target="../media/image183.png"/><Relationship Id="rId24" Type="http://schemas.openxmlformats.org/officeDocument/2006/relationships/image" Target="../media/image178.png"/><Relationship Id="rId40" Type="http://schemas.openxmlformats.org/officeDocument/2006/relationships/image" Target="../media/image194.png"/><Relationship Id="rId45" Type="http://schemas.openxmlformats.org/officeDocument/2006/relationships/image" Target="../media/image199.png"/><Relationship Id="rId66" Type="http://schemas.openxmlformats.org/officeDocument/2006/relationships/image" Target="../media/image219.png"/><Relationship Id="rId87" Type="http://schemas.openxmlformats.org/officeDocument/2006/relationships/image" Target="../media/image240.png"/><Relationship Id="rId110" Type="http://schemas.openxmlformats.org/officeDocument/2006/relationships/image" Target="../media/image263.png"/><Relationship Id="rId61" Type="http://schemas.openxmlformats.org/officeDocument/2006/relationships/image" Target="../media/image214.png"/><Relationship Id="rId82" Type="http://schemas.openxmlformats.org/officeDocument/2006/relationships/image" Target="../media/image235.png"/><Relationship Id="rId19" Type="http://schemas.openxmlformats.org/officeDocument/2006/relationships/image" Target="../media/image173.png"/><Relationship Id="rId14" Type="http://schemas.openxmlformats.org/officeDocument/2006/relationships/image" Target="../media/image168.png"/><Relationship Id="rId30" Type="http://schemas.openxmlformats.org/officeDocument/2006/relationships/image" Target="../media/image184.png"/><Relationship Id="rId35" Type="http://schemas.openxmlformats.org/officeDocument/2006/relationships/image" Target="../media/image189.png"/><Relationship Id="rId56" Type="http://schemas.openxmlformats.org/officeDocument/2006/relationships/image" Target="../media/image209.png"/><Relationship Id="rId77" Type="http://schemas.openxmlformats.org/officeDocument/2006/relationships/image" Target="../media/image230.png"/><Relationship Id="rId100" Type="http://schemas.openxmlformats.org/officeDocument/2006/relationships/image" Target="../media/image253.png"/><Relationship Id="rId105" Type="http://schemas.openxmlformats.org/officeDocument/2006/relationships/image" Target="../media/image258.png"/><Relationship Id="rId8" Type="http://schemas.openxmlformats.org/officeDocument/2006/relationships/image" Target="../media/image162.png"/><Relationship Id="rId51" Type="http://schemas.openxmlformats.org/officeDocument/2006/relationships/image" Target="../media/image205.png"/><Relationship Id="rId72" Type="http://schemas.openxmlformats.org/officeDocument/2006/relationships/image" Target="../media/image225.png"/><Relationship Id="rId93" Type="http://schemas.openxmlformats.org/officeDocument/2006/relationships/image" Target="../media/image246.png"/><Relationship Id="rId98" Type="http://schemas.openxmlformats.org/officeDocument/2006/relationships/image" Target="../media/image251.png"/><Relationship Id="rId3" Type="http://schemas.openxmlformats.org/officeDocument/2006/relationships/image" Target="../media/image157.jpg"/><Relationship Id="rId25" Type="http://schemas.openxmlformats.org/officeDocument/2006/relationships/image" Target="../media/image179.png"/><Relationship Id="rId46" Type="http://schemas.openxmlformats.org/officeDocument/2006/relationships/image" Target="../media/image200.png"/><Relationship Id="rId67" Type="http://schemas.openxmlformats.org/officeDocument/2006/relationships/image" Target="../media/image220.png"/><Relationship Id="rId20" Type="http://schemas.openxmlformats.org/officeDocument/2006/relationships/image" Target="../media/image174.png"/><Relationship Id="rId41" Type="http://schemas.openxmlformats.org/officeDocument/2006/relationships/image" Target="../media/image195.png"/><Relationship Id="rId62" Type="http://schemas.openxmlformats.org/officeDocument/2006/relationships/image" Target="../media/image215.png"/><Relationship Id="rId83" Type="http://schemas.openxmlformats.org/officeDocument/2006/relationships/image" Target="../media/image236.png"/><Relationship Id="rId88" Type="http://schemas.openxmlformats.org/officeDocument/2006/relationships/image" Target="../media/image241.png"/><Relationship Id="rId111" Type="http://schemas.openxmlformats.org/officeDocument/2006/relationships/image" Target="../media/image264.png"/></Relationships>
</file>

<file path=ppt/slides/_rels/slide4.xml.rels><?xml version="1.0" encoding="UTF-8" standalone="yes"?>
<Relationships xmlns="http://schemas.openxmlformats.org/package/2006/relationships"><Relationship Id="rId26" Type="http://schemas.openxmlformats.org/officeDocument/2006/relationships/image" Target="../media/image289.png"/><Relationship Id="rId21" Type="http://schemas.openxmlformats.org/officeDocument/2006/relationships/image" Target="../media/image284.png"/><Relationship Id="rId42" Type="http://schemas.openxmlformats.org/officeDocument/2006/relationships/image" Target="../media/image305.png"/><Relationship Id="rId47" Type="http://schemas.openxmlformats.org/officeDocument/2006/relationships/image" Target="../media/image310.png"/><Relationship Id="rId63" Type="http://schemas.openxmlformats.org/officeDocument/2006/relationships/image" Target="../media/image325.png"/><Relationship Id="rId68" Type="http://schemas.openxmlformats.org/officeDocument/2006/relationships/image" Target="../media/image330.png"/><Relationship Id="rId84" Type="http://schemas.openxmlformats.org/officeDocument/2006/relationships/image" Target="../media/image346.png"/><Relationship Id="rId89" Type="http://schemas.openxmlformats.org/officeDocument/2006/relationships/image" Target="../media/image351.png"/><Relationship Id="rId16" Type="http://schemas.openxmlformats.org/officeDocument/2006/relationships/image" Target="../media/image279.png"/><Relationship Id="rId11" Type="http://schemas.openxmlformats.org/officeDocument/2006/relationships/image" Target="../media/image274.png"/><Relationship Id="rId32" Type="http://schemas.openxmlformats.org/officeDocument/2006/relationships/image" Target="../media/image295.png"/><Relationship Id="rId37" Type="http://schemas.openxmlformats.org/officeDocument/2006/relationships/image" Target="../media/image300.png"/><Relationship Id="rId53" Type="http://schemas.openxmlformats.org/officeDocument/2006/relationships/image" Target="../media/image316.png"/><Relationship Id="rId58" Type="http://schemas.openxmlformats.org/officeDocument/2006/relationships/image" Target="../media/image218.png"/><Relationship Id="rId74" Type="http://schemas.openxmlformats.org/officeDocument/2006/relationships/image" Target="../media/image336.png"/><Relationship Id="rId79" Type="http://schemas.openxmlformats.org/officeDocument/2006/relationships/image" Target="../media/image341.png"/><Relationship Id="rId5" Type="http://schemas.openxmlformats.org/officeDocument/2006/relationships/image" Target="../media/image268.png"/><Relationship Id="rId14" Type="http://schemas.openxmlformats.org/officeDocument/2006/relationships/image" Target="../media/image277.png"/><Relationship Id="rId22" Type="http://schemas.openxmlformats.org/officeDocument/2006/relationships/image" Target="../media/image285.png"/><Relationship Id="rId27" Type="http://schemas.openxmlformats.org/officeDocument/2006/relationships/image" Target="../media/image290.png"/><Relationship Id="rId30" Type="http://schemas.openxmlformats.org/officeDocument/2006/relationships/image" Target="../media/image293.png"/><Relationship Id="rId35" Type="http://schemas.openxmlformats.org/officeDocument/2006/relationships/image" Target="../media/image298.png"/><Relationship Id="rId43" Type="http://schemas.openxmlformats.org/officeDocument/2006/relationships/image" Target="../media/image306.png"/><Relationship Id="rId48" Type="http://schemas.openxmlformats.org/officeDocument/2006/relationships/image" Target="../media/image311.png"/><Relationship Id="rId56" Type="http://schemas.openxmlformats.org/officeDocument/2006/relationships/image" Target="../media/image319.png"/><Relationship Id="rId64" Type="http://schemas.openxmlformats.org/officeDocument/2006/relationships/image" Target="../media/image326.png"/><Relationship Id="rId69" Type="http://schemas.openxmlformats.org/officeDocument/2006/relationships/image" Target="../media/image331.png"/><Relationship Id="rId77" Type="http://schemas.openxmlformats.org/officeDocument/2006/relationships/image" Target="../media/image339.png"/><Relationship Id="rId8" Type="http://schemas.openxmlformats.org/officeDocument/2006/relationships/image" Target="../media/image271.png"/><Relationship Id="rId51" Type="http://schemas.openxmlformats.org/officeDocument/2006/relationships/image" Target="../media/image314.png"/><Relationship Id="rId72" Type="http://schemas.openxmlformats.org/officeDocument/2006/relationships/image" Target="../media/image334.png"/><Relationship Id="rId80" Type="http://schemas.openxmlformats.org/officeDocument/2006/relationships/image" Target="../media/image342.png"/><Relationship Id="rId85" Type="http://schemas.openxmlformats.org/officeDocument/2006/relationships/image" Target="../media/image347.png"/><Relationship Id="rId3" Type="http://schemas.openxmlformats.org/officeDocument/2006/relationships/image" Target="../media/image266.jpg"/><Relationship Id="rId12" Type="http://schemas.openxmlformats.org/officeDocument/2006/relationships/image" Target="../media/image275.png"/><Relationship Id="rId17" Type="http://schemas.openxmlformats.org/officeDocument/2006/relationships/image" Target="../media/image280.png"/><Relationship Id="rId25" Type="http://schemas.openxmlformats.org/officeDocument/2006/relationships/image" Target="../media/image288.png"/><Relationship Id="rId33" Type="http://schemas.openxmlformats.org/officeDocument/2006/relationships/image" Target="../media/image296.png"/><Relationship Id="rId38" Type="http://schemas.openxmlformats.org/officeDocument/2006/relationships/image" Target="../media/image301.png"/><Relationship Id="rId46" Type="http://schemas.openxmlformats.org/officeDocument/2006/relationships/image" Target="../media/image309.png"/><Relationship Id="rId59" Type="http://schemas.openxmlformats.org/officeDocument/2006/relationships/image" Target="../media/image321.png"/><Relationship Id="rId67" Type="http://schemas.openxmlformats.org/officeDocument/2006/relationships/image" Target="../media/image329.png"/><Relationship Id="rId20" Type="http://schemas.openxmlformats.org/officeDocument/2006/relationships/image" Target="../media/image283.png"/><Relationship Id="rId41" Type="http://schemas.openxmlformats.org/officeDocument/2006/relationships/image" Target="../media/image304.png"/><Relationship Id="rId54" Type="http://schemas.openxmlformats.org/officeDocument/2006/relationships/image" Target="../media/image317.png"/><Relationship Id="rId62" Type="http://schemas.openxmlformats.org/officeDocument/2006/relationships/image" Target="../media/image324.png"/><Relationship Id="rId70" Type="http://schemas.openxmlformats.org/officeDocument/2006/relationships/image" Target="../media/image332.png"/><Relationship Id="rId75" Type="http://schemas.openxmlformats.org/officeDocument/2006/relationships/image" Target="../media/image337.png"/><Relationship Id="rId83" Type="http://schemas.openxmlformats.org/officeDocument/2006/relationships/image" Target="../media/image345.png"/><Relationship Id="rId88" Type="http://schemas.openxmlformats.org/officeDocument/2006/relationships/image" Target="../media/image350.png"/><Relationship Id="rId1" Type="http://schemas.openxmlformats.org/officeDocument/2006/relationships/slideLayout" Target="../slideLayouts/slideLayout5.xml"/><Relationship Id="rId6" Type="http://schemas.openxmlformats.org/officeDocument/2006/relationships/image" Target="../media/image269.png"/><Relationship Id="rId15" Type="http://schemas.openxmlformats.org/officeDocument/2006/relationships/image" Target="../media/image278.png"/><Relationship Id="rId23" Type="http://schemas.openxmlformats.org/officeDocument/2006/relationships/image" Target="../media/image286.png"/><Relationship Id="rId28" Type="http://schemas.openxmlformats.org/officeDocument/2006/relationships/image" Target="../media/image291.png"/><Relationship Id="rId36" Type="http://schemas.openxmlformats.org/officeDocument/2006/relationships/image" Target="../media/image299.png"/><Relationship Id="rId49" Type="http://schemas.openxmlformats.org/officeDocument/2006/relationships/image" Target="../media/image312.png"/><Relationship Id="rId57" Type="http://schemas.openxmlformats.org/officeDocument/2006/relationships/image" Target="../media/image320.png"/><Relationship Id="rId10" Type="http://schemas.openxmlformats.org/officeDocument/2006/relationships/image" Target="../media/image273.png"/><Relationship Id="rId31" Type="http://schemas.openxmlformats.org/officeDocument/2006/relationships/image" Target="../media/image294.png"/><Relationship Id="rId44" Type="http://schemas.openxmlformats.org/officeDocument/2006/relationships/image" Target="../media/image307.png"/><Relationship Id="rId52" Type="http://schemas.openxmlformats.org/officeDocument/2006/relationships/image" Target="../media/image315.png"/><Relationship Id="rId60" Type="http://schemas.openxmlformats.org/officeDocument/2006/relationships/image" Target="../media/image322.png"/><Relationship Id="rId65" Type="http://schemas.openxmlformats.org/officeDocument/2006/relationships/image" Target="../media/image327.png"/><Relationship Id="rId73" Type="http://schemas.openxmlformats.org/officeDocument/2006/relationships/image" Target="../media/image335.png"/><Relationship Id="rId78" Type="http://schemas.openxmlformats.org/officeDocument/2006/relationships/image" Target="../media/image340.png"/><Relationship Id="rId81" Type="http://schemas.openxmlformats.org/officeDocument/2006/relationships/image" Target="../media/image343.png"/><Relationship Id="rId86" Type="http://schemas.openxmlformats.org/officeDocument/2006/relationships/image" Target="../media/image348.png"/><Relationship Id="rId4" Type="http://schemas.openxmlformats.org/officeDocument/2006/relationships/image" Target="../media/image267.png"/><Relationship Id="rId9" Type="http://schemas.openxmlformats.org/officeDocument/2006/relationships/image" Target="../media/image272.png"/><Relationship Id="rId13" Type="http://schemas.openxmlformats.org/officeDocument/2006/relationships/image" Target="../media/image276.png"/><Relationship Id="rId18" Type="http://schemas.openxmlformats.org/officeDocument/2006/relationships/image" Target="../media/image281.png"/><Relationship Id="rId39" Type="http://schemas.openxmlformats.org/officeDocument/2006/relationships/image" Target="../media/image302.png"/><Relationship Id="rId34" Type="http://schemas.openxmlformats.org/officeDocument/2006/relationships/image" Target="../media/image297.png"/><Relationship Id="rId50" Type="http://schemas.openxmlformats.org/officeDocument/2006/relationships/image" Target="../media/image313.png"/><Relationship Id="rId55" Type="http://schemas.openxmlformats.org/officeDocument/2006/relationships/image" Target="../media/image318.png"/><Relationship Id="rId76" Type="http://schemas.openxmlformats.org/officeDocument/2006/relationships/image" Target="../media/image338.png"/><Relationship Id="rId7" Type="http://schemas.openxmlformats.org/officeDocument/2006/relationships/image" Target="../media/image270.png"/><Relationship Id="rId71" Type="http://schemas.openxmlformats.org/officeDocument/2006/relationships/image" Target="../media/image333.png"/><Relationship Id="rId2" Type="http://schemas.openxmlformats.org/officeDocument/2006/relationships/notesSlide" Target="../notesSlides/notesSlide4.xml"/><Relationship Id="rId29" Type="http://schemas.openxmlformats.org/officeDocument/2006/relationships/image" Target="../media/image292.png"/><Relationship Id="rId24" Type="http://schemas.openxmlformats.org/officeDocument/2006/relationships/image" Target="../media/image287.png"/><Relationship Id="rId40" Type="http://schemas.openxmlformats.org/officeDocument/2006/relationships/image" Target="../media/image303.png"/><Relationship Id="rId45" Type="http://schemas.openxmlformats.org/officeDocument/2006/relationships/image" Target="../media/image308.png"/><Relationship Id="rId66" Type="http://schemas.openxmlformats.org/officeDocument/2006/relationships/image" Target="../media/image328.png"/><Relationship Id="rId87" Type="http://schemas.openxmlformats.org/officeDocument/2006/relationships/image" Target="../media/image349.png"/><Relationship Id="rId61" Type="http://schemas.openxmlformats.org/officeDocument/2006/relationships/image" Target="../media/image323.png"/><Relationship Id="rId82" Type="http://schemas.openxmlformats.org/officeDocument/2006/relationships/image" Target="../media/image344.png"/><Relationship Id="rId19" Type="http://schemas.openxmlformats.org/officeDocument/2006/relationships/image" Target="../media/image282.png"/></Relationships>
</file>

<file path=ppt/slides/_rels/slide5.xml.rels><?xml version="1.0" encoding="UTF-8" standalone="yes"?>
<Relationships xmlns="http://schemas.openxmlformats.org/package/2006/relationships"><Relationship Id="rId26" Type="http://schemas.openxmlformats.org/officeDocument/2006/relationships/image" Target="../media/image373.png"/><Relationship Id="rId21" Type="http://schemas.openxmlformats.org/officeDocument/2006/relationships/image" Target="../media/image368.png"/><Relationship Id="rId42" Type="http://schemas.openxmlformats.org/officeDocument/2006/relationships/image" Target="../media/image388.png"/><Relationship Id="rId47" Type="http://schemas.openxmlformats.org/officeDocument/2006/relationships/image" Target="../media/image393.png"/><Relationship Id="rId63" Type="http://schemas.openxmlformats.org/officeDocument/2006/relationships/image" Target="../media/image407.png"/><Relationship Id="rId68" Type="http://schemas.openxmlformats.org/officeDocument/2006/relationships/image" Target="../media/image412.png"/><Relationship Id="rId16" Type="http://schemas.openxmlformats.org/officeDocument/2006/relationships/image" Target="../media/image363.png"/><Relationship Id="rId11" Type="http://schemas.openxmlformats.org/officeDocument/2006/relationships/image" Target="../media/image307.png"/><Relationship Id="rId24" Type="http://schemas.openxmlformats.org/officeDocument/2006/relationships/image" Target="../media/image371.png"/><Relationship Id="rId32" Type="http://schemas.openxmlformats.org/officeDocument/2006/relationships/image" Target="../media/image378.png"/><Relationship Id="rId37" Type="http://schemas.openxmlformats.org/officeDocument/2006/relationships/image" Target="../media/image383.png"/><Relationship Id="rId40" Type="http://schemas.openxmlformats.org/officeDocument/2006/relationships/image" Target="../media/image386.png"/><Relationship Id="rId45" Type="http://schemas.openxmlformats.org/officeDocument/2006/relationships/image" Target="../media/image391.png"/><Relationship Id="rId53" Type="http://schemas.openxmlformats.org/officeDocument/2006/relationships/image" Target="../media/image398.png"/><Relationship Id="rId58" Type="http://schemas.openxmlformats.org/officeDocument/2006/relationships/image" Target="../media/image402.png"/><Relationship Id="rId66" Type="http://schemas.openxmlformats.org/officeDocument/2006/relationships/image" Target="../media/image410.png"/><Relationship Id="rId74" Type="http://schemas.openxmlformats.org/officeDocument/2006/relationships/image" Target="../media/image417.png"/><Relationship Id="rId5" Type="http://schemas.openxmlformats.org/officeDocument/2006/relationships/image" Target="../media/image354.png"/><Relationship Id="rId61" Type="http://schemas.openxmlformats.org/officeDocument/2006/relationships/image" Target="../media/image405.png"/><Relationship Id="rId19" Type="http://schemas.openxmlformats.org/officeDocument/2006/relationships/image" Target="../media/image366.png"/><Relationship Id="rId14" Type="http://schemas.openxmlformats.org/officeDocument/2006/relationships/image" Target="../media/image361.png"/><Relationship Id="rId22" Type="http://schemas.openxmlformats.org/officeDocument/2006/relationships/image" Target="../media/image369.png"/><Relationship Id="rId27" Type="http://schemas.openxmlformats.org/officeDocument/2006/relationships/image" Target="../media/image374.png"/><Relationship Id="rId30" Type="http://schemas.openxmlformats.org/officeDocument/2006/relationships/image" Target="../media/image163.png"/><Relationship Id="rId35" Type="http://schemas.openxmlformats.org/officeDocument/2006/relationships/image" Target="../media/image381.png"/><Relationship Id="rId43" Type="http://schemas.openxmlformats.org/officeDocument/2006/relationships/image" Target="../media/image389.png"/><Relationship Id="rId48" Type="http://schemas.openxmlformats.org/officeDocument/2006/relationships/image" Target="../media/image394.png"/><Relationship Id="rId56" Type="http://schemas.openxmlformats.org/officeDocument/2006/relationships/image" Target="../media/image400.png"/><Relationship Id="rId64" Type="http://schemas.openxmlformats.org/officeDocument/2006/relationships/image" Target="../media/image408.png"/><Relationship Id="rId69" Type="http://schemas.openxmlformats.org/officeDocument/2006/relationships/image" Target="../media/image413.png"/><Relationship Id="rId77" Type="http://schemas.openxmlformats.org/officeDocument/2006/relationships/image" Target="../media/image418.png"/><Relationship Id="rId8" Type="http://schemas.openxmlformats.org/officeDocument/2006/relationships/image" Target="../media/image357.png"/><Relationship Id="rId51" Type="http://schemas.openxmlformats.org/officeDocument/2006/relationships/image" Target="../media/image397.png"/><Relationship Id="rId72" Type="http://schemas.openxmlformats.org/officeDocument/2006/relationships/image" Target="../media/image415.png"/><Relationship Id="rId3" Type="http://schemas.openxmlformats.org/officeDocument/2006/relationships/image" Target="../media/image352.png"/><Relationship Id="rId12" Type="http://schemas.openxmlformats.org/officeDocument/2006/relationships/image" Target="../media/image359.png"/><Relationship Id="rId17" Type="http://schemas.openxmlformats.org/officeDocument/2006/relationships/image" Target="../media/image364.png"/><Relationship Id="rId25" Type="http://schemas.openxmlformats.org/officeDocument/2006/relationships/image" Target="../media/image372.png"/><Relationship Id="rId33" Type="http://schemas.openxmlformats.org/officeDocument/2006/relationships/image" Target="../media/image379.png"/><Relationship Id="rId38" Type="http://schemas.openxmlformats.org/officeDocument/2006/relationships/image" Target="../media/image384.png"/><Relationship Id="rId46" Type="http://schemas.openxmlformats.org/officeDocument/2006/relationships/image" Target="../media/image392.png"/><Relationship Id="rId59" Type="http://schemas.openxmlformats.org/officeDocument/2006/relationships/image" Target="../media/image403.png"/><Relationship Id="rId67" Type="http://schemas.openxmlformats.org/officeDocument/2006/relationships/image" Target="../media/image411.png"/><Relationship Id="rId20" Type="http://schemas.openxmlformats.org/officeDocument/2006/relationships/image" Target="../media/image367.png"/><Relationship Id="rId41" Type="http://schemas.openxmlformats.org/officeDocument/2006/relationships/image" Target="../media/image387.png"/><Relationship Id="rId54" Type="http://schemas.openxmlformats.org/officeDocument/2006/relationships/image" Target="../media/image399.png"/><Relationship Id="rId62" Type="http://schemas.openxmlformats.org/officeDocument/2006/relationships/image" Target="../media/image406.png"/><Relationship Id="rId70" Type="http://schemas.openxmlformats.org/officeDocument/2006/relationships/image" Target="../media/image133.png"/><Relationship Id="rId75" Type="http://schemas.openxmlformats.org/officeDocument/2006/relationships/image" Target="../media/image119.png"/><Relationship Id="rId1" Type="http://schemas.openxmlformats.org/officeDocument/2006/relationships/slideLayout" Target="../slideLayouts/slideLayout5.xml"/><Relationship Id="rId6" Type="http://schemas.openxmlformats.org/officeDocument/2006/relationships/image" Target="../media/image355.png"/><Relationship Id="rId15" Type="http://schemas.openxmlformats.org/officeDocument/2006/relationships/image" Target="../media/image362.png"/><Relationship Id="rId23" Type="http://schemas.openxmlformats.org/officeDocument/2006/relationships/image" Target="../media/image370.png"/><Relationship Id="rId28" Type="http://schemas.openxmlformats.org/officeDocument/2006/relationships/image" Target="../media/image375.png"/><Relationship Id="rId36" Type="http://schemas.openxmlformats.org/officeDocument/2006/relationships/image" Target="../media/image382.png"/><Relationship Id="rId49" Type="http://schemas.openxmlformats.org/officeDocument/2006/relationships/image" Target="../media/image395.png"/><Relationship Id="rId57" Type="http://schemas.openxmlformats.org/officeDocument/2006/relationships/image" Target="../media/image401.png"/><Relationship Id="rId10" Type="http://schemas.openxmlformats.org/officeDocument/2006/relationships/image" Target="../media/image300.png"/><Relationship Id="rId31" Type="http://schemas.openxmlformats.org/officeDocument/2006/relationships/image" Target="../media/image377.png"/><Relationship Id="rId44" Type="http://schemas.openxmlformats.org/officeDocument/2006/relationships/image" Target="../media/image390.png"/><Relationship Id="rId52" Type="http://schemas.openxmlformats.org/officeDocument/2006/relationships/image" Target="../media/image97.png"/><Relationship Id="rId60" Type="http://schemas.openxmlformats.org/officeDocument/2006/relationships/image" Target="../media/image404.png"/><Relationship Id="rId65" Type="http://schemas.openxmlformats.org/officeDocument/2006/relationships/image" Target="../media/image409.png"/><Relationship Id="rId73" Type="http://schemas.openxmlformats.org/officeDocument/2006/relationships/image" Target="../media/image416.png"/><Relationship Id="rId78" Type="http://schemas.openxmlformats.org/officeDocument/2006/relationships/image" Target="../media/image419.png"/><Relationship Id="rId4" Type="http://schemas.openxmlformats.org/officeDocument/2006/relationships/image" Target="../media/image353.png"/><Relationship Id="rId9" Type="http://schemas.openxmlformats.org/officeDocument/2006/relationships/image" Target="../media/image358.png"/><Relationship Id="rId13" Type="http://schemas.openxmlformats.org/officeDocument/2006/relationships/image" Target="../media/image360.png"/><Relationship Id="rId18" Type="http://schemas.openxmlformats.org/officeDocument/2006/relationships/image" Target="../media/image365.png"/><Relationship Id="rId39" Type="http://schemas.openxmlformats.org/officeDocument/2006/relationships/image" Target="../media/image385.png"/><Relationship Id="rId34" Type="http://schemas.openxmlformats.org/officeDocument/2006/relationships/image" Target="../media/image380.png"/><Relationship Id="rId50" Type="http://schemas.openxmlformats.org/officeDocument/2006/relationships/image" Target="../media/image396.png"/><Relationship Id="rId55" Type="http://schemas.openxmlformats.org/officeDocument/2006/relationships/image" Target="../media/image275.png"/><Relationship Id="rId76" Type="http://schemas.openxmlformats.org/officeDocument/2006/relationships/image" Target="../media/image148.png"/><Relationship Id="rId7" Type="http://schemas.openxmlformats.org/officeDocument/2006/relationships/image" Target="../media/image356.png"/><Relationship Id="rId71" Type="http://schemas.openxmlformats.org/officeDocument/2006/relationships/image" Target="../media/image414.png"/><Relationship Id="rId2" Type="http://schemas.openxmlformats.org/officeDocument/2006/relationships/notesSlide" Target="../notesSlides/notesSlide5.xml"/><Relationship Id="rId29" Type="http://schemas.openxmlformats.org/officeDocument/2006/relationships/image" Target="../media/image376.png"/></Relationships>
</file>

<file path=ppt/slides/_rels/slide6.xml.rels><?xml version="1.0" encoding="UTF-8" standalone="yes"?>
<Relationships xmlns="http://schemas.openxmlformats.org/package/2006/relationships"><Relationship Id="rId26" Type="http://schemas.openxmlformats.org/officeDocument/2006/relationships/image" Target="../media/image439.png"/><Relationship Id="rId21" Type="http://schemas.openxmlformats.org/officeDocument/2006/relationships/image" Target="../media/image435.png"/><Relationship Id="rId42" Type="http://schemas.openxmlformats.org/officeDocument/2006/relationships/image" Target="../media/image452.png"/><Relationship Id="rId47" Type="http://schemas.openxmlformats.org/officeDocument/2006/relationships/image" Target="../media/image457.png"/><Relationship Id="rId63" Type="http://schemas.openxmlformats.org/officeDocument/2006/relationships/image" Target="../media/image473.png"/><Relationship Id="rId68" Type="http://schemas.openxmlformats.org/officeDocument/2006/relationships/image" Target="../media/image478.png"/><Relationship Id="rId16" Type="http://schemas.openxmlformats.org/officeDocument/2006/relationships/image" Target="../media/image432.png"/><Relationship Id="rId11" Type="http://schemas.openxmlformats.org/officeDocument/2006/relationships/image" Target="../media/image427.png"/><Relationship Id="rId24" Type="http://schemas.openxmlformats.org/officeDocument/2006/relationships/image" Target="../media/image438.png"/><Relationship Id="rId32" Type="http://schemas.openxmlformats.org/officeDocument/2006/relationships/image" Target="../media/image196.png"/><Relationship Id="rId37" Type="http://schemas.openxmlformats.org/officeDocument/2006/relationships/image" Target="../media/image201.png"/><Relationship Id="rId40" Type="http://schemas.openxmlformats.org/officeDocument/2006/relationships/image" Target="../media/image450.png"/><Relationship Id="rId45" Type="http://schemas.openxmlformats.org/officeDocument/2006/relationships/image" Target="../media/image455.png"/><Relationship Id="rId53" Type="http://schemas.openxmlformats.org/officeDocument/2006/relationships/image" Target="../media/image463.png"/><Relationship Id="rId58" Type="http://schemas.openxmlformats.org/officeDocument/2006/relationships/image" Target="../media/image468.png"/><Relationship Id="rId66" Type="http://schemas.openxmlformats.org/officeDocument/2006/relationships/image" Target="../media/image476.png"/><Relationship Id="rId74" Type="http://schemas.openxmlformats.org/officeDocument/2006/relationships/image" Target="../media/image484.png"/><Relationship Id="rId79" Type="http://schemas.openxmlformats.org/officeDocument/2006/relationships/image" Target="../media/image489.png"/><Relationship Id="rId5" Type="http://schemas.openxmlformats.org/officeDocument/2006/relationships/image" Target="../media/image422.png"/><Relationship Id="rId61" Type="http://schemas.openxmlformats.org/officeDocument/2006/relationships/image" Target="../media/image471.png"/><Relationship Id="rId19" Type="http://schemas.openxmlformats.org/officeDocument/2006/relationships/image" Target="../media/image120.png"/><Relationship Id="rId14" Type="http://schemas.openxmlformats.org/officeDocument/2006/relationships/image" Target="../media/image430.png"/><Relationship Id="rId22" Type="http://schemas.openxmlformats.org/officeDocument/2006/relationships/image" Target="../media/image436.png"/><Relationship Id="rId27" Type="http://schemas.openxmlformats.org/officeDocument/2006/relationships/image" Target="../media/image440.png"/><Relationship Id="rId30" Type="http://schemas.openxmlformats.org/officeDocument/2006/relationships/image" Target="../media/image443.png"/><Relationship Id="rId35" Type="http://schemas.openxmlformats.org/officeDocument/2006/relationships/image" Target="../media/image446.png"/><Relationship Id="rId43" Type="http://schemas.openxmlformats.org/officeDocument/2006/relationships/image" Target="../media/image453.png"/><Relationship Id="rId48" Type="http://schemas.openxmlformats.org/officeDocument/2006/relationships/image" Target="../media/image458.png"/><Relationship Id="rId56" Type="http://schemas.openxmlformats.org/officeDocument/2006/relationships/image" Target="../media/image466.png"/><Relationship Id="rId64" Type="http://schemas.openxmlformats.org/officeDocument/2006/relationships/image" Target="../media/image474.png"/><Relationship Id="rId69" Type="http://schemas.openxmlformats.org/officeDocument/2006/relationships/image" Target="../media/image479.png"/><Relationship Id="rId77" Type="http://schemas.openxmlformats.org/officeDocument/2006/relationships/image" Target="../media/image487.png"/><Relationship Id="rId8" Type="http://schemas.openxmlformats.org/officeDocument/2006/relationships/image" Target="../media/image153.png"/><Relationship Id="rId51" Type="http://schemas.openxmlformats.org/officeDocument/2006/relationships/image" Target="../media/image461.png"/><Relationship Id="rId72" Type="http://schemas.openxmlformats.org/officeDocument/2006/relationships/image" Target="../media/image482.png"/><Relationship Id="rId3" Type="http://schemas.openxmlformats.org/officeDocument/2006/relationships/image" Target="../media/image420.png"/><Relationship Id="rId12" Type="http://schemas.openxmlformats.org/officeDocument/2006/relationships/image" Target="../media/image428.png"/><Relationship Id="rId17" Type="http://schemas.openxmlformats.org/officeDocument/2006/relationships/image" Target="../media/image433.png"/><Relationship Id="rId25" Type="http://schemas.openxmlformats.org/officeDocument/2006/relationships/image" Target="../media/image65.png"/><Relationship Id="rId33" Type="http://schemas.openxmlformats.org/officeDocument/2006/relationships/image" Target="../media/image197.png"/><Relationship Id="rId38" Type="http://schemas.openxmlformats.org/officeDocument/2006/relationships/image" Target="../media/image448.png"/><Relationship Id="rId46" Type="http://schemas.openxmlformats.org/officeDocument/2006/relationships/image" Target="../media/image456.png"/><Relationship Id="rId59" Type="http://schemas.openxmlformats.org/officeDocument/2006/relationships/image" Target="../media/image469.png"/><Relationship Id="rId67" Type="http://schemas.openxmlformats.org/officeDocument/2006/relationships/image" Target="../media/image477.png"/><Relationship Id="rId20" Type="http://schemas.openxmlformats.org/officeDocument/2006/relationships/image" Target="../media/image434.png"/><Relationship Id="rId41" Type="http://schemas.openxmlformats.org/officeDocument/2006/relationships/image" Target="../media/image451.png"/><Relationship Id="rId54" Type="http://schemas.openxmlformats.org/officeDocument/2006/relationships/image" Target="../media/image464.png"/><Relationship Id="rId62" Type="http://schemas.openxmlformats.org/officeDocument/2006/relationships/image" Target="../media/image472.png"/><Relationship Id="rId70" Type="http://schemas.openxmlformats.org/officeDocument/2006/relationships/image" Target="../media/image480.png"/><Relationship Id="rId75" Type="http://schemas.openxmlformats.org/officeDocument/2006/relationships/image" Target="../media/image485.png"/><Relationship Id="rId1" Type="http://schemas.openxmlformats.org/officeDocument/2006/relationships/slideLayout" Target="../slideLayouts/slideLayout5.xml"/><Relationship Id="rId6" Type="http://schemas.openxmlformats.org/officeDocument/2006/relationships/image" Target="../media/image423.png"/><Relationship Id="rId15" Type="http://schemas.openxmlformats.org/officeDocument/2006/relationships/image" Target="../media/image431.png"/><Relationship Id="rId23" Type="http://schemas.openxmlformats.org/officeDocument/2006/relationships/image" Target="../media/image437.png"/><Relationship Id="rId28" Type="http://schemas.openxmlformats.org/officeDocument/2006/relationships/image" Target="../media/image441.png"/><Relationship Id="rId36" Type="http://schemas.openxmlformats.org/officeDocument/2006/relationships/image" Target="../media/image447.png"/><Relationship Id="rId49" Type="http://schemas.openxmlformats.org/officeDocument/2006/relationships/image" Target="../media/image459.png"/><Relationship Id="rId57" Type="http://schemas.openxmlformats.org/officeDocument/2006/relationships/image" Target="../media/image467.png"/><Relationship Id="rId10" Type="http://schemas.openxmlformats.org/officeDocument/2006/relationships/image" Target="../media/image426.png"/><Relationship Id="rId31" Type="http://schemas.openxmlformats.org/officeDocument/2006/relationships/image" Target="../media/image444.png"/><Relationship Id="rId44" Type="http://schemas.openxmlformats.org/officeDocument/2006/relationships/image" Target="../media/image454.png"/><Relationship Id="rId52" Type="http://schemas.openxmlformats.org/officeDocument/2006/relationships/image" Target="../media/image462.png"/><Relationship Id="rId60" Type="http://schemas.openxmlformats.org/officeDocument/2006/relationships/image" Target="../media/image470.png"/><Relationship Id="rId65" Type="http://schemas.openxmlformats.org/officeDocument/2006/relationships/image" Target="../media/image475.png"/><Relationship Id="rId73" Type="http://schemas.openxmlformats.org/officeDocument/2006/relationships/image" Target="../media/image483.png"/><Relationship Id="rId78" Type="http://schemas.openxmlformats.org/officeDocument/2006/relationships/image" Target="../media/image488.png"/><Relationship Id="rId4" Type="http://schemas.openxmlformats.org/officeDocument/2006/relationships/image" Target="../media/image421.png"/><Relationship Id="rId9" Type="http://schemas.openxmlformats.org/officeDocument/2006/relationships/image" Target="../media/image425.png"/><Relationship Id="rId13" Type="http://schemas.openxmlformats.org/officeDocument/2006/relationships/image" Target="../media/image429.png"/><Relationship Id="rId18" Type="http://schemas.openxmlformats.org/officeDocument/2006/relationships/image" Target="../media/image290.png"/><Relationship Id="rId39" Type="http://schemas.openxmlformats.org/officeDocument/2006/relationships/image" Target="../media/image449.png"/><Relationship Id="rId34" Type="http://schemas.openxmlformats.org/officeDocument/2006/relationships/image" Target="../media/image445.png"/><Relationship Id="rId50" Type="http://schemas.openxmlformats.org/officeDocument/2006/relationships/image" Target="../media/image460.png"/><Relationship Id="rId55" Type="http://schemas.openxmlformats.org/officeDocument/2006/relationships/image" Target="../media/image465.png"/><Relationship Id="rId76" Type="http://schemas.openxmlformats.org/officeDocument/2006/relationships/image" Target="../media/image486.png"/><Relationship Id="rId7" Type="http://schemas.openxmlformats.org/officeDocument/2006/relationships/image" Target="../media/image424.png"/><Relationship Id="rId71" Type="http://schemas.openxmlformats.org/officeDocument/2006/relationships/image" Target="../media/image481.png"/><Relationship Id="rId2" Type="http://schemas.openxmlformats.org/officeDocument/2006/relationships/notesSlide" Target="../notesSlides/notesSlide6.xml"/><Relationship Id="rId29" Type="http://schemas.openxmlformats.org/officeDocument/2006/relationships/image" Target="../media/image442.png"/></Relationships>
</file>

<file path=ppt/slides/_rels/slide7.xml.rels><?xml version="1.0" encoding="UTF-8" standalone="yes"?>
<Relationships xmlns="http://schemas.openxmlformats.org/package/2006/relationships"><Relationship Id="rId13" Type="http://schemas.openxmlformats.org/officeDocument/2006/relationships/image" Target="../media/image499.png"/><Relationship Id="rId18" Type="http://schemas.openxmlformats.org/officeDocument/2006/relationships/image" Target="../media/image502.png"/><Relationship Id="rId26" Type="http://schemas.openxmlformats.org/officeDocument/2006/relationships/image" Target="../media/image510.png"/><Relationship Id="rId39" Type="http://schemas.openxmlformats.org/officeDocument/2006/relationships/image" Target="../media/image523.png"/><Relationship Id="rId21" Type="http://schemas.openxmlformats.org/officeDocument/2006/relationships/image" Target="../media/image505.png"/><Relationship Id="rId34" Type="http://schemas.openxmlformats.org/officeDocument/2006/relationships/image" Target="../media/image518.png"/><Relationship Id="rId42" Type="http://schemas.openxmlformats.org/officeDocument/2006/relationships/image" Target="../media/image526.png"/><Relationship Id="rId47" Type="http://schemas.openxmlformats.org/officeDocument/2006/relationships/image" Target="../media/image531.png"/><Relationship Id="rId50" Type="http://schemas.openxmlformats.org/officeDocument/2006/relationships/image" Target="../media/image533.png"/><Relationship Id="rId55" Type="http://schemas.openxmlformats.org/officeDocument/2006/relationships/image" Target="../media/image538.png"/><Relationship Id="rId7" Type="http://schemas.openxmlformats.org/officeDocument/2006/relationships/image" Target="../media/image493.png"/><Relationship Id="rId2" Type="http://schemas.openxmlformats.org/officeDocument/2006/relationships/notesSlide" Target="../notesSlides/notesSlide7.xml"/><Relationship Id="rId16" Type="http://schemas.openxmlformats.org/officeDocument/2006/relationships/image" Target="../media/image307.png"/><Relationship Id="rId29" Type="http://schemas.openxmlformats.org/officeDocument/2006/relationships/image" Target="../media/image513.png"/><Relationship Id="rId11" Type="http://schemas.openxmlformats.org/officeDocument/2006/relationships/image" Target="../media/image497.png"/><Relationship Id="rId24" Type="http://schemas.openxmlformats.org/officeDocument/2006/relationships/image" Target="../media/image508.png"/><Relationship Id="rId32" Type="http://schemas.openxmlformats.org/officeDocument/2006/relationships/image" Target="../media/image516.png"/><Relationship Id="rId37" Type="http://schemas.openxmlformats.org/officeDocument/2006/relationships/image" Target="../media/image521.png"/><Relationship Id="rId40" Type="http://schemas.openxmlformats.org/officeDocument/2006/relationships/image" Target="../media/image524.png"/><Relationship Id="rId45" Type="http://schemas.openxmlformats.org/officeDocument/2006/relationships/image" Target="../media/image529.png"/><Relationship Id="rId53" Type="http://schemas.openxmlformats.org/officeDocument/2006/relationships/image" Target="../media/image536.png"/><Relationship Id="rId5" Type="http://schemas.openxmlformats.org/officeDocument/2006/relationships/image" Target="../media/image492.png"/><Relationship Id="rId10" Type="http://schemas.openxmlformats.org/officeDocument/2006/relationships/image" Target="../media/image496.png"/><Relationship Id="rId19" Type="http://schemas.openxmlformats.org/officeDocument/2006/relationships/image" Target="../media/image503.png"/><Relationship Id="rId31" Type="http://schemas.openxmlformats.org/officeDocument/2006/relationships/image" Target="../media/image515.png"/><Relationship Id="rId44" Type="http://schemas.openxmlformats.org/officeDocument/2006/relationships/image" Target="../media/image528.png"/><Relationship Id="rId52" Type="http://schemas.openxmlformats.org/officeDocument/2006/relationships/image" Target="../media/image535.png"/><Relationship Id="rId4" Type="http://schemas.openxmlformats.org/officeDocument/2006/relationships/image" Target="../media/image491.png"/><Relationship Id="rId9" Type="http://schemas.openxmlformats.org/officeDocument/2006/relationships/image" Target="../media/image495.png"/><Relationship Id="rId14" Type="http://schemas.openxmlformats.org/officeDocument/2006/relationships/image" Target="../media/image500.png"/><Relationship Id="rId22" Type="http://schemas.openxmlformats.org/officeDocument/2006/relationships/image" Target="../media/image506.png"/><Relationship Id="rId27" Type="http://schemas.openxmlformats.org/officeDocument/2006/relationships/image" Target="../media/image511.png"/><Relationship Id="rId30" Type="http://schemas.openxmlformats.org/officeDocument/2006/relationships/image" Target="../media/image514.png"/><Relationship Id="rId35" Type="http://schemas.openxmlformats.org/officeDocument/2006/relationships/image" Target="../media/image519.png"/><Relationship Id="rId43" Type="http://schemas.openxmlformats.org/officeDocument/2006/relationships/image" Target="../media/image527.png"/><Relationship Id="rId48" Type="http://schemas.openxmlformats.org/officeDocument/2006/relationships/image" Target="../media/image532.png"/><Relationship Id="rId8" Type="http://schemas.openxmlformats.org/officeDocument/2006/relationships/image" Target="../media/image494.png"/><Relationship Id="rId51" Type="http://schemas.openxmlformats.org/officeDocument/2006/relationships/image" Target="../media/image534.png"/><Relationship Id="rId3" Type="http://schemas.openxmlformats.org/officeDocument/2006/relationships/image" Target="../media/image490.png"/><Relationship Id="rId12" Type="http://schemas.openxmlformats.org/officeDocument/2006/relationships/image" Target="../media/image498.png"/><Relationship Id="rId17" Type="http://schemas.openxmlformats.org/officeDocument/2006/relationships/image" Target="../media/image501.png"/><Relationship Id="rId25" Type="http://schemas.openxmlformats.org/officeDocument/2006/relationships/image" Target="../media/image509.png"/><Relationship Id="rId33" Type="http://schemas.openxmlformats.org/officeDocument/2006/relationships/image" Target="../media/image517.png"/><Relationship Id="rId38" Type="http://schemas.openxmlformats.org/officeDocument/2006/relationships/image" Target="../media/image522.png"/><Relationship Id="rId46" Type="http://schemas.openxmlformats.org/officeDocument/2006/relationships/image" Target="../media/image530.png"/><Relationship Id="rId20" Type="http://schemas.openxmlformats.org/officeDocument/2006/relationships/image" Target="../media/image504.png"/><Relationship Id="rId41" Type="http://schemas.openxmlformats.org/officeDocument/2006/relationships/image" Target="../media/image525.png"/><Relationship Id="rId54" Type="http://schemas.openxmlformats.org/officeDocument/2006/relationships/image" Target="../media/image537.png"/><Relationship Id="rId1" Type="http://schemas.openxmlformats.org/officeDocument/2006/relationships/slideLayout" Target="../slideLayouts/slideLayout5.xml"/><Relationship Id="rId6" Type="http://schemas.openxmlformats.org/officeDocument/2006/relationships/image" Target="../media/image291.png"/><Relationship Id="rId15" Type="http://schemas.openxmlformats.org/officeDocument/2006/relationships/image" Target="../media/image179.png"/><Relationship Id="rId23" Type="http://schemas.openxmlformats.org/officeDocument/2006/relationships/image" Target="../media/image507.png"/><Relationship Id="rId28" Type="http://schemas.openxmlformats.org/officeDocument/2006/relationships/image" Target="../media/image512.png"/><Relationship Id="rId36" Type="http://schemas.openxmlformats.org/officeDocument/2006/relationships/image" Target="../media/image520.png"/><Relationship Id="rId49" Type="http://schemas.openxmlformats.org/officeDocument/2006/relationships/image" Target="../media/image348.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126140" y="3776662"/>
            <a:ext cx="152685" cy="152685"/>
          </a:xfrm>
          <a:prstGeom prst="rect">
            <a:avLst/>
          </a:prstGeom>
        </p:spPr>
      </p:pic>
      <p:pic>
        <p:nvPicPr>
          <p:cNvPr id="3" name="object 3"/>
          <p:cNvPicPr/>
          <p:nvPr/>
        </p:nvPicPr>
        <p:blipFill>
          <a:blip r:embed="rId4" cstate="print"/>
          <a:stretch>
            <a:fillRect/>
          </a:stretch>
        </p:blipFill>
        <p:spPr>
          <a:xfrm>
            <a:off x="1355216" y="3801141"/>
            <a:ext cx="239649" cy="100679"/>
          </a:xfrm>
          <a:prstGeom prst="rect">
            <a:avLst/>
          </a:prstGeom>
        </p:spPr>
      </p:pic>
      <p:pic>
        <p:nvPicPr>
          <p:cNvPr id="4" name="object 4"/>
          <p:cNvPicPr/>
          <p:nvPr/>
        </p:nvPicPr>
        <p:blipFill>
          <a:blip r:embed="rId5" cstate="print"/>
          <a:stretch>
            <a:fillRect/>
          </a:stretch>
        </p:blipFill>
        <p:spPr>
          <a:xfrm>
            <a:off x="1649825" y="3802665"/>
            <a:ext cx="238220" cy="99155"/>
          </a:xfrm>
          <a:prstGeom prst="rect">
            <a:avLst/>
          </a:prstGeom>
        </p:spPr>
      </p:pic>
      <p:pic>
        <p:nvPicPr>
          <p:cNvPr id="5" name="object 5"/>
          <p:cNvPicPr/>
          <p:nvPr/>
        </p:nvPicPr>
        <p:blipFill>
          <a:blip r:embed="rId6" cstate="print"/>
          <a:stretch>
            <a:fillRect/>
          </a:stretch>
        </p:blipFill>
        <p:spPr>
          <a:xfrm>
            <a:off x="361187" y="361187"/>
            <a:ext cx="7068312" cy="3083052"/>
          </a:xfrm>
          <a:prstGeom prst="rect">
            <a:avLst/>
          </a:prstGeom>
        </p:spPr>
      </p:pic>
      <p:sp>
        <p:nvSpPr>
          <p:cNvPr id="6" name="object 6"/>
          <p:cNvSpPr/>
          <p:nvPr/>
        </p:nvSpPr>
        <p:spPr>
          <a:xfrm>
            <a:off x="1133856" y="4199394"/>
            <a:ext cx="288925" cy="288925"/>
          </a:xfrm>
          <a:custGeom>
            <a:avLst/>
            <a:gdLst/>
            <a:ahLst/>
            <a:cxnLst/>
            <a:rect l="l" t="t" r="r" b="b"/>
            <a:pathLst>
              <a:path w="288925" h="288925">
                <a:moveTo>
                  <a:pt x="193827" y="202971"/>
                </a:moveTo>
                <a:lnTo>
                  <a:pt x="182892" y="158394"/>
                </a:lnTo>
                <a:lnTo>
                  <a:pt x="149009" y="130492"/>
                </a:lnTo>
                <a:lnTo>
                  <a:pt x="111442" y="117538"/>
                </a:lnTo>
                <a:lnTo>
                  <a:pt x="100812" y="115227"/>
                </a:lnTo>
                <a:lnTo>
                  <a:pt x="91922" y="112776"/>
                </a:lnTo>
                <a:lnTo>
                  <a:pt x="84772" y="110032"/>
                </a:lnTo>
                <a:lnTo>
                  <a:pt x="79336" y="106870"/>
                </a:lnTo>
                <a:lnTo>
                  <a:pt x="73240" y="102298"/>
                </a:lnTo>
                <a:lnTo>
                  <a:pt x="70192" y="96202"/>
                </a:lnTo>
                <a:lnTo>
                  <a:pt x="70192" y="79438"/>
                </a:lnTo>
                <a:lnTo>
                  <a:pt x="108394" y="61048"/>
                </a:lnTo>
                <a:lnTo>
                  <a:pt x="123634" y="61048"/>
                </a:lnTo>
                <a:lnTo>
                  <a:pt x="139674" y="66433"/>
                </a:lnTo>
                <a:lnTo>
                  <a:pt x="146723" y="69062"/>
                </a:lnTo>
                <a:lnTo>
                  <a:pt x="154063" y="72275"/>
                </a:lnTo>
                <a:lnTo>
                  <a:pt x="161823" y="76390"/>
                </a:lnTo>
                <a:lnTo>
                  <a:pt x="184683" y="29044"/>
                </a:lnTo>
                <a:lnTo>
                  <a:pt x="148018" y="15328"/>
                </a:lnTo>
                <a:lnTo>
                  <a:pt x="109918" y="12280"/>
                </a:lnTo>
                <a:lnTo>
                  <a:pt x="87287" y="13716"/>
                </a:lnTo>
                <a:lnTo>
                  <a:pt x="50622" y="25146"/>
                </a:lnTo>
                <a:lnTo>
                  <a:pt x="16002" y="61252"/>
                </a:lnTo>
                <a:lnTo>
                  <a:pt x="9144" y="93154"/>
                </a:lnTo>
                <a:lnTo>
                  <a:pt x="10541" y="109169"/>
                </a:lnTo>
                <a:lnTo>
                  <a:pt x="30480" y="144970"/>
                </a:lnTo>
                <a:lnTo>
                  <a:pt x="74269" y="168846"/>
                </a:lnTo>
                <a:lnTo>
                  <a:pt x="94576" y="174015"/>
                </a:lnTo>
                <a:lnTo>
                  <a:pt x="105181" y="177203"/>
                </a:lnTo>
                <a:lnTo>
                  <a:pt x="134302" y="198399"/>
                </a:lnTo>
                <a:lnTo>
                  <a:pt x="134302" y="218313"/>
                </a:lnTo>
                <a:lnTo>
                  <a:pt x="101295" y="239077"/>
                </a:lnTo>
                <a:lnTo>
                  <a:pt x="91528" y="239649"/>
                </a:lnTo>
                <a:lnTo>
                  <a:pt x="83527" y="239356"/>
                </a:lnTo>
                <a:lnTo>
                  <a:pt x="43853" y="228409"/>
                </a:lnTo>
                <a:lnTo>
                  <a:pt x="25908" y="218313"/>
                </a:lnTo>
                <a:lnTo>
                  <a:pt x="0" y="265557"/>
                </a:lnTo>
                <a:lnTo>
                  <a:pt x="42672" y="282321"/>
                </a:lnTo>
                <a:lnTo>
                  <a:pt x="90004" y="288505"/>
                </a:lnTo>
                <a:lnTo>
                  <a:pt x="113779" y="286829"/>
                </a:lnTo>
                <a:lnTo>
                  <a:pt x="152717" y="274281"/>
                </a:lnTo>
                <a:lnTo>
                  <a:pt x="187159" y="236969"/>
                </a:lnTo>
                <a:lnTo>
                  <a:pt x="192138" y="220700"/>
                </a:lnTo>
                <a:lnTo>
                  <a:pt x="193827" y="202971"/>
                </a:lnTo>
                <a:close/>
              </a:path>
              <a:path w="288925" h="288925">
                <a:moveTo>
                  <a:pt x="288505" y="0"/>
                </a:moveTo>
                <a:lnTo>
                  <a:pt x="230505" y="0"/>
                </a:lnTo>
                <a:lnTo>
                  <a:pt x="230505" y="283832"/>
                </a:lnTo>
                <a:lnTo>
                  <a:pt x="288505" y="283832"/>
                </a:lnTo>
                <a:lnTo>
                  <a:pt x="288505" y="0"/>
                </a:lnTo>
                <a:close/>
              </a:path>
            </a:pathLst>
          </a:custGeom>
          <a:solidFill>
            <a:srgbClr val="232323"/>
          </a:solidFill>
        </p:spPr>
        <p:txBody>
          <a:bodyPr wrap="square" lIns="0" tIns="0" rIns="0" bIns="0" rtlCol="0"/>
          <a:lstStyle/>
          <a:p>
            <a:endParaRPr/>
          </a:p>
        </p:txBody>
      </p:sp>
      <p:grpSp>
        <p:nvGrpSpPr>
          <p:cNvPr id="7" name="object 7"/>
          <p:cNvGrpSpPr/>
          <p:nvPr/>
        </p:nvGrpSpPr>
        <p:grpSpPr>
          <a:xfrm>
            <a:off x="1468183" y="4199382"/>
            <a:ext cx="520700" cy="288925"/>
            <a:chOff x="1468183" y="4199382"/>
            <a:chExt cx="520700" cy="288925"/>
          </a:xfrm>
        </p:grpSpPr>
        <p:sp>
          <p:nvSpPr>
            <p:cNvPr id="8" name="object 8"/>
            <p:cNvSpPr/>
            <p:nvPr/>
          </p:nvSpPr>
          <p:spPr>
            <a:xfrm>
              <a:off x="1468170" y="4199381"/>
              <a:ext cx="299720" cy="288925"/>
            </a:xfrm>
            <a:custGeom>
              <a:avLst/>
              <a:gdLst/>
              <a:ahLst/>
              <a:cxnLst/>
              <a:rect l="l" t="t" r="r" b="b"/>
              <a:pathLst>
                <a:path w="299719" h="288925">
                  <a:moveTo>
                    <a:pt x="62585" y="93154"/>
                  </a:moveTo>
                  <a:lnTo>
                    <a:pt x="4572" y="93154"/>
                  </a:lnTo>
                  <a:lnTo>
                    <a:pt x="4572" y="283845"/>
                  </a:lnTo>
                  <a:lnTo>
                    <a:pt x="62585" y="283845"/>
                  </a:lnTo>
                  <a:lnTo>
                    <a:pt x="62585" y="93154"/>
                  </a:lnTo>
                  <a:close/>
                </a:path>
                <a:path w="299719" h="288925">
                  <a:moveTo>
                    <a:pt x="68681" y="24485"/>
                  </a:moveTo>
                  <a:lnTo>
                    <a:pt x="33629" y="1524"/>
                  </a:lnTo>
                  <a:lnTo>
                    <a:pt x="26758" y="2108"/>
                  </a:lnTo>
                  <a:lnTo>
                    <a:pt x="0" y="24485"/>
                  </a:lnTo>
                  <a:lnTo>
                    <a:pt x="0" y="42773"/>
                  </a:lnTo>
                  <a:lnTo>
                    <a:pt x="33629" y="65633"/>
                  </a:lnTo>
                  <a:lnTo>
                    <a:pt x="41325" y="65062"/>
                  </a:lnTo>
                  <a:lnTo>
                    <a:pt x="68681" y="42773"/>
                  </a:lnTo>
                  <a:lnTo>
                    <a:pt x="68681" y="24485"/>
                  </a:lnTo>
                  <a:close/>
                </a:path>
                <a:path w="299719" h="288925">
                  <a:moveTo>
                    <a:pt x="299275" y="0"/>
                  </a:moveTo>
                  <a:lnTo>
                    <a:pt x="241274" y="0"/>
                  </a:lnTo>
                  <a:lnTo>
                    <a:pt x="241274" y="114490"/>
                  </a:lnTo>
                  <a:lnTo>
                    <a:pt x="241274" y="175552"/>
                  </a:lnTo>
                  <a:lnTo>
                    <a:pt x="235445" y="220662"/>
                  </a:lnTo>
                  <a:lnTo>
                    <a:pt x="201549" y="242697"/>
                  </a:lnTo>
                  <a:lnTo>
                    <a:pt x="192735" y="241846"/>
                  </a:lnTo>
                  <a:lnTo>
                    <a:pt x="164312" y="212750"/>
                  </a:lnTo>
                  <a:lnTo>
                    <a:pt x="161836" y="190792"/>
                  </a:lnTo>
                  <a:lnTo>
                    <a:pt x="162433" y="177914"/>
                  </a:lnTo>
                  <a:lnTo>
                    <a:pt x="178562" y="141185"/>
                  </a:lnTo>
                  <a:lnTo>
                    <a:pt x="193725" y="133616"/>
                  </a:lnTo>
                  <a:lnTo>
                    <a:pt x="194119" y="133616"/>
                  </a:lnTo>
                  <a:lnTo>
                    <a:pt x="203073" y="132778"/>
                  </a:lnTo>
                  <a:lnTo>
                    <a:pt x="238785" y="158584"/>
                  </a:lnTo>
                  <a:lnTo>
                    <a:pt x="241274" y="175552"/>
                  </a:lnTo>
                  <a:lnTo>
                    <a:pt x="241274" y="114490"/>
                  </a:lnTo>
                  <a:lnTo>
                    <a:pt x="239750" y="114490"/>
                  </a:lnTo>
                  <a:lnTo>
                    <a:pt x="235953" y="108191"/>
                  </a:lnTo>
                  <a:lnTo>
                    <a:pt x="231470" y="102870"/>
                  </a:lnTo>
                  <a:lnTo>
                    <a:pt x="189357" y="87058"/>
                  </a:lnTo>
                  <a:lnTo>
                    <a:pt x="170738" y="89014"/>
                  </a:lnTo>
                  <a:lnTo>
                    <a:pt x="125158" y="116014"/>
                  </a:lnTo>
                  <a:lnTo>
                    <a:pt x="103733" y="169684"/>
                  </a:lnTo>
                  <a:lnTo>
                    <a:pt x="102298" y="192316"/>
                  </a:lnTo>
                  <a:lnTo>
                    <a:pt x="103492" y="213829"/>
                  </a:lnTo>
                  <a:lnTo>
                    <a:pt x="123634" y="262509"/>
                  </a:lnTo>
                  <a:lnTo>
                    <a:pt x="164236" y="286816"/>
                  </a:lnTo>
                  <a:lnTo>
                    <a:pt x="181648" y="288518"/>
                  </a:lnTo>
                  <a:lnTo>
                    <a:pt x="190804" y="287947"/>
                  </a:lnTo>
                  <a:lnTo>
                    <a:pt x="228612" y="270129"/>
                  </a:lnTo>
                  <a:lnTo>
                    <a:pt x="239750" y="256413"/>
                  </a:lnTo>
                  <a:lnTo>
                    <a:pt x="241274" y="256413"/>
                  </a:lnTo>
                  <a:lnTo>
                    <a:pt x="241274" y="283845"/>
                  </a:lnTo>
                  <a:lnTo>
                    <a:pt x="299275" y="283845"/>
                  </a:lnTo>
                  <a:lnTo>
                    <a:pt x="299275" y="256413"/>
                  </a:lnTo>
                  <a:lnTo>
                    <a:pt x="299275" y="242697"/>
                  </a:lnTo>
                  <a:lnTo>
                    <a:pt x="299275" y="132778"/>
                  </a:lnTo>
                  <a:lnTo>
                    <a:pt x="299275" y="114490"/>
                  </a:lnTo>
                  <a:lnTo>
                    <a:pt x="299275" y="0"/>
                  </a:lnTo>
                  <a:close/>
                </a:path>
              </a:pathLst>
            </a:custGeom>
            <a:solidFill>
              <a:srgbClr val="232323"/>
            </a:solidFill>
          </p:spPr>
          <p:txBody>
            <a:bodyPr wrap="square" lIns="0" tIns="0" rIns="0" bIns="0" rtlCol="0"/>
            <a:lstStyle/>
            <a:p>
              <a:endParaRPr/>
            </a:p>
          </p:txBody>
        </p:sp>
        <p:pic>
          <p:nvPicPr>
            <p:cNvPr id="9" name="object 9"/>
            <p:cNvPicPr/>
            <p:nvPr/>
          </p:nvPicPr>
          <p:blipFill>
            <a:blip r:embed="rId7" cstate="print"/>
            <a:stretch>
              <a:fillRect/>
            </a:stretch>
          </p:blipFill>
          <p:spPr>
            <a:xfrm>
              <a:off x="1805559" y="4286440"/>
              <a:ext cx="183261" cy="201453"/>
            </a:xfrm>
            <a:prstGeom prst="rect">
              <a:avLst/>
            </a:prstGeom>
          </p:spPr>
        </p:pic>
      </p:grpSp>
      <p:grpSp>
        <p:nvGrpSpPr>
          <p:cNvPr id="10" name="object 10"/>
          <p:cNvGrpSpPr/>
          <p:nvPr/>
        </p:nvGrpSpPr>
        <p:grpSpPr>
          <a:xfrm>
            <a:off x="2135409" y="4199382"/>
            <a:ext cx="856615" cy="288925"/>
            <a:chOff x="2135409" y="4199382"/>
            <a:chExt cx="856615" cy="288925"/>
          </a:xfrm>
        </p:grpSpPr>
        <p:sp>
          <p:nvSpPr>
            <p:cNvPr id="11" name="object 11"/>
            <p:cNvSpPr/>
            <p:nvPr/>
          </p:nvSpPr>
          <p:spPr>
            <a:xfrm>
              <a:off x="2135409" y="4214717"/>
              <a:ext cx="236854" cy="268605"/>
            </a:xfrm>
            <a:custGeom>
              <a:avLst/>
              <a:gdLst/>
              <a:ahLst/>
              <a:cxnLst/>
              <a:rect l="l" t="t" r="r" b="b"/>
              <a:pathLst>
                <a:path w="236855" h="268604">
                  <a:moveTo>
                    <a:pt x="94678" y="268509"/>
                  </a:moveTo>
                  <a:lnTo>
                    <a:pt x="0" y="268509"/>
                  </a:lnTo>
                  <a:lnTo>
                    <a:pt x="0" y="0"/>
                  </a:lnTo>
                  <a:lnTo>
                    <a:pt x="94678" y="0"/>
                  </a:lnTo>
                  <a:lnTo>
                    <a:pt x="127865" y="2238"/>
                  </a:lnTo>
                  <a:lnTo>
                    <a:pt x="156650" y="8763"/>
                  </a:lnTo>
                  <a:lnTo>
                    <a:pt x="181166" y="19288"/>
                  </a:lnTo>
                  <a:lnTo>
                    <a:pt x="201549" y="33528"/>
                  </a:lnTo>
                  <a:lnTo>
                    <a:pt x="215598" y="50292"/>
                  </a:lnTo>
                  <a:lnTo>
                    <a:pt x="59531" y="50292"/>
                  </a:lnTo>
                  <a:lnTo>
                    <a:pt x="59531" y="219741"/>
                  </a:lnTo>
                  <a:lnTo>
                    <a:pt x="207509" y="219741"/>
                  </a:lnTo>
                  <a:lnTo>
                    <a:pt x="198501" y="230409"/>
                  </a:lnTo>
                  <a:lnTo>
                    <a:pt x="177309" y="246649"/>
                  </a:lnTo>
                  <a:lnTo>
                    <a:pt x="152840" y="258603"/>
                  </a:lnTo>
                  <a:lnTo>
                    <a:pt x="125246" y="265985"/>
                  </a:lnTo>
                  <a:lnTo>
                    <a:pt x="94678" y="268509"/>
                  </a:lnTo>
                  <a:close/>
                </a:path>
                <a:path w="236855" h="268604">
                  <a:moveTo>
                    <a:pt x="207509" y="219741"/>
                  </a:moveTo>
                  <a:lnTo>
                    <a:pt x="90011" y="219741"/>
                  </a:lnTo>
                  <a:lnTo>
                    <a:pt x="108379" y="218073"/>
                  </a:lnTo>
                  <a:lnTo>
                    <a:pt x="124587" y="213252"/>
                  </a:lnTo>
                  <a:lnTo>
                    <a:pt x="161163" y="182689"/>
                  </a:lnTo>
                  <a:lnTo>
                    <a:pt x="174021" y="131254"/>
                  </a:lnTo>
                  <a:lnTo>
                    <a:pt x="172593" y="113554"/>
                  </a:lnTo>
                  <a:lnTo>
                    <a:pt x="151161" y="71723"/>
                  </a:lnTo>
                  <a:lnTo>
                    <a:pt x="107736" y="51484"/>
                  </a:lnTo>
                  <a:lnTo>
                    <a:pt x="88487" y="50292"/>
                  </a:lnTo>
                  <a:lnTo>
                    <a:pt x="215598" y="50292"/>
                  </a:lnTo>
                  <a:lnTo>
                    <a:pt x="234338" y="100299"/>
                  </a:lnTo>
                  <a:lnTo>
                    <a:pt x="236601" y="131254"/>
                  </a:lnTo>
                  <a:lnTo>
                    <a:pt x="234291" y="160677"/>
                  </a:lnTo>
                  <a:lnTo>
                    <a:pt x="227266" y="187118"/>
                  </a:lnTo>
                  <a:lnTo>
                    <a:pt x="215384" y="210416"/>
                  </a:lnTo>
                  <a:lnTo>
                    <a:pt x="207509" y="219741"/>
                  </a:lnTo>
                  <a:close/>
                </a:path>
              </a:pathLst>
            </a:custGeom>
            <a:solidFill>
              <a:srgbClr val="232323"/>
            </a:solidFill>
          </p:spPr>
          <p:txBody>
            <a:bodyPr wrap="square" lIns="0" tIns="0" rIns="0" bIns="0" rtlCol="0"/>
            <a:lstStyle/>
            <a:p>
              <a:endParaRPr/>
            </a:p>
          </p:txBody>
        </p:sp>
        <p:pic>
          <p:nvPicPr>
            <p:cNvPr id="12" name="object 12"/>
            <p:cNvPicPr/>
            <p:nvPr/>
          </p:nvPicPr>
          <p:blipFill>
            <a:blip r:embed="rId8" cstate="print"/>
            <a:stretch>
              <a:fillRect/>
            </a:stretch>
          </p:blipFill>
          <p:spPr>
            <a:xfrm>
              <a:off x="2399537" y="4286440"/>
              <a:ext cx="183165" cy="201453"/>
            </a:xfrm>
            <a:prstGeom prst="rect">
              <a:avLst/>
            </a:prstGeom>
          </p:spPr>
        </p:pic>
        <p:pic>
          <p:nvPicPr>
            <p:cNvPr id="13" name="object 13"/>
            <p:cNvPicPr/>
            <p:nvPr/>
          </p:nvPicPr>
          <p:blipFill>
            <a:blip r:embed="rId9" cstate="print"/>
            <a:stretch>
              <a:fillRect/>
            </a:stretch>
          </p:blipFill>
          <p:spPr>
            <a:xfrm>
              <a:off x="2605658" y="4286440"/>
              <a:ext cx="164877" cy="201453"/>
            </a:xfrm>
            <a:prstGeom prst="rect">
              <a:avLst/>
            </a:prstGeom>
          </p:spPr>
        </p:pic>
        <p:sp>
          <p:nvSpPr>
            <p:cNvPr id="14" name="object 14"/>
            <p:cNvSpPr/>
            <p:nvPr/>
          </p:nvSpPr>
          <p:spPr>
            <a:xfrm>
              <a:off x="2801016" y="4199382"/>
              <a:ext cx="191135" cy="283845"/>
            </a:xfrm>
            <a:custGeom>
              <a:avLst/>
              <a:gdLst/>
              <a:ahLst/>
              <a:cxnLst/>
              <a:rect l="l" t="t" r="r" b="b"/>
              <a:pathLst>
                <a:path w="191135" h="283845">
                  <a:moveTo>
                    <a:pt x="190881" y="283844"/>
                  </a:moveTo>
                  <a:lnTo>
                    <a:pt x="120681" y="283844"/>
                  </a:lnTo>
                  <a:lnTo>
                    <a:pt x="59626" y="187737"/>
                  </a:lnTo>
                  <a:lnTo>
                    <a:pt x="58102" y="187737"/>
                  </a:lnTo>
                  <a:lnTo>
                    <a:pt x="58102" y="283844"/>
                  </a:lnTo>
                  <a:lnTo>
                    <a:pt x="0" y="283844"/>
                  </a:lnTo>
                  <a:lnTo>
                    <a:pt x="0" y="0"/>
                  </a:lnTo>
                  <a:lnTo>
                    <a:pt x="58102" y="0"/>
                  </a:lnTo>
                  <a:lnTo>
                    <a:pt x="58102" y="180117"/>
                  </a:lnTo>
                  <a:lnTo>
                    <a:pt x="59626" y="180117"/>
                  </a:lnTo>
                  <a:lnTo>
                    <a:pt x="116109" y="93154"/>
                  </a:lnTo>
                  <a:lnTo>
                    <a:pt x="186309" y="93154"/>
                  </a:lnTo>
                  <a:lnTo>
                    <a:pt x="117633" y="181641"/>
                  </a:lnTo>
                  <a:lnTo>
                    <a:pt x="190881" y="283844"/>
                  </a:lnTo>
                  <a:close/>
                </a:path>
              </a:pathLst>
            </a:custGeom>
            <a:solidFill>
              <a:srgbClr val="232323"/>
            </a:solidFill>
          </p:spPr>
          <p:txBody>
            <a:bodyPr wrap="square" lIns="0" tIns="0" rIns="0" bIns="0" rtlCol="0"/>
            <a:lstStyle/>
            <a:p>
              <a:endParaRPr/>
            </a:p>
          </p:txBody>
        </p:sp>
      </p:grpSp>
      <p:sp>
        <p:nvSpPr>
          <p:cNvPr id="15" name="object 15"/>
          <p:cNvSpPr/>
          <p:nvPr/>
        </p:nvSpPr>
        <p:spPr>
          <a:xfrm>
            <a:off x="5853112" y="4214717"/>
            <a:ext cx="59690" cy="268605"/>
          </a:xfrm>
          <a:custGeom>
            <a:avLst/>
            <a:gdLst/>
            <a:ahLst/>
            <a:cxnLst/>
            <a:rect l="l" t="t" r="r" b="b"/>
            <a:pathLst>
              <a:path w="59689" h="268604">
                <a:moveTo>
                  <a:pt x="59531" y="268509"/>
                </a:moveTo>
                <a:lnTo>
                  <a:pt x="0" y="268509"/>
                </a:lnTo>
                <a:lnTo>
                  <a:pt x="0" y="0"/>
                </a:lnTo>
                <a:lnTo>
                  <a:pt x="59531" y="0"/>
                </a:lnTo>
                <a:lnTo>
                  <a:pt x="59531" y="268509"/>
                </a:lnTo>
                <a:close/>
              </a:path>
            </a:pathLst>
          </a:custGeom>
          <a:solidFill>
            <a:srgbClr val="232323"/>
          </a:solidFill>
        </p:spPr>
        <p:txBody>
          <a:bodyPr wrap="square" lIns="0" tIns="0" rIns="0" bIns="0" rtlCol="0"/>
          <a:lstStyle/>
          <a:p>
            <a:endParaRPr/>
          </a:p>
        </p:txBody>
      </p:sp>
      <p:sp>
        <p:nvSpPr>
          <p:cNvPr id="16" name="object 16"/>
          <p:cNvSpPr/>
          <p:nvPr/>
        </p:nvSpPr>
        <p:spPr>
          <a:xfrm>
            <a:off x="5973686" y="4214723"/>
            <a:ext cx="549910" cy="268605"/>
          </a:xfrm>
          <a:custGeom>
            <a:avLst/>
            <a:gdLst/>
            <a:ahLst/>
            <a:cxnLst/>
            <a:rect l="l" t="t" r="r" b="b"/>
            <a:pathLst>
              <a:path w="549909" h="268604">
                <a:moveTo>
                  <a:pt x="201549" y="187642"/>
                </a:moveTo>
                <a:lnTo>
                  <a:pt x="200456" y="176491"/>
                </a:lnTo>
                <a:lnTo>
                  <a:pt x="197358" y="165925"/>
                </a:lnTo>
                <a:lnTo>
                  <a:pt x="192519" y="155917"/>
                </a:lnTo>
                <a:lnTo>
                  <a:pt x="192328" y="155638"/>
                </a:lnTo>
                <a:lnTo>
                  <a:pt x="186220" y="146494"/>
                </a:lnTo>
                <a:lnTo>
                  <a:pt x="177647" y="139103"/>
                </a:lnTo>
                <a:lnTo>
                  <a:pt x="167932" y="133108"/>
                </a:lnTo>
                <a:lnTo>
                  <a:pt x="157073" y="128841"/>
                </a:lnTo>
                <a:lnTo>
                  <a:pt x="145072" y="126580"/>
                </a:lnTo>
                <a:lnTo>
                  <a:pt x="145072" y="125056"/>
                </a:lnTo>
                <a:lnTo>
                  <a:pt x="154787" y="121297"/>
                </a:lnTo>
                <a:lnTo>
                  <a:pt x="163360" y="116674"/>
                </a:lnTo>
                <a:lnTo>
                  <a:pt x="170789" y="110921"/>
                </a:lnTo>
                <a:lnTo>
                  <a:pt x="171742" y="109816"/>
                </a:lnTo>
                <a:lnTo>
                  <a:pt x="177076" y="103720"/>
                </a:lnTo>
                <a:lnTo>
                  <a:pt x="183095" y="94564"/>
                </a:lnTo>
                <a:lnTo>
                  <a:pt x="187413" y="85242"/>
                </a:lnTo>
                <a:lnTo>
                  <a:pt x="190017" y="75653"/>
                </a:lnTo>
                <a:lnTo>
                  <a:pt x="190881" y="65620"/>
                </a:lnTo>
                <a:lnTo>
                  <a:pt x="189420" y="50685"/>
                </a:lnTo>
                <a:lnTo>
                  <a:pt x="187667" y="45720"/>
                </a:lnTo>
                <a:lnTo>
                  <a:pt x="184937" y="37922"/>
                </a:lnTo>
                <a:lnTo>
                  <a:pt x="153530" y="10287"/>
                </a:lnTo>
                <a:lnTo>
                  <a:pt x="137452" y="4521"/>
                </a:lnTo>
                <a:lnTo>
                  <a:pt x="137452" y="187642"/>
                </a:lnTo>
                <a:lnTo>
                  <a:pt x="136817" y="195351"/>
                </a:lnTo>
                <a:lnTo>
                  <a:pt x="102870" y="222211"/>
                </a:lnTo>
                <a:lnTo>
                  <a:pt x="93154" y="222783"/>
                </a:lnTo>
                <a:lnTo>
                  <a:pt x="61061" y="222783"/>
                </a:lnTo>
                <a:lnTo>
                  <a:pt x="61061" y="155638"/>
                </a:lnTo>
                <a:lnTo>
                  <a:pt x="93154" y="155638"/>
                </a:lnTo>
                <a:lnTo>
                  <a:pt x="101688" y="155917"/>
                </a:lnTo>
                <a:lnTo>
                  <a:pt x="102755" y="155917"/>
                </a:lnTo>
                <a:lnTo>
                  <a:pt x="136842" y="180187"/>
                </a:lnTo>
                <a:lnTo>
                  <a:pt x="137452" y="187642"/>
                </a:lnTo>
                <a:lnTo>
                  <a:pt x="137452" y="4521"/>
                </a:lnTo>
                <a:lnTo>
                  <a:pt x="126682" y="2527"/>
                </a:lnTo>
                <a:lnTo>
                  <a:pt x="126682" y="65620"/>
                </a:lnTo>
                <a:lnTo>
                  <a:pt x="126682" y="76288"/>
                </a:lnTo>
                <a:lnTo>
                  <a:pt x="103822" y="107530"/>
                </a:lnTo>
                <a:lnTo>
                  <a:pt x="87058" y="109816"/>
                </a:lnTo>
                <a:lnTo>
                  <a:pt x="61061" y="109816"/>
                </a:lnTo>
                <a:lnTo>
                  <a:pt x="61061" y="45720"/>
                </a:lnTo>
                <a:lnTo>
                  <a:pt x="82397" y="45720"/>
                </a:lnTo>
                <a:lnTo>
                  <a:pt x="123634" y="57912"/>
                </a:lnTo>
                <a:lnTo>
                  <a:pt x="126682" y="65620"/>
                </a:lnTo>
                <a:lnTo>
                  <a:pt x="126682" y="2527"/>
                </a:lnTo>
                <a:lnTo>
                  <a:pt x="119176" y="1143"/>
                </a:lnTo>
                <a:lnTo>
                  <a:pt x="97726" y="0"/>
                </a:lnTo>
                <a:lnTo>
                  <a:pt x="0" y="0"/>
                </a:lnTo>
                <a:lnTo>
                  <a:pt x="0" y="268503"/>
                </a:lnTo>
                <a:lnTo>
                  <a:pt x="103822" y="268503"/>
                </a:lnTo>
                <a:lnTo>
                  <a:pt x="143687" y="262788"/>
                </a:lnTo>
                <a:lnTo>
                  <a:pt x="186728" y="234238"/>
                </a:lnTo>
                <a:lnTo>
                  <a:pt x="193611" y="222783"/>
                </a:lnTo>
                <a:lnTo>
                  <a:pt x="194881" y="220687"/>
                </a:lnTo>
                <a:lnTo>
                  <a:pt x="194932" y="220497"/>
                </a:lnTo>
                <a:lnTo>
                  <a:pt x="199859" y="205105"/>
                </a:lnTo>
                <a:lnTo>
                  <a:pt x="201549" y="187642"/>
                </a:lnTo>
                <a:close/>
              </a:path>
              <a:path w="549909" h="268604">
                <a:moveTo>
                  <a:pt x="549592" y="0"/>
                </a:moveTo>
                <a:lnTo>
                  <a:pt x="464159" y="0"/>
                </a:lnTo>
                <a:lnTo>
                  <a:pt x="407670" y="163258"/>
                </a:lnTo>
                <a:lnTo>
                  <a:pt x="406146" y="169354"/>
                </a:lnTo>
                <a:lnTo>
                  <a:pt x="403098" y="175450"/>
                </a:lnTo>
                <a:lnTo>
                  <a:pt x="398437" y="193738"/>
                </a:lnTo>
                <a:lnTo>
                  <a:pt x="396913" y="193738"/>
                </a:lnTo>
                <a:lnTo>
                  <a:pt x="395389" y="187642"/>
                </a:lnTo>
                <a:lnTo>
                  <a:pt x="395389" y="183070"/>
                </a:lnTo>
                <a:lnTo>
                  <a:pt x="390817" y="164782"/>
                </a:lnTo>
                <a:lnTo>
                  <a:pt x="387769" y="158686"/>
                </a:lnTo>
                <a:lnTo>
                  <a:pt x="332803" y="0"/>
                </a:lnTo>
                <a:lnTo>
                  <a:pt x="245846" y="0"/>
                </a:lnTo>
                <a:lnTo>
                  <a:pt x="245846" y="268503"/>
                </a:lnTo>
                <a:lnTo>
                  <a:pt x="299275" y="268503"/>
                </a:lnTo>
                <a:lnTo>
                  <a:pt x="299275" y="88480"/>
                </a:lnTo>
                <a:lnTo>
                  <a:pt x="298373" y="79324"/>
                </a:lnTo>
                <a:lnTo>
                  <a:pt x="297141" y="60375"/>
                </a:lnTo>
                <a:lnTo>
                  <a:pt x="296227" y="50292"/>
                </a:lnTo>
                <a:lnTo>
                  <a:pt x="299275" y="50292"/>
                </a:lnTo>
                <a:lnTo>
                  <a:pt x="300799" y="61048"/>
                </a:lnTo>
                <a:lnTo>
                  <a:pt x="302323" y="68668"/>
                </a:lnTo>
                <a:lnTo>
                  <a:pt x="305371" y="80860"/>
                </a:lnTo>
                <a:lnTo>
                  <a:pt x="306895" y="85432"/>
                </a:lnTo>
                <a:lnTo>
                  <a:pt x="306895" y="88480"/>
                </a:lnTo>
                <a:lnTo>
                  <a:pt x="371005" y="268503"/>
                </a:lnTo>
                <a:lnTo>
                  <a:pt x="419862" y="268503"/>
                </a:lnTo>
                <a:lnTo>
                  <a:pt x="482447" y="85432"/>
                </a:lnTo>
                <a:lnTo>
                  <a:pt x="483971" y="82384"/>
                </a:lnTo>
                <a:lnTo>
                  <a:pt x="485495" y="77812"/>
                </a:lnTo>
                <a:lnTo>
                  <a:pt x="490067" y="59436"/>
                </a:lnTo>
                <a:lnTo>
                  <a:pt x="491591" y="50292"/>
                </a:lnTo>
                <a:lnTo>
                  <a:pt x="493115" y="50292"/>
                </a:lnTo>
                <a:lnTo>
                  <a:pt x="492213" y="58318"/>
                </a:lnTo>
                <a:lnTo>
                  <a:pt x="490969" y="73748"/>
                </a:lnTo>
                <a:lnTo>
                  <a:pt x="490067" y="80860"/>
                </a:lnTo>
                <a:lnTo>
                  <a:pt x="490067" y="268503"/>
                </a:lnTo>
                <a:lnTo>
                  <a:pt x="549592" y="268503"/>
                </a:lnTo>
                <a:lnTo>
                  <a:pt x="549592" y="0"/>
                </a:lnTo>
                <a:close/>
              </a:path>
            </a:pathLst>
          </a:custGeom>
          <a:solidFill>
            <a:srgbClr val="232323"/>
          </a:solidFill>
        </p:spPr>
        <p:txBody>
          <a:bodyPr wrap="square" lIns="0" tIns="0" rIns="0" bIns="0" rtlCol="0"/>
          <a:lstStyle/>
          <a:p>
            <a:endParaRPr/>
          </a:p>
        </p:txBody>
      </p:sp>
      <p:grpSp>
        <p:nvGrpSpPr>
          <p:cNvPr id="17" name="object 17"/>
          <p:cNvGrpSpPr/>
          <p:nvPr/>
        </p:nvGrpSpPr>
        <p:grpSpPr>
          <a:xfrm>
            <a:off x="1139952" y="4669440"/>
            <a:ext cx="444500" cy="276225"/>
            <a:chOff x="1139952" y="4669440"/>
            <a:chExt cx="444500" cy="276225"/>
          </a:xfrm>
        </p:grpSpPr>
        <p:sp>
          <p:nvSpPr>
            <p:cNvPr id="18" name="object 18"/>
            <p:cNvSpPr/>
            <p:nvPr/>
          </p:nvSpPr>
          <p:spPr>
            <a:xfrm>
              <a:off x="1139952" y="4669440"/>
              <a:ext cx="217170" cy="276225"/>
            </a:xfrm>
            <a:custGeom>
              <a:avLst/>
              <a:gdLst/>
              <a:ahLst/>
              <a:cxnLst/>
              <a:rect l="l" t="t" r="r" b="b"/>
              <a:pathLst>
                <a:path w="217169" h="276225">
                  <a:moveTo>
                    <a:pt x="132778" y="276225"/>
                  </a:moveTo>
                  <a:lnTo>
                    <a:pt x="77628" y="267271"/>
                  </a:lnTo>
                  <a:lnTo>
                    <a:pt x="35052" y="241173"/>
                  </a:lnTo>
                  <a:lnTo>
                    <a:pt x="8382" y="198215"/>
                  </a:lnTo>
                  <a:lnTo>
                    <a:pt x="0" y="140398"/>
                  </a:lnTo>
                  <a:lnTo>
                    <a:pt x="2309" y="111594"/>
                  </a:lnTo>
                  <a:lnTo>
                    <a:pt x="21216" y="60808"/>
                  </a:lnTo>
                  <a:lnTo>
                    <a:pt x="59291" y="21900"/>
                  </a:lnTo>
                  <a:lnTo>
                    <a:pt x="111354" y="2335"/>
                  </a:lnTo>
                  <a:lnTo>
                    <a:pt x="141922" y="0"/>
                  </a:lnTo>
                  <a:lnTo>
                    <a:pt x="162198" y="190"/>
                  </a:lnTo>
                  <a:lnTo>
                    <a:pt x="206129" y="9024"/>
                  </a:lnTo>
                  <a:lnTo>
                    <a:pt x="215265" y="12192"/>
                  </a:lnTo>
                  <a:lnTo>
                    <a:pt x="196881" y="61055"/>
                  </a:lnTo>
                  <a:lnTo>
                    <a:pt x="190047" y="58150"/>
                  </a:lnTo>
                  <a:lnTo>
                    <a:pt x="183356" y="56102"/>
                  </a:lnTo>
                  <a:lnTo>
                    <a:pt x="170973" y="53435"/>
                  </a:lnTo>
                  <a:lnTo>
                    <a:pt x="157245" y="51339"/>
                  </a:lnTo>
                  <a:lnTo>
                    <a:pt x="150359" y="50649"/>
                  </a:lnTo>
                  <a:lnTo>
                    <a:pt x="143446" y="50387"/>
                  </a:lnTo>
                  <a:lnTo>
                    <a:pt x="127776" y="51839"/>
                  </a:lnTo>
                  <a:lnTo>
                    <a:pt x="86963" y="74771"/>
                  </a:lnTo>
                  <a:lnTo>
                    <a:pt x="64031" y="117499"/>
                  </a:lnTo>
                  <a:lnTo>
                    <a:pt x="62579" y="135826"/>
                  </a:lnTo>
                  <a:lnTo>
                    <a:pt x="63984" y="155312"/>
                  </a:lnTo>
                  <a:lnTo>
                    <a:pt x="83915" y="199929"/>
                  </a:lnTo>
                  <a:lnTo>
                    <a:pt x="123228" y="221361"/>
                  </a:lnTo>
                  <a:lnTo>
                    <a:pt x="140398" y="222789"/>
                  </a:lnTo>
                  <a:lnTo>
                    <a:pt x="148113" y="222789"/>
                  </a:lnTo>
                  <a:lnTo>
                    <a:pt x="155733" y="221265"/>
                  </a:lnTo>
                  <a:lnTo>
                    <a:pt x="164877" y="219741"/>
                  </a:lnTo>
                  <a:lnTo>
                    <a:pt x="172640" y="218074"/>
                  </a:lnTo>
                  <a:lnTo>
                    <a:pt x="180117" y="215550"/>
                  </a:lnTo>
                  <a:lnTo>
                    <a:pt x="195357" y="209073"/>
                  </a:lnTo>
                  <a:lnTo>
                    <a:pt x="216789" y="257937"/>
                  </a:lnTo>
                  <a:lnTo>
                    <a:pt x="175545" y="271653"/>
                  </a:lnTo>
                  <a:lnTo>
                    <a:pt x="144215" y="275939"/>
                  </a:lnTo>
                  <a:lnTo>
                    <a:pt x="132778" y="276225"/>
                  </a:lnTo>
                  <a:close/>
                </a:path>
              </a:pathLst>
            </a:custGeom>
            <a:solidFill>
              <a:srgbClr val="232323"/>
            </a:solidFill>
          </p:spPr>
          <p:txBody>
            <a:bodyPr wrap="square" lIns="0" tIns="0" rIns="0" bIns="0" rtlCol="0"/>
            <a:lstStyle/>
            <a:p>
              <a:endParaRPr/>
            </a:p>
          </p:txBody>
        </p:sp>
        <p:pic>
          <p:nvPicPr>
            <p:cNvPr id="19" name="object 19"/>
            <p:cNvPicPr/>
            <p:nvPr/>
          </p:nvPicPr>
          <p:blipFill>
            <a:blip r:embed="rId10" cstate="print"/>
            <a:stretch>
              <a:fillRect/>
            </a:stretch>
          </p:blipFill>
          <p:spPr>
            <a:xfrm>
              <a:off x="1376552" y="4744211"/>
              <a:ext cx="207645" cy="201453"/>
            </a:xfrm>
            <a:prstGeom prst="rect">
              <a:avLst/>
            </a:prstGeom>
          </p:spPr>
        </p:pic>
      </p:grpSp>
      <p:pic>
        <p:nvPicPr>
          <p:cNvPr id="20" name="object 20"/>
          <p:cNvPicPr/>
          <p:nvPr/>
        </p:nvPicPr>
        <p:blipFill>
          <a:blip r:embed="rId11" cstate="print"/>
          <a:stretch>
            <a:fillRect/>
          </a:stretch>
        </p:blipFill>
        <p:spPr>
          <a:xfrm>
            <a:off x="3103340" y="4196334"/>
            <a:ext cx="2613850" cy="838962"/>
          </a:xfrm>
          <a:prstGeom prst="rect">
            <a:avLst/>
          </a:prstGeom>
        </p:spPr>
      </p:pic>
      <p:sp>
        <p:nvSpPr>
          <p:cNvPr id="21" name="object 21"/>
          <p:cNvSpPr/>
          <p:nvPr/>
        </p:nvSpPr>
        <p:spPr>
          <a:xfrm>
            <a:off x="1622387" y="4744211"/>
            <a:ext cx="418465" cy="285750"/>
          </a:xfrm>
          <a:custGeom>
            <a:avLst/>
            <a:gdLst/>
            <a:ahLst/>
            <a:cxnLst/>
            <a:rect l="l" t="t" r="r" b="b"/>
            <a:pathLst>
              <a:path w="418464" h="285750">
                <a:moveTo>
                  <a:pt x="198501" y="94678"/>
                </a:moveTo>
                <a:lnTo>
                  <a:pt x="197091" y="74053"/>
                </a:lnTo>
                <a:lnTo>
                  <a:pt x="192963" y="55740"/>
                </a:lnTo>
                <a:lnTo>
                  <a:pt x="188798" y="45821"/>
                </a:lnTo>
                <a:lnTo>
                  <a:pt x="186245" y="39725"/>
                </a:lnTo>
                <a:lnTo>
                  <a:pt x="182168" y="33629"/>
                </a:lnTo>
                <a:lnTo>
                  <a:pt x="177076" y="26009"/>
                </a:lnTo>
                <a:lnTo>
                  <a:pt x="165900" y="14833"/>
                </a:lnTo>
                <a:lnTo>
                  <a:pt x="152869" y="6680"/>
                </a:lnTo>
                <a:lnTo>
                  <a:pt x="137807" y="1701"/>
                </a:lnTo>
                <a:lnTo>
                  <a:pt x="137452" y="1676"/>
                </a:lnTo>
                <a:lnTo>
                  <a:pt x="137452" y="96202"/>
                </a:lnTo>
                <a:lnTo>
                  <a:pt x="136855" y="109334"/>
                </a:lnTo>
                <a:lnTo>
                  <a:pt x="120396" y="147281"/>
                </a:lnTo>
                <a:lnTo>
                  <a:pt x="94678" y="155638"/>
                </a:lnTo>
                <a:lnTo>
                  <a:pt x="86512" y="154762"/>
                </a:lnTo>
                <a:lnTo>
                  <a:pt x="86804" y="154762"/>
                </a:lnTo>
                <a:lnTo>
                  <a:pt x="79768" y="152400"/>
                </a:lnTo>
                <a:lnTo>
                  <a:pt x="58585" y="120307"/>
                </a:lnTo>
                <a:lnTo>
                  <a:pt x="58013" y="111442"/>
                </a:lnTo>
                <a:lnTo>
                  <a:pt x="58089" y="94678"/>
                </a:lnTo>
                <a:lnTo>
                  <a:pt x="74714" y="53530"/>
                </a:lnTo>
                <a:lnTo>
                  <a:pt x="89192" y="46659"/>
                </a:lnTo>
                <a:lnTo>
                  <a:pt x="89357" y="46659"/>
                </a:lnTo>
                <a:lnTo>
                  <a:pt x="97726" y="45821"/>
                </a:lnTo>
                <a:lnTo>
                  <a:pt x="132257" y="65468"/>
                </a:lnTo>
                <a:lnTo>
                  <a:pt x="137452" y="96202"/>
                </a:lnTo>
                <a:lnTo>
                  <a:pt x="137452" y="1676"/>
                </a:lnTo>
                <a:lnTo>
                  <a:pt x="120586" y="0"/>
                </a:lnTo>
                <a:lnTo>
                  <a:pt x="110820" y="571"/>
                </a:lnTo>
                <a:lnTo>
                  <a:pt x="101917" y="2286"/>
                </a:lnTo>
                <a:lnTo>
                  <a:pt x="64655" y="26162"/>
                </a:lnTo>
                <a:lnTo>
                  <a:pt x="59537" y="33629"/>
                </a:lnTo>
                <a:lnTo>
                  <a:pt x="58013" y="33629"/>
                </a:lnTo>
                <a:lnTo>
                  <a:pt x="58013" y="6096"/>
                </a:lnTo>
                <a:lnTo>
                  <a:pt x="0" y="6096"/>
                </a:lnTo>
                <a:lnTo>
                  <a:pt x="0" y="283845"/>
                </a:lnTo>
                <a:lnTo>
                  <a:pt x="58013" y="283845"/>
                </a:lnTo>
                <a:lnTo>
                  <a:pt x="58013" y="174028"/>
                </a:lnTo>
                <a:lnTo>
                  <a:pt x="59537" y="174028"/>
                </a:lnTo>
                <a:lnTo>
                  <a:pt x="95046" y="199364"/>
                </a:lnTo>
                <a:lnTo>
                  <a:pt x="111442" y="201460"/>
                </a:lnTo>
                <a:lnTo>
                  <a:pt x="130048" y="199504"/>
                </a:lnTo>
                <a:lnTo>
                  <a:pt x="146773" y="193840"/>
                </a:lnTo>
                <a:lnTo>
                  <a:pt x="161467" y="184746"/>
                </a:lnTo>
                <a:lnTo>
                  <a:pt x="172453" y="174028"/>
                </a:lnTo>
                <a:lnTo>
                  <a:pt x="174028" y="172504"/>
                </a:lnTo>
                <a:lnTo>
                  <a:pt x="184315" y="156451"/>
                </a:lnTo>
                <a:lnTo>
                  <a:pt x="184658" y="155638"/>
                </a:lnTo>
                <a:lnTo>
                  <a:pt x="192011" y="138125"/>
                </a:lnTo>
                <a:lnTo>
                  <a:pt x="196837" y="117551"/>
                </a:lnTo>
                <a:lnTo>
                  <a:pt x="198501" y="94678"/>
                </a:lnTo>
                <a:close/>
              </a:path>
              <a:path w="418464" h="285750">
                <a:moveTo>
                  <a:pt x="418338" y="6108"/>
                </a:moveTo>
                <a:lnTo>
                  <a:pt x="358813" y="6108"/>
                </a:lnTo>
                <a:lnTo>
                  <a:pt x="323659" y="122123"/>
                </a:lnTo>
                <a:lnTo>
                  <a:pt x="319087" y="135839"/>
                </a:lnTo>
                <a:lnTo>
                  <a:pt x="319087" y="138887"/>
                </a:lnTo>
                <a:lnTo>
                  <a:pt x="317563" y="143459"/>
                </a:lnTo>
                <a:lnTo>
                  <a:pt x="317563" y="146507"/>
                </a:lnTo>
                <a:lnTo>
                  <a:pt x="316039" y="146507"/>
                </a:lnTo>
                <a:lnTo>
                  <a:pt x="316039" y="141935"/>
                </a:lnTo>
                <a:lnTo>
                  <a:pt x="314515" y="137363"/>
                </a:lnTo>
                <a:lnTo>
                  <a:pt x="314515" y="132791"/>
                </a:lnTo>
                <a:lnTo>
                  <a:pt x="312991" y="128219"/>
                </a:lnTo>
                <a:lnTo>
                  <a:pt x="312991" y="125171"/>
                </a:lnTo>
                <a:lnTo>
                  <a:pt x="311467" y="122123"/>
                </a:lnTo>
                <a:lnTo>
                  <a:pt x="276326" y="6108"/>
                </a:lnTo>
                <a:lnTo>
                  <a:pt x="210693" y="6108"/>
                </a:lnTo>
                <a:lnTo>
                  <a:pt x="288518" y="195364"/>
                </a:lnTo>
                <a:lnTo>
                  <a:pt x="276326" y="224320"/>
                </a:lnTo>
                <a:lnTo>
                  <a:pt x="273278" y="230505"/>
                </a:lnTo>
                <a:lnTo>
                  <a:pt x="270230" y="235089"/>
                </a:lnTo>
                <a:lnTo>
                  <a:pt x="265645" y="236613"/>
                </a:lnTo>
                <a:lnTo>
                  <a:pt x="261086" y="239661"/>
                </a:lnTo>
                <a:lnTo>
                  <a:pt x="256514" y="241185"/>
                </a:lnTo>
                <a:lnTo>
                  <a:pt x="238125" y="241185"/>
                </a:lnTo>
                <a:lnTo>
                  <a:pt x="232029" y="238137"/>
                </a:lnTo>
                <a:lnTo>
                  <a:pt x="222885" y="282333"/>
                </a:lnTo>
                <a:lnTo>
                  <a:pt x="227457" y="283857"/>
                </a:lnTo>
                <a:lnTo>
                  <a:pt x="233553" y="283857"/>
                </a:lnTo>
                <a:lnTo>
                  <a:pt x="238125" y="285381"/>
                </a:lnTo>
                <a:lnTo>
                  <a:pt x="256514" y="285381"/>
                </a:lnTo>
                <a:lnTo>
                  <a:pt x="269671" y="284518"/>
                </a:lnTo>
                <a:lnTo>
                  <a:pt x="312445" y="263969"/>
                </a:lnTo>
                <a:lnTo>
                  <a:pt x="332803" y="232029"/>
                </a:lnTo>
                <a:lnTo>
                  <a:pt x="418338" y="6108"/>
                </a:lnTo>
                <a:close/>
              </a:path>
            </a:pathLst>
          </a:custGeom>
          <a:solidFill>
            <a:srgbClr val="232323"/>
          </a:solidFill>
        </p:spPr>
        <p:txBody>
          <a:bodyPr wrap="square" lIns="0" tIns="0" rIns="0" bIns="0" rtlCol="0"/>
          <a:lstStyle/>
          <a:p>
            <a:endParaRPr/>
          </a:p>
        </p:txBody>
      </p:sp>
      <p:grpSp>
        <p:nvGrpSpPr>
          <p:cNvPr id="22" name="object 22"/>
          <p:cNvGrpSpPr/>
          <p:nvPr/>
        </p:nvGrpSpPr>
        <p:grpSpPr>
          <a:xfrm>
            <a:off x="2153697" y="4658772"/>
            <a:ext cx="1429385" cy="287020"/>
            <a:chOff x="2153697" y="4658772"/>
            <a:chExt cx="1429385" cy="287020"/>
          </a:xfrm>
        </p:grpSpPr>
        <p:sp>
          <p:nvSpPr>
            <p:cNvPr id="23" name="object 23"/>
            <p:cNvSpPr/>
            <p:nvPr/>
          </p:nvSpPr>
          <p:spPr>
            <a:xfrm>
              <a:off x="2153697" y="4669440"/>
              <a:ext cx="192405" cy="276225"/>
            </a:xfrm>
            <a:custGeom>
              <a:avLst/>
              <a:gdLst/>
              <a:ahLst/>
              <a:cxnLst/>
              <a:rect l="l" t="t" r="r" b="b"/>
              <a:pathLst>
                <a:path w="192405" h="276225">
                  <a:moveTo>
                    <a:pt x="88582" y="276224"/>
                  </a:moveTo>
                  <a:lnTo>
                    <a:pt x="42767" y="270128"/>
                  </a:lnTo>
                  <a:lnTo>
                    <a:pt x="0" y="253364"/>
                  </a:lnTo>
                  <a:lnTo>
                    <a:pt x="24479" y="206025"/>
                  </a:lnTo>
                  <a:lnTo>
                    <a:pt x="34242" y="211431"/>
                  </a:lnTo>
                  <a:lnTo>
                    <a:pt x="43148" y="216122"/>
                  </a:lnTo>
                  <a:lnTo>
                    <a:pt x="82114" y="227075"/>
                  </a:lnTo>
                  <a:lnTo>
                    <a:pt x="90106" y="227361"/>
                  </a:lnTo>
                  <a:lnTo>
                    <a:pt x="100679" y="226790"/>
                  </a:lnTo>
                  <a:lnTo>
                    <a:pt x="109537" y="225075"/>
                  </a:lnTo>
                  <a:lnTo>
                    <a:pt x="116681" y="222218"/>
                  </a:lnTo>
                  <a:lnTo>
                    <a:pt x="122110" y="218217"/>
                  </a:lnTo>
                  <a:lnTo>
                    <a:pt x="129825" y="213645"/>
                  </a:lnTo>
                  <a:lnTo>
                    <a:pt x="132873" y="206025"/>
                  </a:lnTo>
                  <a:lnTo>
                    <a:pt x="132873" y="186213"/>
                  </a:lnTo>
                  <a:lnTo>
                    <a:pt x="94678" y="161829"/>
                  </a:lnTo>
                  <a:lnTo>
                    <a:pt x="73454" y="156607"/>
                  </a:lnTo>
                  <a:lnTo>
                    <a:pt x="55542" y="150125"/>
                  </a:lnTo>
                  <a:lnTo>
                    <a:pt x="20114" y="122751"/>
                  </a:lnTo>
                  <a:lnTo>
                    <a:pt x="9144" y="80867"/>
                  </a:lnTo>
                  <a:lnTo>
                    <a:pt x="10836" y="64317"/>
                  </a:lnTo>
                  <a:lnTo>
                    <a:pt x="35147" y="22955"/>
                  </a:lnTo>
                  <a:lnTo>
                    <a:pt x="86662" y="1430"/>
                  </a:lnTo>
                  <a:lnTo>
                    <a:pt x="108394" y="0"/>
                  </a:lnTo>
                  <a:lnTo>
                    <a:pt x="118458" y="47"/>
                  </a:lnTo>
                  <a:lnTo>
                    <a:pt x="157235" y="5619"/>
                  </a:lnTo>
                  <a:lnTo>
                    <a:pt x="183261" y="16763"/>
                  </a:lnTo>
                  <a:lnTo>
                    <a:pt x="161829" y="64103"/>
                  </a:lnTo>
                  <a:lnTo>
                    <a:pt x="153876" y="60055"/>
                  </a:lnTo>
                  <a:lnTo>
                    <a:pt x="146208" y="56864"/>
                  </a:lnTo>
                  <a:lnTo>
                    <a:pt x="106870" y="48863"/>
                  </a:lnTo>
                  <a:lnTo>
                    <a:pt x="98274" y="49172"/>
                  </a:lnTo>
                  <a:lnTo>
                    <a:pt x="68675" y="67151"/>
                  </a:lnTo>
                  <a:lnTo>
                    <a:pt x="68675" y="83915"/>
                  </a:lnTo>
                  <a:lnTo>
                    <a:pt x="111442" y="105346"/>
                  </a:lnTo>
                  <a:lnTo>
                    <a:pt x="131547" y="111394"/>
                  </a:lnTo>
                  <a:lnTo>
                    <a:pt x="174021" y="135826"/>
                  </a:lnTo>
                  <a:lnTo>
                    <a:pt x="191260" y="173625"/>
                  </a:lnTo>
                  <a:lnTo>
                    <a:pt x="192405" y="190785"/>
                  </a:lnTo>
                  <a:lnTo>
                    <a:pt x="190927" y="208469"/>
                  </a:lnTo>
                  <a:lnTo>
                    <a:pt x="166401" y="251840"/>
                  </a:lnTo>
                  <a:lnTo>
                    <a:pt x="112314" y="274558"/>
                  </a:lnTo>
                  <a:lnTo>
                    <a:pt x="88582" y="276224"/>
                  </a:lnTo>
                  <a:close/>
                </a:path>
              </a:pathLst>
            </a:custGeom>
            <a:solidFill>
              <a:srgbClr val="232323"/>
            </a:solidFill>
          </p:spPr>
          <p:txBody>
            <a:bodyPr wrap="square" lIns="0" tIns="0" rIns="0" bIns="0" rtlCol="0"/>
            <a:lstStyle/>
            <a:p>
              <a:endParaRPr/>
            </a:p>
          </p:txBody>
        </p:sp>
        <p:pic>
          <p:nvPicPr>
            <p:cNvPr id="24" name="object 24"/>
            <p:cNvPicPr/>
            <p:nvPr/>
          </p:nvPicPr>
          <p:blipFill>
            <a:blip r:embed="rId12" cstate="print"/>
            <a:stretch>
              <a:fillRect/>
            </a:stretch>
          </p:blipFill>
          <p:spPr>
            <a:xfrm>
              <a:off x="2372010" y="4744212"/>
              <a:ext cx="183261" cy="201453"/>
            </a:xfrm>
            <a:prstGeom prst="rect">
              <a:avLst/>
            </a:prstGeom>
          </p:spPr>
        </p:pic>
        <p:pic>
          <p:nvPicPr>
            <p:cNvPr id="25" name="object 25"/>
            <p:cNvPicPr/>
            <p:nvPr/>
          </p:nvPicPr>
          <p:blipFill>
            <a:blip r:embed="rId13" cstate="print"/>
            <a:stretch>
              <a:fillRect/>
            </a:stretch>
          </p:blipFill>
          <p:spPr>
            <a:xfrm>
              <a:off x="2588799" y="4745735"/>
              <a:ext cx="334422" cy="195357"/>
            </a:xfrm>
            <a:prstGeom prst="rect">
              <a:avLst/>
            </a:prstGeom>
          </p:spPr>
        </p:pic>
        <p:sp>
          <p:nvSpPr>
            <p:cNvPr id="26" name="object 26"/>
            <p:cNvSpPr/>
            <p:nvPr/>
          </p:nvSpPr>
          <p:spPr>
            <a:xfrm>
              <a:off x="2943034" y="4658778"/>
              <a:ext cx="640080" cy="287020"/>
            </a:xfrm>
            <a:custGeom>
              <a:avLst/>
              <a:gdLst/>
              <a:ahLst/>
              <a:cxnLst/>
              <a:rect l="l" t="t" r="r" b="b"/>
              <a:pathLst>
                <a:path w="640079" h="287020">
                  <a:moveTo>
                    <a:pt x="64096" y="91528"/>
                  </a:moveTo>
                  <a:lnTo>
                    <a:pt x="4572" y="91528"/>
                  </a:lnTo>
                  <a:lnTo>
                    <a:pt x="4572" y="282321"/>
                  </a:lnTo>
                  <a:lnTo>
                    <a:pt x="64096" y="282321"/>
                  </a:lnTo>
                  <a:lnTo>
                    <a:pt x="64096" y="91528"/>
                  </a:lnTo>
                  <a:close/>
                </a:path>
                <a:path w="640079" h="287020">
                  <a:moveTo>
                    <a:pt x="70192" y="22860"/>
                  </a:moveTo>
                  <a:lnTo>
                    <a:pt x="67144" y="15240"/>
                  </a:lnTo>
                  <a:lnTo>
                    <a:pt x="59524" y="9144"/>
                  </a:lnTo>
                  <a:lnTo>
                    <a:pt x="54648" y="5143"/>
                  </a:lnTo>
                  <a:lnTo>
                    <a:pt x="49047" y="2286"/>
                  </a:lnTo>
                  <a:lnTo>
                    <a:pt x="42595" y="571"/>
                  </a:lnTo>
                  <a:lnTo>
                    <a:pt x="35140" y="0"/>
                  </a:lnTo>
                  <a:lnTo>
                    <a:pt x="27673" y="571"/>
                  </a:lnTo>
                  <a:lnTo>
                    <a:pt x="21183" y="2286"/>
                  </a:lnTo>
                  <a:lnTo>
                    <a:pt x="15557" y="5143"/>
                  </a:lnTo>
                  <a:lnTo>
                    <a:pt x="10668" y="9144"/>
                  </a:lnTo>
                  <a:lnTo>
                    <a:pt x="3048" y="15240"/>
                  </a:lnTo>
                  <a:lnTo>
                    <a:pt x="0" y="22860"/>
                  </a:lnTo>
                  <a:lnTo>
                    <a:pt x="0" y="41236"/>
                  </a:lnTo>
                  <a:lnTo>
                    <a:pt x="3048" y="48856"/>
                  </a:lnTo>
                  <a:lnTo>
                    <a:pt x="10668" y="54952"/>
                  </a:lnTo>
                  <a:lnTo>
                    <a:pt x="15557" y="58953"/>
                  </a:lnTo>
                  <a:lnTo>
                    <a:pt x="21183" y="61810"/>
                  </a:lnTo>
                  <a:lnTo>
                    <a:pt x="27673" y="63525"/>
                  </a:lnTo>
                  <a:lnTo>
                    <a:pt x="35140" y="64096"/>
                  </a:lnTo>
                  <a:lnTo>
                    <a:pt x="42595" y="63525"/>
                  </a:lnTo>
                  <a:lnTo>
                    <a:pt x="49047" y="61810"/>
                  </a:lnTo>
                  <a:lnTo>
                    <a:pt x="54648" y="58953"/>
                  </a:lnTo>
                  <a:lnTo>
                    <a:pt x="59524" y="54952"/>
                  </a:lnTo>
                  <a:lnTo>
                    <a:pt x="67144" y="48856"/>
                  </a:lnTo>
                  <a:lnTo>
                    <a:pt x="70192" y="41236"/>
                  </a:lnTo>
                  <a:lnTo>
                    <a:pt x="70192" y="22860"/>
                  </a:lnTo>
                  <a:close/>
                </a:path>
                <a:path w="640079" h="287020">
                  <a:moveTo>
                    <a:pt x="267169" y="270129"/>
                  </a:moveTo>
                  <a:lnTo>
                    <a:pt x="244208" y="230505"/>
                  </a:lnTo>
                  <a:lnTo>
                    <a:pt x="232016" y="236601"/>
                  </a:lnTo>
                  <a:lnTo>
                    <a:pt x="213728" y="241173"/>
                  </a:lnTo>
                  <a:lnTo>
                    <a:pt x="210680" y="241173"/>
                  </a:lnTo>
                  <a:lnTo>
                    <a:pt x="200888" y="240309"/>
                  </a:lnTo>
                  <a:lnTo>
                    <a:pt x="165442" y="209689"/>
                  </a:lnTo>
                  <a:lnTo>
                    <a:pt x="161823" y="186207"/>
                  </a:lnTo>
                  <a:lnTo>
                    <a:pt x="162674" y="174231"/>
                  </a:lnTo>
                  <a:lnTo>
                    <a:pt x="182092" y="139649"/>
                  </a:lnTo>
                  <a:lnTo>
                    <a:pt x="210680" y="131254"/>
                  </a:lnTo>
                  <a:lnTo>
                    <a:pt x="222872" y="131254"/>
                  </a:lnTo>
                  <a:lnTo>
                    <a:pt x="227444" y="132778"/>
                  </a:lnTo>
                  <a:lnTo>
                    <a:pt x="233540" y="134302"/>
                  </a:lnTo>
                  <a:lnTo>
                    <a:pt x="238112" y="137350"/>
                  </a:lnTo>
                  <a:lnTo>
                    <a:pt x="244208" y="140398"/>
                  </a:lnTo>
                  <a:lnTo>
                    <a:pt x="265645" y="100774"/>
                  </a:lnTo>
                  <a:lnTo>
                    <a:pt x="258800" y="97396"/>
                  </a:lnTo>
                  <a:lnTo>
                    <a:pt x="216496" y="85813"/>
                  </a:lnTo>
                  <a:lnTo>
                    <a:pt x="207632" y="85534"/>
                  </a:lnTo>
                  <a:lnTo>
                    <a:pt x="184962" y="87490"/>
                  </a:lnTo>
                  <a:lnTo>
                    <a:pt x="147066" y="102247"/>
                  </a:lnTo>
                  <a:lnTo>
                    <a:pt x="118364" y="129628"/>
                  </a:lnTo>
                  <a:lnTo>
                    <a:pt x="104025" y="167932"/>
                  </a:lnTo>
                  <a:lnTo>
                    <a:pt x="102298" y="190779"/>
                  </a:lnTo>
                  <a:lnTo>
                    <a:pt x="104000" y="210553"/>
                  </a:lnTo>
                  <a:lnTo>
                    <a:pt x="129717" y="259461"/>
                  </a:lnTo>
                  <a:lnTo>
                    <a:pt x="162013" y="280085"/>
                  </a:lnTo>
                  <a:lnTo>
                    <a:pt x="204584" y="286981"/>
                  </a:lnTo>
                  <a:lnTo>
                    <a:pt x="213448" y="286702"/>
                  </a:lnTo>
                  <a:lnTo>
                    <a:pt x="251879" y="276796"/>
                  </a:lnTo>
                  <a:lnTo>
                    <a:pt x="267169" y="270129"/>
                  </a:lnTo>
                  <a:close/>
                </a:path>
                <a:path w="640079" h="287020">
                  <a:moveTo>
                    <a:pt x="468718" y="180124"/>
                  </a:moveTo>
                  <a:lnTo>
                    <a:pt x="467791" y="166306"/>
                  </a:lnTo>
                  <a:lnTo>
                    <a:pt x="467271" y="158610"/>
                  </a:lnTo>
                  <a:lnTo>
                    <a:pt x="462813" y="139839"/>
                  </a:lnTo>
                  <a:lnTo>
                    <a:pt x="455917" y="125158"/>
                  </a:lnTo>
                  <a:lnTo>
                    <a:pt x="455218" y="123659"/>
                  </a:lnTo>
                  <a:lnTo>
                    <a:pt x="444334" y="109918"/>
                  </a:lnTo>
                  <a:lnTo>
                    <a:pt x="431723" y="99618"/>
                  </a:lnTo>
                  <a:lnTo>
                    <a:pt x="417004" y="91922"/>
                  </a:lnTo>
                  <a:lnTo>
                    <a:pt x="413766" y="90995"/>
                  </a:lnTo>
                  <a:lnTo>
                    <a:pt x="413766" y="166306"/>
                  </a:lnTo>
                  <a:lnTo>
                    <a:pt x="343560" y="166306"/>
                  </a:lnTo>
                  <a:lnTo>
                    <a:pt x="361492" y="132232"/>
                  </a:lnTo>
                  <a:lnTo>
                    <a:pt x="373595" y="125971"/>
                  </a:lnTo>
                  <a:lnTo>
                    <a:pt x="373722" y="125971"/>
                  </a:lnTo>
                  <a:lnTo>
                    <a:pt x="380136" y="125158"/>
                  </a:lnTo>
                  <a:lnTo>
                    <a:pt x="411670" y="148209"/>
                  </a:lnTo>
                  <a:lnTo>
                    <a:pt x="413321" y="158610"/>
                  </a:lnTo>
                  <a:lnTo>
                    <a:pt x="413766" y="166306"/>
                  </a:lnTo>
                  <a:lnTo>
                    <a:pt x="413766" y="90995"/>
                  </a:lnTo>
                  <a:lnTo>
                    <a:pt x="400265" y="87109"/>
                  </a:lnTo>
                  <a:lnTo>
                    <a:pt x="381660" y="85445"/>
                  </a:lnTo>
                  <a:lnTo>
                    <a:pt x="361289" y="87388"/>
                  </a:lnTo>
                  <a:lnTo>
                    <a:pt x="312991" y="114490"/>
                  </a:lnTo>
                  <a:lnTo>
                    <a:pt x="292417" y="147840"/>
                  </a:lnTo>
                  <a:lnTo>
                    <a:pt x="285559" y="189268"/>
                  </a:lnTo>
                  <a:lnTo>
                    <a:pt x="287248" y="210972"/>
                  </a:lnTo>
                  <a:lnTo>
                    <a:pt x="300342" y="246989"/>
                  </a:lnTo>
                  <a:lnTo>
                    <a:pt x="342176" y="280225"/>
                  </a:lnTo>
                  <a:lnTo>
                    <a:pt x="383184" y="286893"/>
                  </a:lnTo>
                  <a:lnTo>
                    <a:pt x="395528" y="286346"/>
                  </a:lnTo>
                  <a:lnTo>
                    <a:pt x="439318" y="275272"/>
                  </a:lnTo>
                  <a:lnTo>
                    <a:pt x="468718" y="256413"/>
                  </a:lnTo>
                  <a:lnTo>
                    <a:pt x="459320" y="244221"/>
                  </a:lnTo>
                  <a:lnTo>
                    <a:pt x="442810" y="222796"/>
                  </a:lnTo>
                  <a:lnTo>
                    <a:pt x="435902" y="227952"/>
                  </a:lnTo>
                  <a:lnTo>
                    <a:pt x="429006" y="232130"/>
                  </a:lnTo>
                  <a:lnTo>
                    <a:pt x="422148" y="235432"/>
                  </a:lnTo>
                  <a:lnTo>
                    <a:pt x="415290" y="238036"/>
                  </a:lnTo>
                  <a:lnTo>
                    <a:pt x="404622" y="242697"/>
                  </a:lnTo>
                  <a:lnTo>
                    <a:pt x="397002" y="244221"/>
                  </a:lnTo>
                  <a:lnTo>
                    <a:pt x="392430" y="244221"/>
                  </a:lnTo>
                  <a:lnTo>
                    <a:pt x="354241" y="230263"/>
                  </a:lnTo>
                  <a:lnTo>
                    <a:pt x="343560" y="202984"/>
                  </a:lnTo>
                  <a:lnTo>
                    <a:pt x="468718" y="202984"/>
                  </a:lnTo>
                  <a:lnTo>
                    <a:pt x="468718" y="180124"/>
                  </a:lnTo>
                  <a:close/>
                </a:path>
                <a:path w="640079" h="287020">
                  <a:moveTo>
                    <a:pt x="639699" y="221259"/>
                  </a:moveTo>
                  <a:lnTo>
                    <a:pt x="624459" y="183159"/>
                  </a:lnTo>
                  <a:lnTo>
                    <a:pt x="561301" y="157924"/>
                  </a:lnTo>
                  <a:lnTo>
                    <a:pt x="555472" y="156159"/>
                  </a:lnTo>
                  <a:lnTo>
                    <a:pt x="551205" y="154114"/>
                  </a:lnTo>
                  <a:lnTo>
                    <a:pt x="546633" y="152590"/>
                  </a:lnTo>
                  <a:lnTo>
                    <a:pt x="545109" y="148018"/>
                  </a:lnTo>
                  <a:lnTo>
                    <a:pt x="545109" y="138874"/>
                  </a:lnTo>
                  <a:lnTo>
                    <a:pt x="546633" y="134302"/>
                  </a:lnTo>
                  <a:lnTo>
                    <a:pt x="551205" y="132778"/>
                  </a:lnTo>
                  <a:lnTo>
                    <a:pt x="555777" y="129730"/>
                  </a:lnTo>
                  <a:lnTo>
                    <a:pt x="563397" y="128206"/>
                  </a:lnTo>
                  <a:lnTo>
                    <a:pt x="577113" y="128206"/>
                  </a:lnTo>
                  <a:lnTo>
                    <a:pt x="612267" y="141922"/>
                  </a:lnTo>
                  <a:lnTo>
                    <a:pt x="635127" y="103822"/>
                  </a:lnTo>
                  <a:lnTo>
                    <a:pt x="598081" y="88011"/>
                  </a:lnTo>
                  <a:lnTo>
                    <a:pt x="572541" y="85432"/>
                  </a:lnTo>
                  <a:lnTo>
                    <a:pt x="556209" y="86588"/>
                  </a:lnTo>
                  <a:lnTo>
                    <a:pt x="516064" y="103822"/>
                  </a:lnTo>
                  <a:lnTo>
                    <a:pt x="494626" y="136182"/>
                  </a:lnTo>
                  <a:lnTo>
                    <a:pt x="493204" y="149542"/>
                  </a:lnTo>
                  <a:lnTo>
                    <a:pt x="494080" y="161531"/>
                  </a:lnTo>
                  <a:lnTo>
                    <a:pt x="517601" y="195592"/>
                  </a:lnTo>
                  <a:lnTo>
                    <a:pt x="560349" y="210591"/>
                  </a:lnTo>
                  <a:lnTo>
                    <a:pt x="571017" y="212115"/>
                  </a:lnTo>
                  <a:lnTo>
                    <a:pt x="577113" y="215163"/>
                  </a:lnTo>
                  <a:lnTo>
                    <a:pt x="581685" y="216687"/>
                  </a:lnTo>
                  <a:lnTo>
                    <a:pt x="584733" y="219735"/>
                  </a:lnTo>
                  <a:lnTo>
                    <a:pt x="586257" y="222783"/>
                  </a:lnTo>
                  <a:lnTo>
                    <a:pt x="586257" y="233451"/>
                  </a:lnTo>
                  <a:lnTo>
                    <a:pt x="584733" y="236499"/>
                  </a:lnTo>
                  <a:lnTo>
                    <a:pt x="578637" y="239547"/>
                  </a:lnTo>
                  <a:lnTo>
                    <a:pt x="574065" y="242697"/>
                  </a:lnTo>
                  <a:lnTo>
                    <a:pt x="567969" y="244221"/>
                  </a:lnTo>
                  <a:lnTo>
                    <a:pt x="560349" y="244221"/>
                  </a:lnTo>
                  <a:lnTo>
                    <a:pt x="552589" y="243916"/>
                  </a:lnTo>
                  <a:lnTo>
                    <a:pt x="545249" y="242874"/>
                  </a:lnTo>
                  <a:lnTo>
                    <a:pt x="538200" y="240969"/>
                  </a:lnTo>
                  <a:lnTo>
                    <a:pt x="531304" y="238023"/>
                  </a:lnTo>
                  <a:lnTo>
                    <a:pt x="524725" y="235483"/>
                  </a:lnTo>
                  <a:lnTo>
                    <a:pt x="518731" y="232498"/>
                  </a:lnTo>
                  <a:lnTo>
                    <a:pt x="513295" y="229247"/>
                  </a:lnTo>
                  <a:lnTo>
                    <a:pt x="508444" y="225831"/>
                  </a:lnTo>
                  <a:lnTo>
                    <a:pt x="483958" y="265557"/>
                  </a:lnTo>
                  <a:lnTo>
                    <a:pt x="520636" y="280797"/>
                  </a:lnTo>
                  <a:lnTo>
                    <a:pt x="558825" y="286893"/>
                  </a:lnTo>
                  <a:lnTo>
                    <a:pt x="576033" y="285750"/>
                  </a:lnTo>
                  <a:lnTo>
                    <a:pt x="616839" y="268605"/>
                  </a:lnTo>
                  <a:lnTo>
                    <a:pt x="638263" y="235305"/>
                  </a:lnTo>
                  <a:lnTo>
                    <a:pt x="639699" y="221259"/>
                  </a:lnTo>
                  <a:close/>
                </a:path>
              </a:pathLst>
            </a:custGeom>
            <a:solidFill>
              <a:srgbClr val="232323"/>
            </a:solidFill>
          </p:spPr>
          <p:txBody>
            <a:bodyPr wrap="square" lIns="0" tIns="0" rIns="0" bIns="0" rtlCol="0"/>
            <a:lstStyle/>
            <a:p>
              <a:endParaRPr/>
            </a:p>
          </p:txBody>
        </p:sp>
      </p:grpSp>
      <p:sp>
        <p:nvSpPr>
          <p:cNvPr id="27" name="object 27"/>
          <p:cNvSpPr/>
          <p:nvPr/>
        </p:nvSpPr>
        <p:spPr>
          <a:xfrm>
            <a:off x="5431726" y="4669446"/>
            <a:ext cx="1040130" cy="331470"/>
          </a:xfrm>
          <a:custGeom>
            <a:avLst/>
            <a:gdLst/>
            <a:ahLst/>
            <a:cxnLst/>
            <a:rect l="l" t="t" r="r" b="b"/>
            <a:pathLst>
              <a:path w="1040129" h="331470">
                <a:moveTo>
                  <a:pt x="108394" y="331177"/>
                </a:moveTo>
                <a:lnTo>
                  <a:pt x="82969" y="293611"/>
                </a:lnTo>
                <a:lnTo>
                  <a:pt x="65620" y="254889"/>
                </a:lnTo>
                <a:lnTo>
                  <a:pt x="55333" y="212509"/>
                </a:lnTo>
                <a:lnTo>
                  <a:pt x="51904" y="167932"/>
                </a:lnTo>
                <a:lnTo>
                  <a:pt x="52768" y="146177"/>
                </a:lnTo>
                <a:lnTo>
                  <a:pt x="59626" y="103289"/>
                </a:lnTo>
                <a:lnTo>
                  <a:pt x="73342" y="62077"/>
                </a:lnTo>
                <a:lnTo>
                  <a:pt x="93954" y="22555"/>
                </a:lnTo>
                <a:lnTo>
                  <a:pt x="106870" y="3048"/>
                </a:lnTo>
                <a:lnTo>
                  <a:pt x="59524" y="3048"/>
                </a:lnTo>
                <a:lnTo>
                  <a:pt x="33337" y="40855"/>
                </a:lnTo>
                <a:lnTo>
                  <a:pt x="15240" y="80860"/>
                </a:lnTo>
                <a:lnTo>
                  <a:pt x="3619" y="123253"/>
                </a:lnTo>
                <a:lnTo>
                  <a:pt x="0" y="167932"/>
                </a:lnTo>
                <a:lnTo>
                  <a:pt x="876" y="192265"/>
                </a:lnTo>
                <a:lnTo>
                  <a:pt x="8356" y="236969"/>
                </a:lnTo>
                <a:lnTo>
                  <a:pt x="23215" y="277952"/>
                </a:lnTo>
                <a:lnTo>
                  <a:pt x="45491" y="314591"/>
                </a:lnTo>
                <a:lnTo>
                  <a:pt x="59524" y="331177"/>
                </a:lnTo>
                <a:lnTo>
                  <a:pt x="108394" y="331177"/>
                </a:lnTo>
                <a:close/>
              </a:path>
              <a:path w="1040129" h="331470">
                <a:moveTo>
                  <a:pt x="341934" y="257937"/>
                </a:moveTo>
                <a:lnTo>
                  <a:pt x="320598" y="209067"/>
                </a:lnTo>
                <a:lnTo>
                  <a:pt x="313448" y="212458"/>
                </a:lnTo>
                <a:lnTo>
                  <a:pt x="306044" y="215544"/>
                </a:lnTo>
                <a:lnTo>
                  <a:pt x="298653" y="218071"/>
                </a:lnTo>
                <a:lnTo>
                  <a:pt x="291553" y="219735"/>
                </a:lnTo>
                <a:lnTo>
                  <a:pt x="280885" y="221259"/>
                </a:lnTo>
                <a:lnTo>
                  <a:pt x="273265" y="222783"/>
                </a:lnTo>
                <a:lnTo>
                  <a:pt x="267169" y="222783"/>
                </a:lnTo>
                <a:lnTo>
                  <a:pt x="249707" y="221361"/>
                </a:lnTo>
                <a:lnTo>
                  <a:pt x="209156" y="199923"/>
                </a:lnTo>
                <a:lnTo>
                  <a:pt x="189141" y="155308"/>
                </a:lnTo>
                <a:lnTo>
                  <a:pt x="187731" y="135826"/>
                </a:lnTo>
                <a:lnTo>
                  <a:pt x="189395" y="117500"/>
                </a:lnTo>
                <a:lnTo>
                  <a:pt x="212204" y="74764"/>
                </a:lnTo>
                <a:lnTo>
                  <a:pt x="253187" y="51841"/>
                </a:lnTo>
                <a:lnTo>
                  <a:pt x="268693" y="50380"/>
                </a:lnTo>
                <a:lnTo>
                  <a:pt x="276402" y="50647"/>
                </a:lnTo>
                <a:lnTo>
                  <a:pt x="316776" y="58153"/>
                </a:lnTo>
                <a:lnTo>
                  <a:pt x="323646" y="61048"/>
                </a:lnTo>
                <a:lnTo>
                  <a:pt x="340410" y="12192"/>
                </a:lnTo>
                <a:lnTo>
                  <a:pt x="296748" y="647"/>
                </a:lnTo>
                <a:lnTo>
                  <a:pt x="267169" y="0"/>
                </a:lnTo>
                <a:lnTo>
                  <a:pt x="236766" y="2336"/>
                </a:lnTo>
                <a:lnTo>
                  <a:pt x="185127" y="21894"/>
                </a:lnTo>
                <a:lnTo>
                  <a:pt x="146405" y="60807"/>
                </a:lnTo>
                <a:lnTo>
                  <a:pt x="127457" y="111594"/>
                </a:lnTo>
                <a:lnTo>
                  <a:pt x="125145" y="140398"/>
                </a:lnTo>
                <a:lnTo>
                  <a:pt x="127419" y="171386"/>
                </a:lnTo>
                <a:lnTo>
                  <a:pt x="145122" y="221322"/>
                </a:lnTo>
                <a:lnTo>
                  <a:pt x="180086" y="256298"/>
                </a:lnTo>
                <a:lnTo>
                  <a:pt x="229425" y="273964"/>
                </a:lnTo>
                <a:lnTo>
                  <a:pt x="259549" y="276225"/>
                </a:lnTo>
                <a:lnTo>
                  <a:pt x="270713" y="275932"/>
                </a:lnTo>
                <a:lnTo>
                  <a:pt x="311683" y="269074"/>
                </a:lnTo>
                <a:lnTo>
                  <a:pt x="341934" y="257937"/>
                </a:lnTo>
                <a:close/>
              </a:path>
              <a:path w="1040129" h="331470">
                <a:moveTo>
                  <a:pt x="551103" y="190792"/>
                </a:moveTo>
                <a:lnTo>
                  <a:pt x="540816" y="146126"/>
                </a:lnTo>
                <a:lnTo>
                  <a:pt x="507212" y="118300"/>
                </a:lnTo>
                <a:lnTo>
                  <a:pt x="470242" y="105346"/>
                </a:lnTo>
                <a:lnTo>
                  <a:pt x="458736" y="103035"/>
                </a:lnTo>
                <a:lnTo>
                  <a:pt x="449389" y="100584"/>
                </a:lnTo>
                <a:lnTo>
                  <a:pt x="442074" y="97840"/>
                </a:lnTo>
                <a:lnTo>
                  <a:pt x="436613" y="94678"/>
                </a:lnTo>
                <a:lnTo>
                  <a:pt x="430517" y="90017"/>
                </a:lnTo>
                <a:lnTo>
                  <a:pt x="427469" y="83921"/>
                </a:lnTo>
                <a:lnTo>
                  <a:pt x="427469" y="67157"/>
                </a:lnTo>
                <a:lnTo>
                  <a:pt x="465569" y="48869"/>
                </a:lnTo>
                <a:lnTo>
                  <a:pt x="482434" y="48869"/>
                </a:lnTo>
                <a:lnTo>
                  <a:pt x="490054" y="51917"/>
                </a:lnTo>
                <a:lnTo>
                  <a:pt x="504723" y="56870"/>
                </a:lnTo>
                <a:lnTo>
                  <a:pt x="512559" y="60058"/>
                </a:lnTo>
                <a:lnTo>
                  <a:pt x="520534" y="64109"/>
                </a:lnTo>
                <a:lnTo>
                  <a:pt x="541959" y="16764"/>
                </a:lnTo>
                <a:lnTo>
                  <a:pt x="496773" y="1282"/>
                </a:lnTo>
                <a:lnTo>
                  <a:pt x="467093" y="0"/>
                </a:lnTo>
                <a:lnTo>
                  <a:pt x="445147" y="1435"/>
                </a:lnTo>
                <a:lnTo>
                  <a:pt x="408089" y="12903"/>
                </a:lnTo>
                <a:lnTo>
                  <a:pt x="374611" y="49060"/>
                </a:lnTo>
                <a:lnTo>
                  <a:pt x="367944" y="80873"/>
                </a:lnTo>
                <a:lnTo>
                  <a:pt x="369112" y="96951"/>
                </a:lnTo>
                <a:lnTo>
                  <a:pt x="387756" y="132778"/>
                </a:lnTo>
                <a:lnTo>
                  <a:pt x="432193" y="156603"/>
                </a:lnTo>
                <a:lnTo>
                  <a:pt x="453377" y="161836"/>
                </a:lnTo>
                <a:lnTo>
                  <a:pt x="471335" y="167932"/>
                </a:lnTo>
                <a:lnTo>
                  <a:pt x="477901" y="170827"/>
                </a:lnTo>
                <a:lnTo>
                  <a:pt x="482434" y="174028"/>
                </a:lnTo>
                <a:lnTo>
                  <a:pt x="488530" y="180124"/>
                </a:lnTo>
                <a:lnTo>
                  <a:pt x="491578" y="186220"/>
                </a:lnTo>
                <a:lnTo>
                  <a:pt x="491578" y="206032"/>
                </a:lnTo>
                <a:lnTo>
                  <a:pt x="488530" y="213652"/>
                </a:lnTo>
                <a:lnTo>
                  <a:pt x="480910" y="218224"/>
                </a:lnTo>
                <a:lnTo>
                  <a:pt x="475462" y="222224"/>
                </a:lnTo>
                <a:lnTo>
                  <a:pt x="468287" y="225082"/>
                </a:lnTo>
                <a:lnTo>
                  <a:pt x="459397" y="226796"/>
                </a:lnTo>
                <a:lnTo>
                  <a:pt x="448805" y="227368"/>
                </a:lnTo>
                <a:lnTo>
                  <a:pt x="440829" y="227076"/>
                </a:lnTo>
                <a:lnTo>
                  <a:pt x="401866" y="216128"/>
                </a:lnTo>
                <a:lnTo>
                  <a:pt x="383184" y="206032"/>
                </a:lnTo>
                <a:lnTo>
                  <a:pt x="358698" y="253365"/>
                </a:lnTo>
                <a:lnTo>
                  <a:pt x="401472" y="270129"/>
                </a:lnTo>
                <a:lnTo>
                  <a:pt x="447281" y="276225"/>
                </a:lnTo>
                <a:lnTo>
                  <a:pt x="471055" y="274561"/>
                </a:lnTo>
                <a:lnTo>
                  <a:pt x="510006" y="262077"/>
                </a:lnTo>
                <a:lnTo>
                  <a:pt x="545007" y="224739"/>
                </a:lnTo>
                <a:lnTo>
                  <a:pt x="549630" y="208470"/>
                </a:lnTo>
                <a:lnTo>
                  <a:pt x="551103" y="190792"/>
                </a:lnTo>
                <a:close/>
              </a:path>
              <a:path w="1040129" h="331470">
                <a:moveTo>
                  <a:pt x="897724" y="3048"/>
                </a:moveTo>
                <a:lnTo>
                  <a:pt x="812190" y="3048"/>
                </a:lnTo>
                <a:lnTo>
                  <a:pt x="757237" y="161823"/>
                </a:lnTo>
                <a:lnTo>
                  <a:pt x="755713" y="166395"/>
                </a:lnTo>
                <a:lnTo>
                  <a:pt x="749617" y="190779"/>
                </a:lnTo>
                <a:lnTo>
                  <a:pt x="746569" y="196875"/>
                </a:lnTo>
                <a:lnTo>
                  <a:pt x="745045" y="190779"/>
                </a:lnTo>
                <a:lnTo>
                  <a:pt x="743521" y="186207"/>
                </a:lnTo>
                <a:lnTo>
                  <a:pt x="738949" y="167919"/>
                </a:lnTo>
                <a:lnTo>
                  <a:pt x="735901" y="161823"/>
                </a:lnTo>
                <a:lnTo>
                  <a:pt x="699414" y="53428"/>
                </a:lnTo>
                <a:lnTo>
                  <a:pt x="682459" y="3048"/>
                </a:lnTo>
                <a:lnTo>
                  <a:pt x="593877" y="3048"/>
                </a:lnTo>
                <a:lnTo>
                  <a:pt x="593877" y="271653"/>
                </a:lnTo>
                <a:lnTo>
                  <a:pt x="647319" y="271653"/>
                </a:lnTo>
                <a:lnTo>
                  <a:pt x="647230" y="88480"/>
                </a:lnTo>
                <a:lnTo>
                  <a:pt x="647115" y="83921"/>
                </a:lnTo>
                <a:lnTo>
                  <a:pt x="646988" y="80860"/>
                </a:lnTo>
                <a:lnTo>
                  <a:pt x="646061" y="64096"/>
                </a:lnTo>
                <a:lnTo>
                  <a:pt x="645972" y="61417"/>
                </a:lnTo>
                <a:lnTo>
                  <a:pt x="645795" y="53428"/>
                </a:lnTo>
                <a:lnTo>
                  <a:pt x="647319" y="53428"/>
                </a:lnTo>
                <a:lnTo>
                  <a:pt x="648843" y="64096"/>
                </a:lnTo>
                <a:lnTo>
                  <a:pt x="650367" y="71716"/>
                </a:lnTo>
                <a:lnTo>
                  <a:pt x="653415" y="83921"/>
                </a:lnTo>
                <a:lnTo>
                  <a:pt x="654939" y="88480"/>
                </a:lnTo>
                <a:lnTo>
                  <a:pt x="654939" y="91528"/>
                </a:lnTo>
                <a:lnTo>
                  <a:pt x="719035" y="271653"/>
                </a:lnTo>
                <a:lnTo>
                  <a:pt x="767905" y="271653"/>
                </a:lnTo>
                <a:lnTo>
                  <a:pt x="793445" y="196875"/>
                </a:lnTo>
                <a:lnTo>
                  <a:pt x="830478" y="88480"/>
                </a:lnTo>
                <a:lnTo>
                  <a:pt x="832002" y="85445"/>
                </a:lnTo>
                <a:lnTo>
                  <a:pt x="833526" y="80860"/>
                </a:lnTo>
                <a:lnTo>
                  <a:pt x="835050" y="74764"/>
                </a:lnTo>
                <a:lnTo>
                  <a:pt x="836676" y="68681"/>
                </a:lnTo>
                <a:lnTo>
                  <a:pt x="838200" y="62572"/>
                </a:lnTo>
                <a:lnTo>
                  <a:pt x="839724" y="53428"/>
                </a:lnTo>
                <a:lnTo>
                  <a:pt x="841248" y="53428"/>
                </a:lnTo>
                <a:lnTo>
                  <a:pt x="840359" y="61417"/>
                </a:lnTo>
                <a:lnTo>
                  <a:pt x="840244" y="63461"/>
                </a:lnTo>
                <a:lnTo>
                  <a:pt x="840206" y="64096"/>
                </a:lnTo>
                <a:lnTo>
                  <a:pt x="839939" y="68681"/>
                </a:lnTo>
                <a:lnTo>
                  <a:pt x="839851" y="71716"/>
                </a:lnTo>
                <a:lnTo>
                  <a:pt x="839724" y="80860"/>
                </a:lnTo>
                <a:lnTo>
                  <a:pt x="839660" y="85445"/>
                </a:lnTo>
                <a:lnTo>
                  <a:pt x="839558" y="88480"/>
                </a:lnTo>
                <a:lnTo>
                  <a:pt x="839482" y="90830"/>
                </a:lnTo>
                <a:lnTo>
                  <a:pt x="839431" y="91528"/>
                </a:lnTo>
                <a:lnTo>
                  <a:pt x="838428" y="104584"/>
                </a:lnTo>
                <a:lnTo>
                  <a:pt x="838200" y="111442"/>
                </a:lnTo>
                <a:lnTo>
                  <a:pt x="838200" y="271653"/>
                </a:lnTo>
                <a:lnTo>
                  <a:pt x="897724" y="271653"/>
                </a:lnTo>
                <a:lnTo>
                  <a:pt x="897724" y="53428"/>
                </a:lnTo>
                <a:lnTo>
                  <a:pt x="897724" y="3048"/>
                </a:lnTo>
                <a:close/>
              </a:path>
              <a:path w="1040129" h="331470">
                <a:moveTo>
                  <a:pt x="1039647" y="167932"/>
                </a:moveTo>
                <a:lnTo>
                  <a:pt x="1036218" y="123253"/>
                </a:lnTo>
                <a:lnTo>
                  <a:pt x="1025931" y="80860"/>
                </a:lnTo>
                <a:lnTo>
                  <a:pt x="1006487" y="40855"/>
                </a:lnTo>
                <a:lnTo>
                  <a:pt x="980109" y="3048"/>
                </a:lnTo>
                <a:lnTo>
                  <a:pt x="931252" y="3048"/>
                </a:lnTo>
                <a:lnTo>
                  <a:pt x="945045" y="22555"/>
                </a:lnTo>
                <a:lnTo>
                  <a:pt x="956678" y="42189"/>
                </a:lnTo>
                <a:lnTo>
                  <a:pt x="974013" y="82384"/>
                </a:lnTo>
                <a:lnTo>
                  <a:pt x="985634" y="124587"/>
                </a:lnTo>
                <a:lnTo>
                  <a:pt x="989253" y="167932"/>
                </a:lnTo>
                <a:lnTo>
                  <a:pt x="988377" y="190500"/>
                </a:lnTo>
                <a:lnTo>
                  <a:pt x="980897" y="233972"/>
                </a:lnTo>
                <a:lnTo>
                  <a:pt x="966279" y="274955"/>
                </a:lnTo>
                <a:lnTo>
                  <a:pt x="945045" y="312839"/>
                </a:lnTo>
                <a:lnTo>
                  <a:pt x="931252" y="331177"/>
                </a:lnTo>
                <a:lnTo>
                  <a:pt x="980109" y="331177"/>
                </a:lnTo>
                <a:lnTo>
                  <a:pt x="1006487" y="296278"/>
                </a:lnTo>
                <a:lnTo>
                  <a:pt x="1025931" y="257937"/>
                </a:lnTo>
                <a:lnTo>
                  <a:pt x="1036218" y="214604"/>
                </a:lnTo>
                <a:lnTo>
                  <a:pt x="1038783" y="191617"/>
                </a:lnTo>
                <a:lnTo>
                  <a:pt x="1039647" y="167932"/>
                </a:lnTo>
                <a:close/>
              </a:path>
            </a:pathLst>
          </a:custGeom>
          <a:solidFill>
            <a:srgbClr val="232323"/>
          </a:solidFill>
        </p:spPr>
        <p:txBody>
          <a:bodyPr wrap="square" lIns="0" tIns="0" rIns="0" bIns="0" rtlCol="0"/>
          <a:lstStyle/>
          <a:p>
            <a:endParaRPr/>
          </a:p>
        </p:txBody>
      </p:sp>
      <p:grpSp>
        <p:nvGrpSpPr>
          <p:cNvPr id="28" name="object 28"/>
          <p:cNvGrpSpPr/>
          <p:nvPr/>
        </p:nvGrpSpPr>
        <p:grpSpPr>
          <a:xfrm>
            <a:off x="1144674" y="5125783"/>
            <a:ext cx="753110" cy="278130"/>
            <a:chOff x="1144674" y="5125783"/>
            <a:chExt cx="753110" cy="278130"/>
          </a:xfrm>
        </p:grpSpPr>
        <p:sp>
          <p:nvSpPr>
            <p:cNvPr id="29" name="object 29"/>
            <p:cNvSpPr/>
            <p:nvPr/>
          </p:nvSpPr>
          <p:spPr>
            <a:xfrm>
              <a:off x="1144674" y="5127307"/>
              <a:ext cx="181610" cy="276225"/>
            </a:xfrm>
            <a:custGeom>
              <a:avLst/>
              <a:gdLst/>
              <a:ahLst/>
              <a:cxnLst/>
              <a:rect l="l" t="t" r="r" b="b"/>
              <a:pathLst>
                <a:path w="181609" h="276225">
                  <a:moveTo>
                    <a:pt x="91479" y="276224"/>
                  </a:moveTo>
                  <a:lnTo>
                    <a:pt x="52712" y="268021"/>
                  </a:lnTo>
                  <a:lnTo>
                    <a:pt x="24233" y="242601"/>
                  </a:lnTo>
                  <a:lnTo>
                    <a:pt x="5754" y="203727"/>
                  </a:lnTo>
                  <a:lnTo>
                    <a:pt x="7" y="154114"/>
                  </a:lnTo>
                  <a:lnTo>
                    <a:pt x="0" y="143446"/>
                  </a:lnTo>
                  <a:lnTo>
                    <a:pt x="178" y="134421"/>
                  </a:lnTo>
                  <a:lnTo>
                    <a:pt x="7469" y="88487"/>
                  </a:lnTo>
                  <a:lnTo>
                    <a:pt x="22899" y="50513"/>
                  </a:lnTo>
                  <a:lnTo>
                    <a:pt x="55497" y="15406"/>
                  </a:lnTo>
                  <a:lnTo>
                    <a:pt x="101561" y="571"/>
                  </a:lnTo>
                  <a:lnTo>
                    <a:pt x="115863" y="0"/>
                  </a:lnTo>
                  <a:lnTo>
                    <a:pt x="121742" y="0"/>
                  </a:lnTo>
                  <a:lnTo>
                    <a:pt x="160916" y="9905"/>
                  </a:lnTo>
                  <a:lnTo>
                    <a:pt x="176918" y="21335"/>
                  </a:lnTo>
                  <a:lnTo>
                    <a:pt x="157094" y="44195"/>
                  </a:lnTo>
                  <a:lnTo>
                    <a:pt x="105195" y="44195"/>
                  </a:lnTo>
                  <a:lnTo>
                    <a:pt x="97575" y="45719"/>
                  </a:lnTo>
                  <a:lnTo>
                    <a:pt x="89955" y="50291"/>
                  </a:lnTo>
                  <a:lnTo>
                    <a:pt x="83764" y="53435"/>
                  </a:lnTo>
                  <a:lnTo>
                    <a:pt x="77668" y="58007"/>
                  </a:lnTo>
                  <a:lnTo>
                    <a:pt x="57380" y="98013"/>
                  </a:lnTo>
                  <a:lnTo>
                    <a:pt x="54808" y="122110"/>
                  </a:lnTo>
                  <a:lnTo>
                    <a:pt x="161678" y="122110"/>
                  </a:lnTo>
                  <a:lnTo>
                    <a:pt x="170561" y="134421"/>
                  </a:lnTo>
                  <a:lnTo>
                    <a:pt x="174489" y="143446"/>
                  </a:lnTo>
                  <a:lnTo>
                    <a:pt x="94527" y="143446"/>
                  </a:lnTo>
                  <a:lnTo>
                    <a:pt x="85900" y="144041"/>
                  </a:lnTo>
                  <a:lnTo>
                    <a:pt x="57031" y="175545"/>
                  </a:lnTo>
                  <a:lnTo>
                    <a:pt x="56927" y="175974"/>
                  </a:lnTo>
                  <a:lnTo>
                    <a:pt x="56437" y="183070"/>
                  </a:lnTo>
                  <a:lnTo>
                    <a:pt x="56425" y="186118"/>
                  </a:lnTo>
                  <a:lnTo>
                    <a:pt x="56927" y="194365"/>
                  </a:lnTo>
                  <a:lnTo>
                    <a:pt x="58724" y="202580"/>
                  </a:lnTo>
                  <a:lnTo>
                    <a:pt x="58808" y="202965"/>
                  </a:lnTo>
                  <a:lnTo>
                    <a:pt x="91479" y="230409"/>
                  </a:lnTo>
                  <a:lnTo>
                    <a:pt x="170385" y="230409"/>
                  </a:lnTo>
                  <a:lnTo>
                    <a:pt x="167989" y="235242"/>
                  </a:lnTo>
                  <a:lnTo>
                    <a:pt x="157106" y="248697"/>
                  </a:lnTo>
                  <a:lnTo>
                    <a:pt x="143423" y="260754"/>
                  </a:lnTo>
                  <a:lnTo>
                    <a:pt x="127722" y="269355"/>
                  </a:lnTo>
                  <a:lnTo>
                    <a:pt x="110306" y="274509"/>
                  </a:lnTo>
                  <a:lnTo>
                    <a:pt x="91479" y="276224"/>
                  </a:lnTo>
                  <a:close/>
                </a:path>
                <a:path w="181609" h="276225">
                  <a:moveTo>
                    <a:pt x="146438" y="56483"/>
                  </a:moveTo>
                  <a:lnTo>
                    <a:pt x="141866" y="51911"/>
                  </a:lnTo>
                  <a:lnTo>
                    <a:pt x="137199" y="48767"/>
                  </a:lnTo>
                  <a:lnTo>
                    <a:pt x="131103" y="47243"/>
                  </a:lnTo>
                  <a:lnTo>
                    <a:pt x="126531" y="45719"/>
                  </a:lnTo>
                  <a:lnTo>
                    <a:pt x="120435" y="44195"/>
                  </a:lnTo>
                  <a:lnTo>
                    <a:pt x="157094" y="44195"/>
                  </a:lnTo>
                  <a:lnTo>
                    <a:pt x="146438" y="56483"/>
                  </a:lnTo>
                  <a:close/>
                </a:path>
                <a:path w="181609" h="276225">
                  <a:moveTo>
                    <a:pt x="161678" y="122110"/>
                  </a:moveTo>
                  <a:lnTo>
                    <a:pt x="56332" y="122110"/>
                  </a:lnTo>
                  <a:lnTo>
                    <a:pt x="61190" y="116649"/>
                  </a:lnTo>
                  <a:lnTo>
                    <a:pt x="102432" y="99464"/>
                  </a:lnTo>
                  <a:lnTo>
                    <a:pt x="111291" y="99155"/>
                  </a:lnTo>
                  <a:lnTo>
                    <a:pt x="125426" y="100488"/>
                  </a:lnTo>
                  <a:lnTo>
                    <a:pt x="126148" y="100488"/>
                  </a:lnTo>
                  <a:lnTo>
                    <a:pt x="139914" y="104882"/>
                  </a:lnTo>
                  <a:lnTo>
                    <a:pt x="151460" y="111930"/>
                  </a:lnTo>
                  <a:lnTo>
                    <a:pt x="153655" y="114054"/>
                  </a:lnTo>
                  <a:lnTo>
                    <a:pt x="161678" y="122110"/>
                  </a:lnTo>
                  <a:close/>
                </a:path>
                <a:path w="181609" h="276225">
                  <a:moveTo>
                    <a:pt x="170385" y="230409"/>
                  </a:moveTo>
                  <a:lnTo>
                    <a:pt x="91479" y="230409"/>
                  </a:lnTo>
                  <a:lnTo>
                    <a:pt x="99390" y="229552"/>
                  </a:lnTo>
                  <a:lnTo>
                    <a:pt x="99240" y="229552"/>
                  </a:lnTo>
                  <a:lnTo>
                    <a:pt x="125960" y="195889"/>
                  </a:lnTo>
                  <a:lnTo>
                    <a:pt x="126531" y="186118"/>
                  </a:lnTo>
                  <a:lnTo>
                    <a:pt x="125983" y="175974"/>
                  </a:lnTo>
                  <a:lnTo>
                    <a:pt x="125960" y="175545"/>
                  </a:lnTo>
                  <a:lnTo>
                    <a:pt x="124245" y="166687"/>
                  </a:lnTo>
                  <a:lnTo>
                    <a:pt x="121388" y="159543"/>
                  </a:lnTo>
                  <a:lnTo>
                    <a:pt x="117387" y="154114"/>
                  </a:lnTo>
                  <a:lnTo>
                    <a:pt x="112815" y="146494"/>
                  </a:lnTo>
                  <a:lnTo>
                    <a:pt x="103671" y="143446"/>
                  </a:lnTo>
                  <a:lnTo>
                    <a:pt x="174489" y="143446"/>
                  </a:lnTo>
                  <a:lnTo>
                    <a:pt x="176728" y="148589"/>
                  </a:lnTo>
                  <a:lnTo>
                    <a:pt x="180324" y="164758"/>
                  </a:lnTo>
                  <a:lnTo>
                    <a:pt x="181490" y="183070"/>
                  </a:lnTo>
                  <a:lnTo>
                    <a:pt x="180038" y="202580"/>
                  </a:lnTo>
                  <a:lnTo>
                    <a:pt x="175585" y="219920"/>
                  </a:lnTo>
                  <a:lnTo>
                    <a:pt x="170385" y="230409"/>
                  </a:lnTo>
                  <a:close/>
                </a:path>
              </a:pathLst>
            </a:custGeom>
            <a:solidFill>
              <a:srgbClr val="232323"/>
            </a:solidFill>
          </p:spPr>
          <p:txBody>
            <a:bodyPr wrap="square" lIns="0" tIns="0" rIns="0" bIns="0" rtlCol="0"/>
            <a:lstStyle/>
            <a:p>
              <a:endParaRPr/>
            </a:p>
          </p:txBody>
        </p:sp>
        <p:pic>
          <p:nvPicPr>
            <p:cNvPr id="30" name="object 30"/>
            <p:cNvPicPr/>
            <p:nvPr/>
          </p:nvPicPr>
          <p:blipFill>
            <a:blip r:embed="rId14" cstate="print"/>
            <a:stretch>
              <a:fillRect/>
            </a:stretch>
          </p:blipFill>
          <p:spPr>
            <a:xfrm>
              <a:off x="1362836" y="5339429"/>
              <a:ext cx="68675" cy="64103"/>
            </a:xfrm>
            <a:prstGeom prst="rect">
              <a:avLst/>
            </a:prstGeom>
          </p:spPr>
        </p:pic>
        <p:sp>
          <p:nvSpPr>
            <p:cNvPr id="31" name="object 31"/>
            <p:cNvSpPr/>
            <p:nvPr/>
          </p:nvSpPr>
          <p:spPr>
            <a:xfrm>
              <a:off x="1468183" y="5127307"/>
              <a:ext cx="180340" cy="276225"/>
            </a:xfrm>
            <a:custGeom>
              <a:avLst/>
              <a:gdLst/>
              <a:ahLst/>
              <a:cxnLst/>
              <a:rect l="l" t="t" r="r" b="b"/>
              <a:pathLst>
                <a:path w="180339" h="276225">
                  <a:moveTo>
                    <a:pt x="82486" y="276224"/>
                  </a:moveTo>
                  <a:lnTo>
                    <a:pt x="39719" y="270128"/>
                  </a:lnTo>
                  <a:lnTo>
                    <a:pt x="0" y="253269"/>
                  </a:lnTo>
                  <a:lnTo>
                    <a:pt x="22859" y="213645"/>
                  </a:lnTo>
                  <a:lnTo>
                    <a:pt x="29749" y="217908"/>
                  </a:lnTo>
                  <a:lnTo>
                    <a:pt x="36468" y="221456"/>
                  </a:lnTo>
                  <a:lnTo>
                    <a:pt x="42884" y="224147"/>
                  </a:lnTo>
                  <a:lnTo>
                    <a:pt x="48863" y="225837"/>
                  </a:lnTo>
                  <a:lnTo>
                    <a:pt x="54864" y="227837"/>
                  </a:lnTo>
                  <a:lnTo>
                    <a:pt x="61436" y="229266"/>
                  </a:lnTo>
                  <a:lnTo>
                    <a:pt x="68580" y="230123"/>
                  </a:lnTo>
                  <a:lnTo>
                    <a:pt x="76295" y="230409"/>
                  </a:lnTo>
                  <a:lnTo>
                    <a:pt x="86946" y="229814"/>
                  </a:lnTo>
                  <a:lnTo>
                    <a:pt x="119991" y="201953"/>
                  </a:lnTo>
                  <a:lnTo>
                    <a:pt x="120586" y="195357"/>
                  </a:lnTo>
                  <a:lnTo>
                    <a:pt x="119705" y="185849"/>
                  </a:lnTo>
                  <a:lnTo>
                    <a:pt x="86856" y="159448"/>
                  </a:lnTo>
                  <a:lnTo>
                    <a:pt x="62579" y="157162"/>
                  </a:lnTo>
                  <a:lnTo>
                    <a:pt x="39719" y="157162"/>
                  </a:lnTo>
                  <a:lnTo>
                    <a:pt x="39719" y="111347"/>
                  </a:lnTo>
                  <a:lnTo>
                    <a:pt x="61055" y="111347"/>
                  </a:lnTo>
                  <a:lnTo>
                    <a:pt x="72809" y="110775"/>
                  </a:lnTo>
                  <a:lnTo>
                    <a:pt x="109537" y="91154"/>
                  </a:lnTo>
                  <a:lnTo>
                    <a:pt x="112966" y="73247"/>
                  </a:lnTo>
                  <a:lnTo>
                    <a:pt x="112966" y="64103"/>
                  </a:lnTo>
                  <a:lnTo>
                    <a:pt x="109918" y="56483"/>
                  </a:lnTo>
                  <a:lnTo>
                    <a:pt x="103822" y="51911"/>
                  </a:lnTo>
                  <a:lnTo>
                    <a:pt x="99250" y="47244"/>
                  </a:lnTo>
                  <a:lnTo>
                    <a:pt x="91630" y="44195"/>
                  </a:lnTo>
                  <a:lnTo>
                    <a:pt x="80962" y="44195"/>
                  </a:lnTo>
                  <a:lnTo>
                    <a:pt x="41814" y="53197"/>
                  </a:lnTo>
                  <a:lnTo>
                    <a:pt x="27527" y="61055"/>
                  </a:lnTo>
                  <a:lnTo>
                    <a:pt x="6096" y="21335"/>
                  </a:lnTo>
                  <a:lnTo>
                    <a:pt x="45815" y="4571"/>
                  </a:lnTo>
                  <a:lnTo>
                    <a:pt x="90106" y="0"/>
                  </a:lnTo>
                  <a:lnTo>
                    <a:pt x="107552" y="1142"/>
                  </a:lnTo>
                  <a:lnTo>
                    <a:pt x="149637" y="18287"/>
                  </a:lnTo>
                  <a:lnTo>
                    <a:pt x="171069" y="51546"/>
                  </a:lnTo>
                  <a:lnTo>
                    <a:pt x="172497" y="65627"/>
                  </a:lnTo>
                  <a:lnTo>
                    <a:pt x="171902" y="77628"/>
                  </a:lnTo>
                  <a:lnTo>
                    <a:pt x="155279" y="114243"/>
                  </a:lnTo>
                  <a:lnTo>
                    <a:pt x="126682" y="131254"/>
                  </a:lnTo>
                  <a:lnTo>
                    <a:pt x="126682" y="132778"/>
                  </a:lnTo>
                  <a:lnTo>
                    <a:pt x="166401" y="154114"/>
                  </a:lnTo>
                  <a:lnTo>
                    <a:pt x="180117" y="193833"/>
                  </a:lnTo>
                  <a:lnTo>
                    <a:pt x="178641" y="211264"/>
                  </a:lnTo>
                  <a:lnTo>
                    <a:pt x="154209" y="253269"/>
                  </a:lnTo>
                  <a:lnTo>
                    <a:pt x="104194" y="274794"/>
                  </a:lnTo>
                  <a:lnTo>
                    <a:pt x="82486" y="276224"/>
                  </a:lnTo>
                  <a:close/>
                </a:path>
              </a:pathLst>
            </a:custGeom>
            <a:solidFill>
              <a:srgbClr val="232323"/>
            </a:solidFill>
          </p:spPr>
          <p:txBody>
            <a:bodyPr wrap="square" lIns="0" tIns="0" rIns="0" bIns="0" rtlCol="0"/>
            <a:lstStyle/>
            <a:p>
              <a:endParaRPr/>
            </a:p>
          </p:txBody>
        </p:sp>
        <p:pic>
          <p:nvPicPr>
            <p:cNvPr id="32" name="object 32"/>
            <p:cNvPicPr/>
            <p:nvPr/>
          </p:nvPicPr>
          <p:blipFill>
            <a:blip r:embed="rId15" cstate="print"/>
            <a:stretch>
              <a:fillRect/>
            </a:stretch>
          </p:blipFill>
          <p:spPr>
            <a:xfrm>
              <a:off x="1684972" y="5339429"/>
              <a:ext cx="68675" cy="64103"/>
            </a:xfrm>
            <a:prstGeom prst="rect">
              <a:avLst/>
            </a:prstGeom>
          </p:spPr>
        </p:pic>
        <p:sp>
          <p:nvSpPr>
            <p:cNvPr id="33" name="object 33"/>
            <p:cNvSpPr/>
            <p:nvPr/>
          </p:nvSpPr>
          <p:spPr>
            <a:xfrm>
              <a:off x="1773554" y="5125783"/>
              <a:ext cx="123825" cy="273685"/>
            </a:xfrm>
            <a:custGeom>
              <a:avLst/>
              <a:gdLst/>
              <a:ahLst/>
              <a:cxnLst/>
              <a:rect l="l" t="t" r="r" b="b"/>
              <a:pathLst>
                <a:path w="123825" h="273685">
                  <a:moveTo>
                    <a:pt x="123634" y="273176"/>
                  </a:moveTo>
                  <a:lnTo>
                    <a:pt x="65627" y="273176"/>
                  </a:lnTo>
                  <a:lnTo>
                    <a:pt x="65627" y="68675"/>
                  </a:lnTo>
                  <a:lnTo>
                    <a:pt x="54197" y="75342"/>
                  </a:lnTo>
                  <a:lnTo>
                    <a:pt x="48482" y="78319"/>
                  </a:lnTo>
                  <a:lnTo>
                    <a:pt x="42767" y="80867"/>
                  </a:lnTo>
                  <a:lnTo>
                    <a:pt x="30110" y="85439"/>
                  </a:lnTo>
                  <a:lnTo>
                    <a:pt x="15239" y="90011"/>
                  </a:lnTo>
                  <a:lnTo>
                    <a:pt x="0" y="42671"/>
                  </a:lnTo>
                  <a:lnTo>
                    <a:pt x="12526" y="38957"/>
                  </a:lnTo>
                  <a:lnTo>
                    <a:pt x="24776" y="34670"/>
                  </a:lnTo>
                  <a:lnTo>
                    <a:pt x="69068" y="12763"/>
                  </a:lnTo>
                  <a:lnTo>
                    <a:pt x="88582" y="0"/>
                  </a:lnTo>
                  <a:lnTo>
                    <a:pt x="123634" y="0"/>
                  </a:lnTo>
                  <a:lnTo>
                    <a:pt x="123634" y="273176"/>
                  </a:lnTo>
                  <a:close/>
                </a:path>
              </a:pathLst>
            </a:custGeom>
            <a:solidFill>
              <a:srgbClr val="232323"/>
            </a:solidFill>
          </p:spPr>
          <p:txBody>
            <a:bodyPr wrap="square" lIns="0" tIns="0" rIns="0" bIns="0" rtlCol="0"/>
            <a:lstStyle/>
            <a:p>
              <a:endParaRPr/>
            </a:p>
          </p:txBody>
        </p:sp>
      </p:grpSp>
      <p:sp>
        <p:nvSpPr>
          <p:cNvPr id="34" name="object 34"/>
          <p:cNvSpPr/>
          <p:nvPr/>
        </p:nvSpPr>
        <p:spPr>
          <a:xfrm>
            <a:off x="1956720" y="5127307"/>
            <a:ext cx="182245" cy="276225"/>
          </a:xfrm>
          <a:custGeom>
            <a:avLst/>
            <a:gdLst/>
            <a:ahLst/>
            <a:cxnLst/>
            <a:rect l="l" t="t" r="r" b="b"/>
            <a:pathLst>
              <a:path w="182244" h="276225">
                <a:moveTo>
                  <a:pt x="84010" y="276224"/>
                </a:moveTo>
                <a:lnTo>
                  <a:pt x="39719" y="270128"/>
                </a:lnTo>
                <a:lnTo>
                  <a:pt x="0" y="253269"/>
                </a:lnTo>
                <a:lnTo>
                  <a:pt x="22955" y="213645"/>
                </a:lnTo>
                <a:lnTo>
                  <a:pt x="29789" y="217908"/>
                </a:lnTo>
                <a:lnTo>
                  <a:pt x="36480" y="221456"/>
                </a:lnTo>
                <a:lnTo>
                  <a:pt x="42886" y="224147"/>
                </a:lnTo>
                <a:lnTo>
                  <a:pt x="48863" y="225837"/>
                </a:lnTo>
                <a:lnTo>
                  <a:pt x="54902" y="227837"/>
                </a:lnTo>
                <a:lnTo>
                  <a:pt x="61674" y="229266"/>
                </a:lnTo>
                <a:lnTo>
                  <a:pt x="69303" y="230123"/>
                </a:lnTo>
                <a:lnTo>
                  <a:pt x="77914" y="230409"/>
                </a:lnTo>
                <a:lnTo>
                  <a:pt x="87844" y="229814"/>
                </a:lnTo>
                <a:lnTo>
                  <a:pt x="120084" y="201953"/>
                </a:lnTo>
                <a:lnTo>
                  <a:pt x="120681" y="195357"/>
                </a:lnTo>
                <a:lnTo>
                  <a:pt x="119799" y="185849"/>
                </a:lnTo>
                <a:lnTo>
                  <a:pt x="86868" y="159448"/>
                </a:lnTo>
                <a:lnTo>
                  <a:pt x="62674" y="157162"/>
                </a:lnTo>
                <a:lnTo>
                  <a:pt x="41243" y="157162"/>
                </a:lnTo>
                <a:lnTo>
                  <a:pt x="41243" y="111347"/>
                </a:lnTo>
                <a:lnTo>
                  <a:pt x="61055" y="111347"/>
                </a:lnTo>
                <a:lnTo>
                  <a:pt x="73064" y="110775"/>
                </a:lnTo>
                <a:lnTo>
                  <a:pt x="109537" y="91154"/>
                </a:lnTo>
                <a:lnTo>
                  <a:pt x="112966" y="73247"/>
                </a:lnTo>
                <a:lnTo>
                  <a:pt x="112966" y="64103"/>
                </a:lnTo>
                <a:lnTo>
                  <a:pt x="80962" y="44195"/>
                </a:lnTo>
                <a:lnTo>
                  <a:pt x="73342" y="44195"/>
                </a:lnTo>
                <a:lnTo>
                  <a:pt x="65722" y="45719"/>
                </a:lnTo>
                <a:lnTo>
                  <a:pt x="56483" y="48768"/>
                </a:lnTo>
                <a:lnTo>
                  <a:pt x="49601" y="50473"/>
                </a:lnTo>
                <a:lnTo>
                  <a:pt x="42576" y="53197"/>
                </a:lnTo>
                <a:lnTo>
                  <a:pt x="35266" y="56777"/>
                </a:lnTo>
                <a:lnTo>
                  <a:pt x="27527" y="61055"/>
                </a:lnTo>
                <a:lnTo>
                  <a:pt x="6096" y="21335"/>
                </a:lnTo>
                <a:lnTo>
                  <a:pt x="45815" y="4571"/>
                </a:lnTo>
                <a:lnTo>
                  <a:pt x="90106" y="0"/>
                </a:lnTo>
                <a:lnTo>
                  <a:pt x="107552" y="1142"/>
                </a:lnTo>
                <a:lnTo>
                  <a:pt x="149637" y="18287"/>
                </a:lnTo>
                <a:lnTo>
                  <a:pt x="171149" y="51546"/>
                </a:lnTo>
                <a:lnTo>
                  <a:pt x="172593" y="65627"/>
                </a:lnTo>
                <a:lnTo>
                  <a:pt x="171996" y="77628"/>
                </a:lnTo>
                <a:lnTo>
                  <a:pt x="155281" y="114243"/>
                </a:lnTo>
                <a:lnTo>
                  <a:pt x="126777" y="131254"/>
                </a:lnTo>
                <a:lnTo>
                  <a:pt x="126777" y="132778"/>
                </a:lnTo>
                <a:lnTo>
                  <a:pt x="166401" y="154114"/>
                </a:lnTo>
                <a:lnTo>
                  <a:pt x="181736" y="193833"/>
                </a:lnTo>
                <a:lnTo>
                  <a:pt x="180021" y="211264"/>
                </a:lnTo>
                <a:lnTo>
                  <a:pt x="154209" y="253269"/>
                </a:lnTo>
                <a:lnTo>
                  <a:pt x="104837" y="274794"/>
                </a:lnTo>
                <a:lnTo>
                  <a:pt x="84010" y="276224"/>
                </a:lnTo>
                <a:close/>
              </a:path>
            </a:pathLst>
          </a:custGeom>
          <a:solidFill>
            <a:srgbClr val="232323"/>
          </a:solidFill>
        </p:spPr>
        <p:txBody>
          <a:bodyPr wrap="square" lIns="0" tIns="0" rIns="0" bIns="0" rtlCol="0"/>
          <a:lstStyle/>
          <a:p>
            <a:endParaRPr/>
          </a:p>
        </p:txBody>
      </p:sp>
      <p:grpSp>
        <p:nvGrpSpPr>
          <p:cNvPr id="35" name="object 35"/>
          <p:cNvGrpSpPr/>
          <p:nvPr/>
        </p:nvGrpSpPr>
        <p:grpSpPr>
          <a:xfrm>
            <a:off x="1028789" y="5960554"/>
            <a:ext cx="5740735" cy="3755200"/>
            <a:chOff x="1028789" y="5960554"/>
            <a:chExt cx="5740735" cy="3755200"/>
          </a:xfrm>
        </p:grpSpPr>
        <p:pic>
          <p:nvPicPr>
            <p:cNvPr id="36" name="object 36"/>
            <p:cNvPicPr/>
            <p:nvPr/>
          </p:nvPicPr>
          <p:blipFill>
            <a:blip r:embed="rId16" cstate="print"/>
            <a:stretch>
              <a:fillRect/>
            </a:stretch>
          </p:blipFill>
          <p:spPr>
            <a:xfrm>
              <a:off x="1028789" y="5997018"/>
              <a:ext cx="5740735" cy="3718481"/>
            </a:xfrm>
            <a:prstGeom prst="rect">
              <a:avLst/>
            </a:prstGeom>
          </p:spPr>
        </p:pic>
        <p:sp>
          <p:nvSpPr>
            <p:cNvPr id="37" name="object 37"/>
            <p:cNvSpPr/>
            <p:nvPr/>
          </p:nvSpPr>
          <p:spPr>
            <a:xfrm>
              <a:off x="1130808" y="6099428"/>
              <a:ext cx="5534660" cy="3616325"/>
            </a:xfrm>
            <a:custGeom>
              <a:avLst/>
              <a:gdLst/>
              <a:ahLst/>
              <a:cxnLst/>
              <a:rect l="l" t="t" r="r" b="b"/>
              <a:pathLst>
                <a:path w="5534659" h="3616325">
                  <a:moveTo>
                    <a:pt x="5534501" y="3616071"/>
                  </a:moveTo>
                  <a:lnTo>
                    <a:pt x="0" y="3616071"/>
                  </a:lnTo>
                  <a:lnTo>
                    <a:pt x="0" y="94583"/>
                  </a:lnTo>
                  <a:lnTo>
                    <a:pt x="1524" y="88487"/>
                  </a:lnTo>
                  <a:lnTo>
                    <a:pt x="3048" y="80867"/>
                  </a:lnTo>
                  <a:lnTo>
                    <a:pt x="4572" y="74771"/>
                  </a:lnTo>
                  <a:lnTo>
                    <a:pt x="7620" y="67151"/>
                  </a:lnTo>
                  <a:lnTo>
                    <a:pt x="13716" y="54959"/>
                  </a:lnTo>
                  <a:lnTo>
                    <a:pt x="18288" y="48767"/>
                  </a:lnTo>
                  <a:lnTo>
                    <a:pt x="21336" y="42672"/>
                  </a:lnTo>
                  <a:lnTo>
                    <a:pt x="25908" y="36575"/>
                  </a:lnTo>
                  <a:lnTo>
                    <a:pt x="32004" y="32004"/>
                  </a:lnTo>
                  <a:lnTo>
                    <a:pt x="36576" y="27432"/>
                  </a:lnTo>
                  <a:lnTo>
                    <a:pt x="48768" y="18288"/>
                  </a:lnTo>
                  <a:lnTo>
                    <a:pt x="53435" y="13716"/>
                  </a:lnTo>
                  <a:lnTo>
                    <a:pt x="61055" y="10667"/>
                  </a:lnTo>
                  <a:lnTo>
                    <a:pt x="67151" y="7620"/>
                  </a:lnTo>
                  <a:lnTo>
                    <a:pt x="73247" y="6096"/>
                  </a:lnTo>
                  <a:lnTo>
                    <a:pt x="80867" y="3048"/>
                  </a:lnTo>
                  <a:lnTo>
                    <a:pt x="86963" y="1524"/>
                  </a:lnTo>
                  <a:lnTo>
                    <a:pt x="94583" y="0"/>
                  </a:lnTo>
                  <a:lnTo>
                    <a:pt x="5438299" y="0"/>
                  </a:lnTo>
                  <a:lnTo>
                    <a:pt x="5445919" y="1524"/>
                  </a:lnTo>
                  <a:lnTo>
                    <a:pt x="5452110" y="3048"/>
                  </a:lnTo>
                  <a:lnTo>
                    <a:pt x="5459730" y="6096"/>
                  </a:lnTo>
                  <a:lnTo>
                    <a:pt x="5465826" y="7620"/>
                  </a:lnTo>
                  <a:lnTo>
                    <a:pt x="5473446" y="10667"/>
                  </a:lnTo>
                  <a:lnTo>
                    <a:pt x="5479542" y="13716"/>
                  </a:lnTo>
                  <a:lnTo>
                    <a:pt x="5491734" y="22859"/>
                  </a:lnTo>
                  <a:lnTo>
                    <a:pt x="5496306" y="27432"/>
                  </a:lnTo>
                  <a:lnTo>
                    <a:pt x="5502402" y="32004"/>
                  </a:lnTo>
                  <a:lnTo>
                    <a:pt x="5507069" y="36575"/>
                  </a:lnTo>
                  <a:lnTo>
                    <a:pt x="5516213" y="48767"/>
                  </a:lnTo>
                  <a:lnTo>
                    <a:pt x="5519261" y="54959"/>
                  </a:lnTo>
                  <a:lnTo>
                    <a:pt x="5525357" y="67151"/>
                  </a:lnTo>
                  <a:lnTo>
                    <a:pt x="5528405" y="74771"/>
                  </a:lnTo>
                  <a:lnTo>
                    <a:pt x="5529929" y="80867"/>
                  </a:lnTo>
                  <a:lnTo>
                    <a:pt x="5531453" y="88487"/>
                  </a:lnTo>
                  <a:lnTo>
                    <a:pt x="5532977" y="94583"/>
                  </a:lnTo>
                  <a:lnTo>
                    <a:pt x="5534501" y="102203"/>
                  </a:lnTo>
                  <a:lnTo>
                    <a:pt x="5534501" y="3616071"/>
                  </a:lnTo>
                  <a:close/>
                </a:path>
              </a:pathLst>
            </a:custGeom>
            <a:solidFill>
              <a:srgbClr val="FFFFFF"/>
            </a:solidFill>
          </p:spPr>
          <p:txBody>
            <a:bodyPr wrap="square" lIns="0" tIns="0" rIns="0" bIns="0" rtlCol="0"/>
            <a:lstStyle/>
            <a:p>
              <a:endParaRPr/>
            </a:p>
          </p:txBody>
        </p:sp>
        <p:sp>
          <p:nvSpPr>
            <p:cNvPr id="38" name="object 38"/>
            <p:cNvSpPr/>
            <p:nvPr/>
          </p:nvSpPr>
          <p:spPr>
            <a:xfrm>
              <a:off x="1159764" y="6096000"/>
              <a:ext cx="5477510" cy="40005"/>
            </a:xfrm>
            <a:custGeom>
              <a:avLst/>
              <a:gdLst/>
              <a:ahLst/>
              <a:cxnLst/>
              <a:rect l="l" t="t" r="r" b="b"/>
              <a:pathLst>
                <a:path w="5477509" h="40004">
                  <a:moveTo>
                    <a:pt x="7619" y="39623"/>
                  </a:moveTo>
                  <a:lnTo>
                    <a:pt x="0" y="32003"/>
                  </a:lnTo>
                  <a:lnTo>
                    <a:pt x="4571" y="27432"/>
                  </a:lnTo>
                  <a:lnTo>
                    <a:pt x="7619" y="25907"/>
                  </a:lnTo>
                  <a:lnTo>
                    <a:pt x="12191" y="21335"/>
                  </a:lnTo>
                  <a:lnTo>
                    <a:pt x="15239" y="19812"/>
                  </a:lnTo>
                  <a:lnTo>
                    <a:pt x="18287" y="16764"/>
                  </a:lnTo>
                  <a:lnTo>
                    <a:pt x="30479" y="10667"/>
                  </a:lnTo>
                  <a:lnTo>
                    <a:pt x="68580" y="0"/>
                  </a:lnTo>
                  <a:lnTo>
                    <a:pt x="5408676" y="0"/>
                  </a:lnTo>
                  <a:lnTo>
                    <a:pt x="5420868" y="1523"/>
                  </a:lnTo>
                  <a:lnTo>
                    <a:pt x="5426964" y="3048"/>
                  </a:lnTo>
                  <a:lnTo>
                    <a:pt x="5431536" y="4571"/>
                  </a:lnTo>
                  <a:lnTo>
                    <a:pt x="5437632" y="6096"/>
                  </a:lnTo>
                  <a:lnTo>
                    <a:pt x="5443728" y="9144"/>
                  </a:lnTo>
                  <a:lnTo>
                    <a:pt x="68580" y="9144"/>
                  </a:lnTo>
                  <a:lnTo>
                    <a:pt x="57911" y="10667"/>
                  </a:lnTo>
                  <a:lnTo>
                    <a:pt x="53339" y="12192"/>
                  </a:lnTo>
                  <a:lnTo>
                    <a:pt x="41148" y="15239"/>
                  </a:lnTo>
                  <a:lnTo>
                    <a:pt x="38100" y="16764"/>
                  </a:lnTo>
                  <a:lnTo>
                    <a:pt x="36575" y="18287"/>
                  </a:lnTo>
                  <a:lnTo>
                    <a:pt x="27431" y="22860"/>
                  </a:lnTo>
                  <a:lnTo>
                    <a:pt x="25908" y="24383"/>
                  </a:lnTo>
                  <a:lnTo>
                    <a:pt x="22860" y="25907"/>
                  </a:lnTo>
                  <a:lnTo>
                    <a:pt x="21335" y="27432"/>
                  </a:lnTo>
                  <a:lnTo>
                    <a:pt x="18287" y="28955"/>
                  </a:lnTo>
                  <a:lnTo>
                    <a:pt x="13715" y="33528"/>
                  </a:lnTo>
                  <a:lnTo>
                    <a:pt x="10667" y="35051"/>
                  </a:lnTo>
                  <a:lnTo>
                    <a:pt x="7619" y="38100"/>
                  </a:lnTo>
                  <a:lnTo>
                    <a:pt x="7619" y="39623"/>
                  </a:lnTo>
                  <a:close/>
                </a:path>
                <a:path w="5477509" h="40004">
                  <a:moveTo>
                    <a:pt x="5471160" y="39623"/>
                  </a:moveTo>
                  <a:lnTo>
                    <a:pt x="5469636" y="38100"/>
                  </a:lnTo>
                  <a:lnTo>
                    <a:pt x="5466588" y="36576"/>
                  </a:lnTo>
                  <a:lnTo>
                    <a:pt x="5462016" y="32003"/>
                  </a:lnTo>
                  <a:lnTo>
                    <a:pt x="5458968" y="30480"/>
                  </a:lnTo>
                  <a:lnTo>
                    <a:pt x="5454396" y="25907"/>
                  </a:lnTo>
                  <a:lnTo>
                    <a:pt x="5448300" y="22860"/>
                  </a:lnTo>
                  <a:lnTo>
                    <a:pt x="5446776" y="21335"/>
                  </a:lnTo>
                  <a:lnTo>
                    <a:pt x="5434584" y="15239"/>
                  </a:lnTo>
                  <a:lnTo>
                    <a:pt x="5430012" y="13716"/>
                  </a:lnTo>
                  <a:lnTo>
                    <a:pt x="5423916" y="12192"/>
                  </a:lnTo>
                  <a:lnTo>
                    <a:pt x="5419344" y="10667"/>
                  </a:lnTo>
                  <a:lnTo>
                    <a:pt x="5407152" y="9144"/>
                  </a:lnTo>
                  <a:lnTo>
                    <a:pt x="5443728" y="9144"/>
                  </a:lnTo>
                  <a:lnTo>
                    <a:pt x="5455920" y="15239"/>
                  </a:lnTo>
                  <a:lnTo>
                    <a:pt x="5457444" y="16764"/>
                  </a:lnTo>
                  <a:lnTo>
                    <a:pt x="5460492" y="18287"/>
                  </a:lnTo>
                  <a:lnTo>
                    <a:pt x="5463540" y="21335"/>
                  </a:lnTo>
                  <a:lnTo>
                    <a:pt x="5466588" y="22860"/>
                  </a:lnTo>
                  <a:lnTo>
                    <a:pt x="5472684" y="28955"/>
                  </a:lnTo>
                  <a:lnTo>
                    <a:pt x="5475732" y="30480"/>
                  </a:lnTo>
                  <a:lnTo>
                    <a:pt x="5477256" y="32003"/>
                  </a:lnTo>
                  <a:lnTo>
                    <a:pt x="5471160" y="38100"/>
                  </a:lnTo>
                  <a:lnTo>
                    <a:pt x="5471160" y="39623"/>
                  </a:lnTo>
                  <a:close/>
                </a:path>
              </a:pathLst>
            </a:custGeom>
            <a:solidFill>
              <a:srgbClr val="606060"/>
            </a:solidFill>
          </p:spPr>
          <p:txBody>
            <a:bodyPr wrap="square" lIns="0" tIns="0" rIns="0" bIns="0" rtlCol="0"/>
            <a:lstStyle/>
            <a:p>
              <a:endParaRPr/>
            </a:p>
          </p:txBody>
        </p:sp>
        <p:pic>
          <p:nvPicPr>
            <p:cNvPr id="39" name="object 39"/>
            <p:cNvPicPr/>
            <p:nvPr/>
          </p:nvPicPr>
          <p:blipFill>
            <a:blip r:embed="rId17" cstate="print"/>
            <a:stretch>
              <a:fillRect/>
            </a:stretch>
          </p:blipFill>
          <p:spPr>
            <a:xfrm>
              <a:off x="1126236" y="6097523"/>
              <a:ext cx="5544312" cy="3617976"/>
            </a:xfrm>
            <a:prstGeom prst="rect">
              <a:avLst/>
            </a:prstGeom>
          </p:spPr>
        </p:pic>
        <p:sp>
          <p:nvSpPr>
            <p:cNvPr id="40" name="object 40"/>
            <p:cNvSpPr/>
            <p:nvPr/>
          </p:nvSpPr>
          <p:spPr>
            <a:xfrm>
              <a:off x="1144524" y="6112764"/>
              <a:ext cx="5507990" cy="3602990"/>
            </a:xfrm>
            <a:custGeom>
              <a:avLst/>
              <a:gdLst/>
              <a:ahLst/>
              <a:cxnLst/>
              <a:rect l="l" t="t" r="r" b="b"/>
              <a:pathLst>
                <a:path w="5507990" h="3602990">
                  <a:moveTo>
                    <a:pt x="5507736" y="3602735"/>
                  </a:moveTo>
                  <a:lnTo>
                    <a:pt x="0" y="3602735"/>
                  </a:lnTo>
                  <a:lnTo>
                    <a:pt x="0" y="0"/>
                  </a:lnTo>
                  <a:lnTo>
                    <a:pt x="5507736" y="0"/>
                  </a:lnTo>
                  <a:lnTo>
                    <a:pt x="5507736" y="3602735"/>
                  </a:lnTo>
                  <a:close/>
                </a:path>
              </a:pathLst>
            </a:custGeom>
            <a:solidFill>
              <a:srgbClr val="FFFFFF"/>
            </a:solidFill>
          </p:spPr>
          <p:txBody>
            <a:bodyPr wrap="square" lIns="0" tIns="0" rIns="0" bIns="0" rtlCol="0"/>
            <a:lstStyle/>
            <a:p>
              <a:endParaRPr dirty="0"/>
            </a:p>
          </p:txBody>
        </p:sp>
        <p:pic>
          <p:nvPicPr>
            <p:cNvPr id="41" name="object 41"/>
            <p:cNvPicPr/>
            <p:nvPr/>
          </p:nvPicPr>
          <p:blipFill>
            <a:blip r:embed="rId18" cstate="print"/>
            <a:stretch>
              <a:fillRect/>
            </a:stretch>
          </p:blipFill>
          <p:spPr>
            <a:xfrm>
              <a:off x="1344549" y="6683883"/>
              <a:ext cx="93059" cy="137350"/>
            </a:xfrm>
            <a:prstGeom prst="rect">
              <a:avLst/>
            </a:prstGeom>
          </p:spPr>
        </p:pic>
        <p:sp>
          <p:nvSpPr>
            <p:cNvPr id="42" name="object 42"/>
            <p:cNvSpPr/>
            <p:nvPr/>
          </p:nvSpPr>
          <p:spPr>
            <a:xfrm>
              <a:off x="1459039" y="6677787"/>
              <a:ext cx="21590" cy="142240"/>
            </a:xfrm>
            <a:custGeom>
              <a:avLst/>
              <a:gdLst/>
              <a:ahLst/>
              <a:cxnLst/>
              <a:rect l="l" t="t" r="r" b="b"/>
              <a:pathLst>
                <a:path w="21590" h="142240">
                  <a:moveTo>
                    <a:pt x="21336" y="141922"/>
                  </a:moveTo>
                  <a:lnTo>
                    <a:pt x="0" y="141922"/>
                  </a:lnTo>
                  <a:lnTo>
                    <a:pt x="0" y="0"/>
                  </a:lnTo>
                  <a:lnTo>
                    <a:pt x="21336" y="0"/>
                  </a:lnTo>
                  <a:lnTo>
                    <a:pt x="21336" y="141922"/>
                  </a:lnTo>
                  <a:close/>
                </a:path>
              </a:pathLst>
            </a:custGeom>
            <a:solidFill>
              <a:srgbClr val="232323"/>
            </a:solidFill>
          </p:spPr>
          <p:txBody>
            <a:bodyPr wrap="square" lIns="0" tIns="0" rIns="0" bIns="0" rtlCol="0"/>
            <a:lstStyle/>
            <a:p>
              <a:endParaRPr/>
            </a:p>
          </p:txBody>
        </p:sp>
        <p:pic>
          <p:nvPicPr>
            <p:cNvPr id="43" name="object 43"/>
            <p:cNvPicPr/>
            <p:nvPr/>
          </p:nvPicPr>
          <p:blipFill>
            <a:blip r:embed="rId19" cstate="print"/>
            <a:stretch>
              <a:fillRect/>
            </a:stretch>
          </p:blipFill>
          <p:spPr>
            <a:xfrm>
              <a:off x="1503330" y="6677786"/>
              <a:ext cx="140398" cy="143446"/>
            </a:xfrm>
            <a:prstGeom prst="rect">
              <a:avLst/>
            </a:prstGeom>
          </p:spPr>
        </p:pic>
        <p:pic>
          <p:nvPicPr>
            <p:cNvPr id="44" name="object 44"/>
            <p:cNvPicPr/>
            <p:nvPr/>
          </p:nvPicPr>
          <p:blipFill>
            <a:blip r:embed="rId20" cstate="print"/>
            <a:stretch>
              <a:fillRect/>
            </a:stretch>
          </p:blipFill>
          <p:spPr>
            <a:xfrm>
              <a:off x="1663636" y="6722078"/>
              <a:ext cx="86963" cy="99155"/>
            </a:xfrm>
            <a:prstGeom prst="rect">
              <a:avLst/>
            </a:prstGeom>
          </p:spPr>
        </p:pic>
        <p:pic>
          <p:nvPicPr>
            <p:cNvPr id="45" name="object 45"/>
            <p:cNvPicPr/>
            <p:nvPr/>
          </p:nvPicPr>
          <p:blipFill>
            <a:blip r:embed="rId21" cstate="print"/>
            <a:stretch>
              <a:fillRect/>
            </a:stretch>
          </p:blipFill>
          <p:spPr>
            <a:xfrm>
              <a:off x="1817846" y="6676262"/>
              <a:ext cx="1725263" cy="144970"/>
            </a:xfrm>
            <a:prstGeom prst="rect">
              <a:avLst/>
            </a:prstGeom>
          </p:spPr>
        </p:pic>
        <p:sp>
          <p:nvSpPr>
            <p:cNvPr id="46" name="object 46"/>
            <p:cNvSpPr/>
            <p:nvPr/>
          </p:nvSpPr>
          <p:spPr>
            <a:xfrm>
              <a:off x="3604164" y="6685407"/>
              <a:ext cx="21590" cy="134620"/>
            </a:xfrm>
            <a:custGeom>
              <a:avLst/>
              <a:gdLst/>
              <a:ahLst/>
              <a:cxnLst/>
              <a:rect l="l" t="t" r="r" b="b"/>
              <a:pathLst>
                <a:path w="21589" h="134620">
                  <a:moveTo>
                    <a:pt x="21335" y="134302"/>
                  </a:moveTo>
                  <a:lnTo>
                    <a:pt x="0" y="134302"/>
                  </a:lnTo>
                  <a:lnTo>
                    <a:pt x="0" y="0"/>
                  </a:lnTo>
                  <a:lnTo>
                    <a:pt x="21335" y="0"/>
                  </a:lnTo>
                  <a:lnTo>
                    <a:pt x="21335" y="134302"/>
                  </a:lnTo>
                  <a:close/>
                </a:path>
              </a:pathLst>
            </a:custGeom>
            <a:solidFill>
              <a:srgbClr val="232323"/>
            </a:solidFill>
          </p:spPr>
          <p:txBody>
            <a:bodyPr wrap="square" lIns="0" tIns="0" rIns="0" bIns="0" rtlCol="0"/>
            <a:lstStyle/>
            <a:p>
              <a:endParaRPr/>
            </a:p>
          </p:txBody>
        </p:sp>
        <p:pic>
          <p:nvPicPr>
            <p:cNvPr id="47" name="object 47"/>
            <p:cNvPicPr/>
            <p:nvPr/>
          </p:nvPicPr>
          <p:blipFill>
            <a:blip r:embed="rId22" cstate="print"/>
            <a:stretch>
              <a:fillRect/>
            </a:stretch>
          </p:blipFill>
          <p:spPr>
            <a:xfrm>
              <a:off x="3657600" y="6685406"/>
              <a:ext cx="90011" cy="134302"/>
            </a:xfrm>
            <a:prstGeom prst="rect">
              <a:avLst/>
            </a:prstGeom>
          </p:spPr>
        </p:pic>
        <p:pic>
          <p:nvPicPr>
            <p:cNvPr id="48" name="object 48"/>
            <p:cNvPicPr/>
            <p:nvPr/>
          </p:nvPicPr>
          <p:blipFill>
            <a:blip r:embed="rId23" cstate="print"/>
            <a:stretch>
              <a:fillRect/>
            </a:stretch>
          </p:blipFill>
          <p:spPr>
            <a:xfrm>
              <a:off x="3770566" y="6685406"/>
              <a:ext cx="143541" cy="134302"/>
            </a:xfrm>
            <a:prstGeom prst="rect">
              <a:avLst/>
            </a:prstGeom>
          </p:spPr>
        </p:pic>
        <p:pic>
          <p:nvPicPr>
            <p:cNvPr id="49" name="object 49"/>
            <p:cNvPicPr/>
            <p:nvPr/>
          </p:nvPicPr>
          <p:blipFill>
            <a:blip r:embed="rId24" cstate="print"/>
            <a:stretch>
              <a:fillRect/>
            </a:stretch>
          </p:blipFill>
          <p:spPr>
            <a:xfrm>
              <a:off x="3981259" y="6679310"/>
              <a:ext cx="1216818" cy="184689"/>
            </a:xfrm>
            <a:prstGeom prst="rect">
              <a:avLst/>
            </a:prstGeom>
          </p:spPr>
        </p:pic>
        <p:pic>
          <p:nvPicPr>
            <p:cNvPr id="50" name="object 50"/>
            <p:cNvPicPr/>
            <p:nvPr/>
          </p:nvPicPr>
          <p:blipFill>
            <a:blip r:embed="rId23" cstate="print"/>
            <a:stretch>
              <a:fillRect/>
            </a:stretch>
          </p:blipFill>
          <p:spPr>
            <a:xfrm>
              <a:off x="5265229" y="6685406"/>
              <a:ext cx="143541" cy="134302"/>
            </a:xfrm>
            <a:prstGeom prst="rect">
              <a:avLst/>
            </a:prstGeom>
          </p:spPr>
        </p:pic>
        <p:pic>
          <p:nvPicPr>
            <p:cNvPr id="51" name="object 51"/>
            <p:cNvPicPr/>
            <p:nvPr/>
          </p:nvPicPr>
          <p:blipFill>
            <a:blip r:embed="rId25" cstate="print"/>
            <a:stretch>
              <a:fillRect/>
            </a:stretch>
          </p:blipFill>
          <p:spPr>
            <a:xfrm>
              <a:off x="5430202" y="6722078"/>
              <a:ext cx="80867" cy="99155"/>
            </a:xfrm>
            <a:prstGeom prst="rect">
              <a:avLst/>
            </a:prstGeom>
          </p:spPr>
        </p:pic>
        <p:pic>
          <p:nvPicPr>
            <p:cNvPr id="52" name="object 52"/>
            <p:cNvPicPr/>
            <p:nvPr/>
          </p:nvPicPr>
          <p:blipFill>
            <a:blip r:embed="rId26" cstate="print"/>
            <a:stretch>
              <a:fillRect/>
            </a:stretch>
          </p:blipFill>
          <p:spPr>
            <a:xfrm>
              <a:off x="5535548" y="6722078"/>
              <a:ext cx="294608" cy="141922"/>
            </a:xfrm>
            <a:prstGeom prst="rect">
              <a:avLst/>
            </a:prstGeom>
          </p:spPr>
        </p:pic>
        <p:pic>
          <p:nvPicPr>
            <p:cNvPr id="53" name="object 53"/>
            <p:cNvPicPr/>
            <p:nvPr/>
          </p:nvPicPr>
          <p:blipFill>
            <a:blip r:embed="rId27" cstate="print"/>
            <a:stretch>
              <a:fillRect/>
            </a:stretch>
          </p:blipFill>
          <p:spPr>
            <a:xfrm>
              <a:off x="5850064" y="6722078"/>
              <a:ext cx="88487" cy="99155"/>
            </a:xfrm>
            <a:prstGeom prst="rect">
              <a:avLst/>
            </a:prstGeom>
          </p:spPr>
        </p:pic>
        <p:sp>
          <p:nvSpPr>
            <p:cNvPr id="54" name="object 54"/>
            <p:cNvSpPr/>
            <p:nvPr/>
          </p:nvSpPr>
          <p:spPr>
            <a:xfrm>
              <a:off x="5958458" y="6722077"/>
              <a:ext cx="59690" cy="97790"/>
            </a:xfrm>
            <a:custGeom>
              <a:avLst/>
              <a:gdLst/>
              <a:ahLst/>
              <a:cxnLst/>
              <a:rect l="l" t="t" r="r" b="b"/>
              <a:pathLst>
                <a:path w="59689" h="97790">
                  <a:moveTo>
                    <a:pt x="53435" y="21336"/>
                  </a:moveTo>
                  <a:lnTo>
                    <a:pt x="51911" y="21336"/>
                  </a:lnTo>
                  <a:lnTo>
                    <a:pt x="50387" y="19812"/>
                  </a:lnTo>
                  <a:lnTo>
                    <a:pt x="21431" y="19812"/>
                  </a:lnTo>
                  <a:lnTo>
                    <a:pt x="41243" y="0"/>
                  </a:lnTo>
                  <a:lnTo>
                    <a:pt x="50387" y="0"/>
                  </a:lnTo>
                  <a:lnTo>
                    <a:pt x="53435" y="1524"/>
                  </a:lnTo>
                  <a:lnTo>
                    <a:pt x="58102" y="1524"/>
                  </a:lnTo>
                  <a:lnTo>
                    <a:pt x="59626" y="3048"/>
                  </a:lnTo>
                  <a:lnTo>
                    <a:pt x="53435" y="21336"/>
                  </a:lnTo>
                  <a:close/>
                </a:path>
                <a:path w="59689" h="97790">
                  <a:moveTo>
                    <a:pt x="21431" y="97631"/>
                  </a:moveTo>
                  <a:lnTo>
                    <a:pt x="0" y="97631"/>
                  </a:lnTo>
                  <a:lnTo>
                    <a:pt x="0" y="1524"/>
                  </a:lnTo>
                  <a:lnTo>
                    <a:pt x="21431" y="1524"/>
                  </a:lnTo>
                  <a:lnTo>
                    <a:pt x="21431" y="19812"/>
                  </a:lnTo>
                  <a:lnTo>
                    <a:pt x="36671" y="19812"/>
                  </a:lnTo>
                  <a:lnTo>
                    <a:pt x="30575" y="21336"/>
                  </a:lnTo>
                  <a:lnTo>
                    <a:pt x="27527" y="27432"/>
                  </a:lnTo>
                  <a:lnTo>
                    <a:pt x="22955" y="33528"/>
                  </a:lnTo>
                  <a:lnTo>
                    <a:pt x="21431" y="41148"/>
                  </a:lnTo>
                  <a:lnTo>
                    <a:pt x="21431" y="97631"/>
                  </a:lnTo>
                  <a:close/>
                </a:path>
              </a:pathLst>
            </a:custGeom>
            <a:solidFill>
              <a:srgbClr val="232323"/>
            </a:solidFill>
          </p:spPr>
          <p:txBody>
            <a:bodyPr wrap="square" lIns="0" tIns="0" rIns="0" bIns="0" rtlCol="0"/>
            <a:lstStyle/>
            <a:p>
              <a:endParaRPr/>
            </a:p>
          </p:txBody>
        </p:sp>
        <p:pic>
          <p:nvPicPr>
            <p:cNvPr id="55" name="object 55"/>
            <p:cNvPicPr/>
            <p:nvPr/>
          </p:nvPicPr>
          <p:blipFill>
            <a:blip r:embed="rId28" cstate="print"/>
            <a:stretch>
              <a:fillRect/>
            </a:stretch>
          </p:blipFill>
          <p:spPr>
            <a:xfrm>
              <a:off x="1347597" y="6912768"/>
              <a:ext cx="286988" cy="166401"/>
            </a:xfrm>
            <a:prstGeom prst="rect">
              <a:avLst/>
            </a:prstGeom>
          </p:spPr>
        </p:pic>
        <p:pic>
          <p:nvPicPr>
            <p:cNvPr id="56" name="object 56"/>
            <p:cNvPicPr/>
            <p:nvPr/>
          </p:nvPicPr>
          <p:blipFill>
            <a:blip r:embed="rId29" cstate="print"/>
            <a:stretch>
              <a:fillRect/>
            </a:stretch>
          </p:blipFill>
          <p:spPr>
            <a:xfrm>
              <a:off x="1659064" y="6914292"/>
              <a:ext cx="207644" cy="164877"/>
            </a:xfrm>
            <a:prstGeom prst="rect">
              <a:avLst/>
            </a:prstGeom>
          </p:spPr>
        </p:pic>
        <p:pic>
          <p:nvPicPr>
            <p:cNvPr id="57" name="object 57"/>
            <p:cNvPicPr/>
            <p:nvPr/>
          </p:nvPicPr>
          <p:blipFill>
            <a:blip r:embed="rId30" cstate="print"/>
            <a:stretch>
              <a:fillRect/>
            </a:stretch>
          </p:blipFill>
          <p:spPr>
            <a:xfrm>
              <a:off x="1933860" y="6911244"/>
              <a:ext cx="348138" cy="138874"/>
            </a:xfrm>
            <a:prstGeom prst="rect">
              <a:avLst/>
            </a:prstGeom>
          </p:spPr>
        </p:pic>
        <p:pic>
          <p:nvPicPr>
            <p:cNvPr id="58" name="object 58"/>
            <p:cNvPicPr/>
            <p:nvPr/>
          </p:nvPicPr>
          <p:blipFill>
            <a:blip r:embed="rId31" cstate="print"/>
            <a:stretch>
              <a:fillRect/>
            </a:stretch>
          </p:blipFill>
          <p:spPr>
            <a:xfrm>
              <a:off x="2309431" y="6912768"/>
              <a:ext cx="90106" cy="137350"/>
            </a:xfrm>
            <a:prstGeom prst="rect">
              <a:avLst/>
            </a:prstGeom>
          </p:spPr>
        </p:pic>
        <p:sp>
          <p:nvSpPr>
            <p:cNvPr id="59" name="object 59"/>
            <p:cNvSpPr/>
            <p:nvPr/>
          </p:nvSpPr>
          <p:spPr>
            <a:xfrm>
              <a:off x="1335309" y="7315676"/>
              <a:ext cx="5124450" cy="18415"/>
            </a:xfrm>
            <a:custGeom>
              <a:avLst/>
              <a:gdLst/>
              <a:ahLst/>
              <a:cxnLst/>
              <a:rect l="l" t="t" r="r" b="b"/>
              <a:pathLst>
                <a:path w="5124450" h="18415">
                  <a:moveTo>
                    <a:pt x="5119306" y="18383"/>
                  </a:moveTo>
                  <a:lnTo>
                    <a:pt x="4667" y="18383"/>
                  </a:lnTo>
                  <a:lnTo>
                    <a:pt x="3143" y="15240"/>
                  </a:lnTo>
                  <a:lnTo>
                    <a:pt x="0" y="12192"/>
                  </a:lnTo>
                  <a:lnTo>
                    <a:pt x="0" y="9144"/>
                  </a:lnTo>
                  <a:lnTo>
                    <a:pt x="0" y="6096"/>
                  </a:lnTo>
                  <a:lnTo>
                    <a:pt x="3143" y="3048"/>
                  </a:lnTo>
                  <a:lnTo>
                    <a:pt x="4667" y="0"/>
                  </a:lnTo>
                  <a:lnTo>
                    <a:pt x="5119306" y="0"/>
                  </a:lnTo>
                  <a:lnTo>
                    <a:pt x="5120830" y="3048"/>
                  </a:lnTo>
                  <a:lnTo>
                    <a:pt x="5123878" y="4572"/>
                  </a:lnTo>
                  <a:lnTo>
                    <a:pt x="5123878" y="13716"/>
                  </a:lnTo>
                  <a:lnTo>
                    <a:pt x="5120830" y="15240"/>
                  </a:lnTo>
                  <a:lnTo>
                    <a:pt x="5119306" y="18383"/>
                  </a:lnTo>
                  <a:close/>
                </a:path>
              </a:pathLst>
            </a:custGeom>
            <a:solidFill>
              <a:srgbClr val="707070"/>
            </a:solidFill>
          </p:spPr>
          <p:txBody>
            <a:bodyPr wrap="square" lIns="0" tIns="0" rIns="0" bIns="0" rtlCol="0"/>
            <a:lstStyle/>
            <a:p>
              <a:endParaRPr/>
            </a:p>
          </p:txBody>
        </p:sp>
        <p:sp>
          <p:nvSpPr>
            <p:cNvPr id="60" name="object 60"/>
            <p:cNvSpPr/>
            <p:nvPr/>
          </p:nvSpPr>
          <p:spPr>
            <a:xfrm>
              <a:off x="1336827" y="7694205"/>
              <a:ext cx="201930" cy="139065"/>
            </a:xfrm>
            <a:custGeom>
              <a:avLst/>
              <a:gdLst/>
              <a:ahLst/>
              <a:cxnLst/>
              <a:rect l="l" t="t" r="r" b="b"/>
              <a:pathLst>
                <a:path w="201930" h="139065">
                  <a:moveTo>
                    <a:pt x="55054" y="0"/>
                  </a:moveTo>
                  <a:lnTo>
                    <a:pt x="41249" y="0"/>
                  </a:lnTo>
                  <a:lnTo>
                    <a:pt x="29057" y="9144"/>
                  </a:lnTo>
                  <a:lnTo>
                    <a:pt x="21437" y="12192"/>
                  </a:lnTo>
                  <a:lnTo>
                    <a:pt x="15341" y="16764"/>
                  </a:lnTo>
                  <a:lnTo>
                    <a:pt x="7721" y="19812"/>
                  </a:lnTo>
                  <a:lnTo>
                    <a:pt x="0" y="21336"/>
                  </a:lnTo>
                  <a:lnTo>
                    <a:pt x="6197" y="39624"/>
                  </a:lnTo>
                  <a:lnTo>
                    <a:pt x="15341" y="36576"/>
                  </a:lnTo>
                  <a:lnTo>
                    <a:pt x="19913" y="33528"/>
                  </a:lnTo>
                  <a:lnTo>
                    <a:pt x="24485" y="32004"/>
                  </a:lnTo>
                  <a:lnTo>
                    <a:pt x="29057" y="28956"/>
                  </a:lnTo>
                  <a:lnTo>
                    <a:pt x="33629" y="27432"/>
                  </a:lnTo>
                  <a:lnTo>
                    <a:pt x="33629" y="135826"/>
                  </a:lnTo>
                  <a:lnTo>
                    <a:pt x="55054" y="135826"/>
                  </a:lnTo>
                  <a:lnTo>
                    <a:pt x="55054" y="0"/>
                  </a:lnTo>
                  <a:close/>
                </a:path>
                <a:path w="201930" h="139065">
                  <a:moveTo>
                    <a:pt x="111544" y="120484"/>
                  </a:moveTo>
                  <a:lnTo>
                    <a:pt x="110020" y="117436"/>
                  </a:lnTo>
                  <a:lnTo>
                    <a:pt x="106972" y="114388"/>
                  </a:lnTo>
                  <a:lnTo>
                    <a:pt x="100774" y="111340"/>
                  </a:lnTo>
                  <a:lnTo>
                    <a:pt x="93154" y="111340"/>
                  </a:lnTo>
                  <a:lnTo>
                    <a:pt x="87058" y="114388"/>
                  </a:lnTo>
                  <a:lnTo>
                    <a:pt x="84010" y="120484"/>
                  </a:lnTo>
                  <a:lnTo>
                    <a:pt x="84010" y="128206"/>
                  </a:lnTo>
                  <a:lnTo>
                    <a:pt x="87058" y="134302"/>
                  </a:lnTo>
                  <a:lnTo>
                    <a:pt x="90106" y="137350"/>
                  </a:lnTo>
                  <a:lnTo>
                    <a:pt x="93154" y="138874"/>
                  </a:lnTo>
                  <a:lnTo>
                    <a:pt x="97726" y="138874"/>
                  </a:lnTo>
                  <a:lnTo>
                    <a:pt x="100774" y="138874"/>
                  </a:lnTo>
                  <a:lnTo>
                    <a:pt x="103822" y="137350"/>
                  </a:lnTo>
                  <a:lnTo>
                    <a:pt x="106972" y="134302"/>
                  </a:lnTo>
                  <a:lnTo>
                    <a:pt x="110020" y="131254"/>
                  </a:lnTo>
                  <a:lnTo>
                    <a:pt x="111544" y="128206"/>
                  </a:lnTo>
                  <a:lnTo>
                    <a:pt x="111544" y="120484"/>
                  </a:lnTo>
                  <a:close/>
                </a:path>
                <a:path w="201930" h="139065">
                  <a:moveTo>
                    <a:pt x="201549" y="3048"/>
                  </a:moveTo>
                  <a:lnTo>
                    <a:pt x="180213" y="3048"/>
                  </a:lnTo>
                  <a:lnTo>
                    <a:pt x="180213" y="135826"/>
                  </a:lnTo>
                  <a:lnTo>
                    <a:pt x="201549" y="135826"/>
                  </a:lnTo>
                  <a:lnTo>
                    <a:pt x="201549" y="3048"/>
                  </a:lnTo>
                  <a:close/>
                </a:path>
              </a:pathLst>
            </a:custGeom>
            <a:solidFill>
              <a:srgbClr val="232323"/>
            </a:solidFill>
          </p:spPr>
          <p:txBody>
            <a:bodyPr wrap="square" lIns="0" tIns="0" rIns="0" bIns="0" rtlCol="0"/>
            <a:lstStyle/>
            <a:p>
              <a:endParaRPr/>
            </a:p>
          </p:txBody>
        </p:sp>
        <p:pic>
          <p:nvPicPr>
            <p:cNvPr id="61" name="object 61"/>
            <p:cNvPicPr/>
            <p:nvPr/>
          </p:nvPicPr>
          <p:blipFill>
            <a:blip r:embed="rId32" cstate="print"/>
            <a:stretch>
              <a:fillRect/>
            </a:stretch>
          </p:blipFill>
          <p:spPr>
            <a:xfrm>
              <a:off x="1567433" y="7689627"/>
              <a:ext cx="458057" cy="143446"/>
            </a:xfrm>
            <a:prstGeom prst="rect">
              <a:avLst/>
            </a:prstGeom>
          </p:spPr>
        </p:pic>
        <p:pic>
          <p:nvPicPr>
            <p:cNvPr id="62" name="object 62"/>
            <p:cNvPicPr/>
            <p:nvPr/>
          </p:nvPicPr>
          <p:blipFill>
            <a:blip r:embed="rId33" cstate="print"/>
            <a:stretch>
              <a:fillRect/>
            </a:stretch>
          </p:blipFill>
          <p:spPr>
            <a:xfrm>
              <a:off x="2049875" y="7735347"/>
              <a:ext cx="85534" cy="97726"/>
            </a:xfrm>
            <a:prstGeom prst="rect">
              <a:avLst/>
            </a:prstGeom>
          </p:spPr>
        </p:pic>
        <p:pic>
          <p:nvPicPr>
            <p:cNvPr id="63" name="object 63"/>
            <p:cNvPicPr/>
            <p:nvPr/>
          </p:nvPicPr>
          <p:blipFill>
            <a:blip r:embed="rId34" cstate="print"/>
            <a:stretch>
              <a:fillRect/>
            </a:stretch>
          </p:blipFill>
          <p:spPr>
            <a:xfrm>
              <a:off x="2155221" y="7691151"/>
              <a:ext cx="320611" cy="141922"/>
            </a:xfrm>
            <a:prstGeom prst="rect">
              <a:avLst/>
            </a:prstGeom>
          </p:spPr>
        </p:pic>
        <p:pic>
          <p:nvPicPr>
            <p:cNvPr id="64" name="object 64"/>
            <p:cNvPicPr/>
            <p:nvPr/>
          </p:nvPicPr>
          <p:blipFill>
            <a:blip r:embed="rId35" cstate="print"/>
            <a:stretch>
              <a:fillRect/>
            </a:stretch>
          </p:blipFill>
          <p:spPr>
            <a:xfrm>
              <a:off x="2495740" y="7732299"/>
              <a:ext cx="85439" cy="97726"/>
            </a:xfrm>
            <a:prstGeom prst="rect">
              <a:avLst/>
            </a:prstGeom>
          </p:spPr>
        </p:pic>
        <p:pic>
          <p:nvPicPr>
            <p:cNvPr id="65" name="object 65"/>
            <p:cNvPicPr/>
            <p:nvPr/>
          </p:nvPicPr>
          <p:blipFill>
            <a:blip r:embed="rId36" cstate="print"/>
            <a:stretch>
              <a:fillRect/>
            </a:stretch>
          </p:blipFill>
          <p:spPr>
            <a:xfrm>
              <a:off x="2645282" y="7694199"/>
              <a:ext cx="137445" cy="138874"/>
            </a:xfrm>
            <a:prstGeom prst="rect">
              <a:avLst/>
            </a:prstGeom>
          </p:spPr>
        </p:pic>
        <p:pic>
          <p:nvPicPr>
            <p:cNvPr id="66" name="object 66"/>
            <p:cNvPicPr/>
            <p:nvPr/>
          </p:nvPicPr>
          <p:blipFill>
            <a:blip r:embed="rId37" cstate="print"/>
            <a:stretch>
              <a:fillRect/>
            </a:stretch>
          </p:blipFill>
          <p:spPr>
            <a:xfrm>
              <a:off x="2836163" y="7694199"/>
              <a:ext cx="329755" cy="138874"/>
            </a:xfrm>
            <a:prstGeom prst="rect">
              <a:avLst/>
            </a:prstGeom>
          </p:spPr>
        </p:pic>
        <p:pic>
          <p:nvPicPr>
            <p:cNvPr id="67" name="object 67"/>
            <p:cNvPicPr/>
            <p:nvPr/>
          </p:nvPicPr>
          <p:blipFill>
            <a:blip r:embed="rId38" cstate="print"/>
            <a:stretch>
              <a:fillRect/>
            </a:stretch>
          </p:blipFill>
          <p:spPr>
            <a:xfrm>
              <a:off x="3185826" y="7691151"/>
              <a:ext cx="451866" cy="141922"/>
            </a:xfrm>
            <a:prstGeom prst="rect">
              <a:avLst/>
            </a:prstGeom>
          </p:spPr>
        </p:pic>
        <p:sp>
          <p:nvSpPr>
            <p:cNvPr id="68" name="object 68"/>
            <p:cNvSpPr/>
            <p:nvPr/>
          </p:nvSpPr>
          <p:spPr>
            <a:xfrm>
              <a:off x="1405604" y="8039100"/>
              <a:ext cx="38735" cy="38100"/>
            </a:xfrm>
            <a:custGeom>
              <a:avLst/>
              <a:gdLst/>
              <a:ahLst/>
              <a:cxnLst/>
              <a:rect l="l" t="t" r="r" b="b"/>
              <a:pathLst>
                <a:path w="38734" h="38100">
                  <a:moveTo>
                    <a:pt x="24384" y="38100"/>
                  </a:moveTo>
                  <a:lnTo>
                    <a:pt x="19812" y="38100"/>
                  </a:lnTo>
                  <a:lnTo>
                    <a:pt x="13716" y="38100"/>
                  </a:lnTo>
                  <a:lnTo>
                    <a:pt x="9144" y="35052"/>
                  </a:lnTo>
                  <a:lnTo>
                    <a:pt x="6096" y="32004"/>
                  </a:lnTo>
                  <a:lnTo>
                    <a:pt x="1524" y="28956"/>
                  </a:lnTo>
                  <a:lnTo>
                    <a:pt x="0" y="24384"/>
                  </a:lnTo>
                  <a:lnTo>
                    <a:pt x="0" y="13716"/>
                  </a:lnTo>
                  <a:lnTo>
                    <a:pt x="1524" y="9143"/>
                  </a:lnTo>
                  <a:lnTo>
                    <a:pt x="6096" y="6096"/>
                  </a:lnTo>
                  <a:lnTo>
                    <a:pt x="9144" y="1524"/>
                  </a:lnTo>
                  <a:lnTo>
                    <a:pt x="13716" y="0"/>
                  </a:lnTo>
                  <a:lnTo>
                    <a:pt x="24384" y="0"/>
                  </a:lnTo>
                  <a:lnTo>
                    <a:pt x="28956" y="1524"/>
                  </a:lnTo>
                  <a:lnTo>
                    <a:pt x="32004" y="6096"/>
                  </a:lnTo>
                  <a:lnTo>
                    <a:pt x="36671" y="9143"/>
                  </a:lnTo>
                  <a:lnTo>
                    <a:pt x="38195" y="13716"/>
                  </a:lnTo>
                  <a:lnTo>
                    <a:pt x="38195" y="24384"/>
                  </a:lnTo>
                  <a:lnTo>
                    <a:pt x="36671" y="28956"/>
                  </a:lnTo>
                  <a:lnTo>
                    <a:pt x="32004" y="32004"/>
                  </a:lnTo>
                  <a:lnTo>
                    <a:pt x="28956" y="35052"/>
                  </a:lnTo>
                  <a:lnTo>
                    <a:pt x="24384" y="38100"/>
                  </a:lnTo>
                  <a:close/>
                </a:path>
              </a:pathLst>
            </a:custGeom>
            <a:solidFill>
              <a:srgbClr val="232323"/>
            </a:solidFill>
          </p:spPr>
          <p:txBody>
            <a:bodyPr wrap="square" lIns="0" tIns="0" rIns="0" bIns="0" rtlCol="0"/>
            <a:lstStyle/>
            <a:p>
              <a:endParaRPr/>
            </a:p>
          </p:txBody>
        </p:sp>
        <p:pic>
          <p:nvPicPr>
            <p:cNvPr id="69" name="object 69"/>
            <p:cNvPicPr/>
            <p:nvPr/>
          </p:nvPicPr>
          <p:blipFill>
            <a:blip r:embed="rId39" cstate="print"/>
            <a:stretch>
              <a:fillRect/>
            </a:stretch>
          </p:blipFill>
          <p:spPr>
            <a:xfrm>
              <a:off x="1596390" y="7993284"/>
              <a:ext cx="342042" cy="116014"/>
            </a:xfrm>
            <a:prstGeom prst="rect">
              <a:avLst/>
            </a:prstGeom>
          </p:spPr>
        </p:pic>
        <p:sp>
          <p:nvSpPr>
            <p:cNvPr id="70" name="object 70"/>
            <p:cNvSpPr/>
            <p:nvPr/>
          </p:nvSpPr>
          <p:spPr>
            <a:xfrm>
              <a:off x="1985772" y="7997862"/>
              <a:ext cx="99695" cy="111760"/>
            </a:xfrm>
            <a:custGeom>
              <a:avLst/>
              <a:gdLst/>
              <a:ahLst/>
              <a:cxnLst/>
              <a:rect l="l" t="t" r="r" b="b"/>
              <a:pathLst>
                <a:path w="99694" h="111759">
                  <a:moveTo>
                    <a:pt x="48856" y="0"/>
                  </a:moveTo>
                  <a:lnTo>
                    <a:pt x="35140" y="0"/>
                  </a:lnTo>
                  <a:lnTo>
                    <a:pt x="30480" y="3048"/>
                  </a:lnTo>
                  <a:lnTo>
                    <a:pt x="24384" y="7620"/>
                  </a:lnTo>
                  <a:lnTo>
                    <a:pt x="18288" y="9144"/>
                  </a:lnTo>
                  <a:lnTo>
                    <a:pt x="6096" y="15240"/>
                  </a:lnTo>
                  <a:lnTo>
                    <a:pt x="0" y="16764"/>
                  </a:lnTo>
                  <a:lnTo>
                    <a:pt x="6096" y="36677"/>
                  </a:lnTo>
                  <a:lnTo>
                    <a:pt x="10668" y="35153"/>
                  </a:lnTo>
                  <a:lnTo>
                    <a:pt x="25908" y="27432"/>
                  </a:lnTo>
                  <a:lnTo>
                    <a:pt x="25908" y="109918"/>
                  </a:lnTo>
                  <a:lnTo>
                    <a:pt x="48856" y="109918"/>
                  </a:lnTo>
                  <a:lnTo>
                    <a:pt x="48856" y="0"/>
                  </a:lnTo>
                  <a:close/>
                </a:path>
                <a:path w="99694" h="111759">
                  <a:moveTo>
                    <a:pt x="99237" y="91541"/>
                  </a:moveTo>
                  <a:lnTo>
                    <a:pt x="96189" y="88493"/>
                  </a:lnTo>
                  <a:lnTo>
                    <a:pt x="90093" y="85445"/>
                  </a:lnTo>
                  <a:lnTo>
                    <a:pt x="82384" y="85445"/>
                  </a:lnTo>
                  <a:lnTo>
                    <a:pt x="76288" y="88493"/>
                  </a:lnTo>
                  <a:lnTo>
                    <a:pt x="73240" y="91541"/>
                  </a:lnTo>
                  <a:lnTo>
                    <a:pt x="71716" y="94589"/>
                  </a:lnTo>
                  <a:lnTo>
                    <a:pt x="71716" y="102298"/>
                  </a:lnTo>
                  <a:lnTo>
                    <a:pt x="73240" y="105346"/>
                  </a:lnTo>
                  <a:lnTo>
                    <a:pt x="76288" y="106870"/>
                  </a:lnTo>
                  <a:lnTo>
                    <a:pt x="79336" y="109918"/>
                  </a:lnTo>
                  <a:lnTo>
                    <a:pt x="82384" y="111442"/>
                  </a:lnTo>
                  <a:lnTo>
                    <a:pt x="90093" y="111442"/>
                  </a:lnTo>
                  <a:lnTo>
                    <a:pt x="93141" y="109918"/>
                  </a:lnTo>
                  <a:lnTo>
                    <a:pt x="96189" y="106870"/>
                  </a:lnTo>
                  <a:lnTo>
                    <a:pt x="99237" y="105346"/>
                  </a:lnTo>
                  <a:lnTo>
                    <a:pt x="99237" y="91541"/>
                  </a:lnTo>
                  <a:close/>
                </a:path>
                <a:path w="99694" h="111759">
                  <a:moveTo>
                    <a:pt x="99237" y="38201"/>
                  </a:moveTo>
                  <a:lnTo>
                    <a:pt x="96189" y="35153"/>
                  </a:lnTo>
                  <a:lnTo>
                    <a:pt x="90093" y="32105"/>
                  </a:lnTo>
                  <a:lnTo>
                    <a:pt x="82384" y="32105"/>
                  </a:lnTo>
                  <a:lnTo>
                    <a:pt x="76288" y="35153"/>
                  </a:lnTo>
                  <a:lnTo>
                    <a:pt x="73240" y="38201"/>
                  </a:lnTo>
                  <a:lnTo>
                    <a:pt x="71716" y="41249"/>
                  </a:lnTo>
                  <a:lnTo>
                    <a:pt x="71716" y="48869"/>
                  </a:lnTo>
                  <a:lnTo>
                    <a:pt x="73240" y="51917"/>
                  </a:lnTo>
                  <a:lnTo>
                    <a:pt x="76288" y="53441"/>
                  </a:lnTo>
                  <a:lnTo>
                    <a:pt x="79336" y="56489"/>
                  </a:lnTo>
                  <a:lnTo>
                    <a:pt x="82384" y="58013"/>
                  </a:lnTo>
                  <a:lnTo>
                    <a:pt x="90093" y="58013"/>
                  </a:lnTo>
                  <a:lnTo>
                    <a:pt x="93141" y="56489"/>
                  </a:lnTo>
                  <a:lnTo>
                    <a:pt x="96189" y="53441"/>
                  </a:lnTo>
                  <a:lnTo>
                    <a:pt x="99237" y="51917"/>
                  </a:lnTo>
                  <a:lnTo>
                    <a:pt x="99237" y="38201"/>
                  </a:lnTo>
                  <a:close/>
                </a:path>
              </a:pathLst>
            </a:custGeom>
            <a:solidFill>
              <a:srgbClr val="232323"/>
            </a:solidFill>
          </p:spPr>
          <p:txBody>
            <a:bodyPr wrap="square" lIns="0" tIns="0" rIns="0" bIns="0" rtlCol="0"/>
            <a:lstStyle/>
            <a:p>
              <a:endParaRPr/>
            </a:p>
          </p:txBody>
        </p:sp>
        <p:pic>
          <p:nvPicPr>
            <p:cNvPr id="71" name="object 71"/>
            <p:cNvPicPr/>
            <p:nvPr/>
          </p:nvPicPr>
          <p:blipFill>
            <a:blip r:embed="rId40" cstate="print"/>
            <a:stretch>
              <a:fillRect/>
            </a:stretch>
          </p:blipFill>
          <p:spPr>
            <a:xfrm>
              <a:off x="2136933" y="7993284"/>
              <a:ext cx="311467" cy="116014"/>
            </a:xfrm>
            <a:prstGeom prst="rect">
              <a:avLst/>
            </a:prstGeom>
          </p:spPr>
        </p:pic>
        <p:pic>
          <p:nvPicPr>
            <p:cNvPr id="72" name="object 72"/>
            <p:cNvPicPr/>
            <p:nvPr/>
          </p:nvPicPr>
          <p:blipFill>
            <a:blip r:embed="rId41" cstate="print"/>
            <a:stretch>
              <a:fillRect/>
            </a:stretch>
          </p:blipFill>
          <p:spPr>
            <a:xfrm>
              <a:off x="2498788" y="7993284"/>
              <a:ext cx="341947" cy="116014"/>
            </a:xfrm>
            <a:prstGeom prst="rect">
              <a:avLst/>
            </a:prstGeom>
          </p:spPr>
        </p:pic>
        <p:sp>
          <p:nvSpPr>
            <p:cNvPr id="73" name="object 73"/>
            <p:cNvSpPr/>
            <p:nvPr/>
          </p:nvSpPr>
          <p:spPr>
            <a:xfrm>
              <a:off x="1663636" y="8324469"/>
              <a:ext cx="38100" cy="38100"/>
            </a:xfrm>
            <a:custGeom>
              <a:avLst/>
              <a:gdLst/>
              <a:ahLst/>
              <a:cxnLst/>
              <a:rect l="l" t="t" r="r" b="b"/>
              <a:pathLst>
                <a:path w="38100" h="38100">
                  <a:moveTo>
                    <a:pt x="24383" y="38100"/>
                  </a:moveTo>
                  <a:lnTo>
                    <a:pt x="18287" y="38100"/>
                  </a:lnTo>
                  <a:lnTo>
                    <a:pt x="13715" y="38100"/>
                  </a:lnTo>
                  <a:lnTo>
                    <a:pt x="9143" y="36576"/>
                  </a:lnTo>
                  <a:lnTo>
                    <a:pt x="1523" y="28956"/>
                  </a:lnTo>
                  <a:lnTo>
                    <a:pt x="0" y="24384"/>
                  </a:lnTo>
                  <a:lnTo>
                    <a:pt x="0" y="15240"/>
                  </a:lnTo>
                  <a:lnTo>
                    <a:pt x="1523" y="10667"/>
                  </a:lnTo>
                  <a:lnTo>
                    <a:pt x="9143" y="3047"/>
                  </a:lnTo>
                  <a:lnTo>
                    <a:pt x="13715" y="0"/>
                  </a:lnTo>
                  <a:lnTo>
                    <a:pt x="24383" y="0"/>
                  </a:lnTo>
                  <a:lnTo>
                    <a:pt x="28955" y="3047"/>
                  </a:lnTo>
                  <a:lnTo>
                    <a:pt x="32003" y="6096"/>
                  </a:lnTo>
                  <a:lnTo>
                    <a:pt x="35051" y="10667"/>
                  </a:lnTo>
                  <a:lnTo>
                    <a:pt x="38099" y="13716"/>
                  </a:lnTo>
                  <a:lnTo>
                    <a:pt x="38099" y="24384"/>
                  </a:lnTo>
                  <a:lnTo>
                    <a:pt x="32003" y="33528"/>
                  </a:lnTo>
                  <a:lnTo>
                    <a:pt x="28955" y="36576"/>
                  </a:lnTo>
                  <a:lnTo>
                    <a:pt x="24383" y="38100"/>
                  </a:lnTo>
                  <a:close/>
                </a:path>
              </a:pathLst>
            </a:custGeom>
            <a:solidFill>
              <a:srgbClr val="232323"/>
            </a:solidFill>
          </p:spPr>
          <p:txBody>
            <a:bodyPr wrap="square" lIns="0" tIns="0" rIns="0" bIns="0" rtlCol="0"/>
            <a:lstStyle/>
            <a:p>
              <a:endParaRPr/>
            </a:p>
          </p:txBody>
        </p:sp>
        <p:pic>
          <p:nvPicPr>
            <p:cNvPr id="74" name="object 74"/>
            <p:cNvPicPr/>
            <p:nvPr/>
          </p:nvPicPr>
          <p:blipFill>
            <a:blip r:embed="rId42" cstate="print"/>
            <a:stretch>
              <a:fillRect/>
            </a:stretch>
          </p:blipFill>
          <p:spPr>
            <a:xfrm>
              <a:off x="1852898" y="8280177"/>
              <a:ext cx="190881" cy="114490"/>
            </a:xfrm>
            <a:prstGeom prst="rect">
              <a:avLst/>
            </a:prstGeom>
          </p:spPr>
        </p:pic>
        <p:pic>
          <p:nvPicPr>
            <p:cNvPr id="75" name="object 75"/>
            <p:cNvPicPr/>
            <p:nvPr/>
          </p:nvPicPr>
          <p:blipFill>
            <a:blip r:embed="rId43" cstate="print"/>
            <a:stretch>
              <a:fillRect/>
            </a:stretch>
          </p:blipFill>
          <p:spPr>
            <a:xfrm>
              <a:off x="2063591" y="8315324"/>
              <a:ext cx="97726" cy="79343"/>
            </a:xfrm>
            <a:prstGeom prst="rect">
              <a:avLst/>
            </a:prstGeom>
          </p:spPr>
        </p:pic>
        <p:pic>
          <p:nvPicPr>
            <p:cNvPr id="76" name="object 76"/>
            <p:cNvPicPr/>
            <p:nvPr/>
          </p:nvPicPr>
          <p:blipFill>
            <a:blip r:embed="rId44" cstate="print"/>
            <a:stretch>
              <a:fillRect/>
            </a:stretch>
          </p:blipFill>
          <p:spPr>
            <a:xfrm>
              <a:off x="2225421" y="8280177"/>
              <a:ext cx="993933" cy="114490"/>
            </a:xfrm>
            <a:prstGeom prst="rect">
              <a:avLst/>
            </a:prstGeom>
          </p:spPr>
        </p:pic>
        <p:pic>
          <p:nvPicPr>
            <p:cNvPr id="77" name="object 77"/>
            <p:cNvPicPr/>
            <p:nvPr/>
          </p:nvPicPr>
          <p:blipFill>
            <a:blip r:embed="rId45" cstate="print"/>
            <a:stretch>
              <a:fillRect/>
            </a:stretch>
          </p:blipFill>
          <p:spPr>
            <a:xfrm>
              <a:off x="3282029" y="8281701"/>
              <a:ext cx="2717577" cy="148018"/>
            </a:xfrm>
            <a:prstGeom prst="rect">
              <a:avLst/>
            </a:prstGeom>
          </p:spPr>
        </p:pic>
        <p:sp>
          <p:nvSpPr>
            <p:cNvPr id="78" name="object 78"/>
            <p:cNvSpPr/>
            <p:nvPr/>
          </p:nvSpPr>
          <p:spPr>
            <a:xfrm>
              <a:off x="1663636" y="8611362"/>
              <a:ext cx="38100" cy="38100"/>
            </a:xfrm>
            <a:custGeom>
              <a:avLst/>
              <a:gdLst/>
              <a:ahLst/>
              <a:cxnLst/>
              <a:rect l="l" t="t" r="r" b="b"/>
              <a:pathLst>
                <a:path w="38100" h="38100">
                  <a:moveTo>
                    <a:pt x="24383" y="38100"/>
                  </a:moveTo>
                  <a:lnTo>
                    <a:pt x="18287" y="38100"/>
                  </a:lnTo>
                  <a:lnTo>
                    <a:pt x="13715" y="38100"/>
                  </a:lnTo>
                  <a:lnTo>
                    <a:pt x="9143" y="35052"/>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28955" y="35052"/>
                  </a:lnTo>
                  <a:lnTo>
                    <a:pt x="24383" y="38100"/>
                  </a:lnTo>
                  <a:close/>
                </a:path>
              </a:pathLst>
            </a:custGeom>
            <a:solidFill>
              <a:srgbClr val="232323"/>
            </a:solidFill>
          </p:spPr>
          <p:txBody>
            <a:bodyPr wrap="square" lIns="0" tIns="0" rIns="0" bIns="0" rtlCol="0"/>
            <a:lstStyle/>
            <a:p>
              <a:endParaRPr/>
            </a:p>
          </p:txBody>
        </p:sp>
        <p:pic>
          <p:nvPicPr>
            <p:cNvPr id="79" name="object 79"/>
            <p:cNvPicPr/>
            <p:nvPr/>
          </p:nvPicPr>
          <p:blipFill>
            <a:blip r:embed="rId46" cstate="print"/>
            <a:stretch>
              <a:fillRect/>
            </a:stretch>
          </p:blipFill>
          <p:spPr>
            <a:xfrm>
              <a:off x="1855946" y="8565546"/>
              <a:ext cx="1488662" cy="116014"/>
            </a:xfrm>
            <a:prstGeom prst="rect">
              <a:avLst/>
            </a:prstGeom>
          </p:spPr>
        </p:pic>
        <p:pic>
          <p:nvPicPr>
            <p:cNvPr id="80" name="object 80"/>
            <p:cNvPicPr/>
            <p:nvPr/>
          </p:nvPicPr>
          <p:blipFill>
            <a:blip r:embed="rId47" cstate="print"/>
            <a:stretch>
              <a:fillRect/>
            </a:stretch>
          </p:blipFill>
          <p:spPr>
            <a:xfrm>
              <a:off x="3411759" y="8570118"/>
              <a:ext cx="655034" cy="111442"/>
            </a:xfrm>
            <a:prstGeom prst="rect">
              <a:avLst/>
            </a:prstGeom>
          </p:spPr>
        </p:pic>
        <p:sp>
          <p:nvSpPr>
            <p:cNvPr id="81" name="object 81"/>
            <p:cNvSpPr/>
            <p:nvPr/>
          </p:nvSpPr>
          <p:spPr>
            <a:xfrm>
              <a:off x="1405604" y="8896730"/>
              <a:ext cx="38735" cy="38735"/>
            </a:xfrm>
            <a:custGeom>
              <a:avLst/>
              <a:gdLst/>
              <a:ahLst/>
              <a:cxnLst/>
              <a:rect l="l" t="t" r="r" b="b"/>
              <a:pathLst>
                <a:path w="38734" h="38734">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82" name="object 82"/>
            <p:cNvPicPr/>
            <p:nvPr/>
          </p:nvPicPr>
          <p:blipFill>
            <a:blip r:embed="rId48" cstate="print"/>
            <a:stretch>
              <a:fillRect/>
            </a:stretch>
          </p:blipFill>
          <p:spPr>
            <a:xfrm>
              <a:off x="1596390" y="8852439"/>
              <a:ext cx="1096232" cy="114490"/>
            </a:xfrm>
            <a:prstGeom prst="rect">
              <a:avLst/>
            </a:prstGeom>
          </p:spPr>
        </p:pic>
        <p:pic>
          <p:nvPicPr>
            <p:cNvPr id="83" name="object 83"/>
            <p:cNvPicPr/>
            <p:nvPr/>
          </p:nvPicPr>
          <p:blipFill>
            <a:blip r:embed="rId49" cstate="print"/>
            <a:stretch>
              <a:fillRect/>
            </a:stretch>
          </p:blipFill>
          <p:spPr>
            <a:xfrm>
              <a:off x="2749105" y="8852439"/>
              <a:ext cx="2055114" cy="148018"/>
            </a:xfrm>
            <a:prstGeom prst="rect">
              <a:avLst/>
            </a:prstGeom>
          </p:spPr>
        </p:pic>
        <p:sp>
          <p:nvSpPr>
            <p:cNvPr id="84" name="object 84"/>
            <p:cNvSpPr/>
            <p:nvPr/>
          </p:nvSpPr>
          <p:spPr>
            <a:xfrm>
              <a:off x="1663636" y="9183719"/>
              <a:ext cx="38100" cy="38100"/>
            </a:xfrm>
            <a:custGeom>
              <a:avLst/>
              <a:gdLst/>
              <a:ahLst/>
              <a:cxnLst/>
              <a:rect l="l" t="t" r="r" b="b"/>
              <a:pathLst>
                <a:path w="38100" h="38100">
                  <a:moveTo>
                    <a:pt x="24383" y="38100"/>
                  </a:moveTo>
                  <a:lnTo>
                    <a:pt x="18287" y="38100"/>
                  </a:lnTo>
                  <a:lnTo>
                    <a:pt x="13715" y="38100"/>
                  </a:lnTo>
                  <a:lnTo>
                    <a:pt x="9143" y="35052"/>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28955" y="35052"/>
                  </a:lnTo>
                  <a:lnTo>
                    <a:pt x="24383" y="38100"/>
                  </a:lnTo>
                  <a:close/>
                </a:path>
              </a:pathLst>
            </a:custGeom>
            <a:solidFill>
              <a:srgbClr val="232323"/>
            </a:solidFill>
          </p:spPr>
          <p:txBody>
            <a:bodyPr wrap="square" lIns="0" tIns="0" rIns="0" bIns="0" rtlCol="0"/>
            <a:lstStyle/>
            <a:p>
              <a:endParaRPr/>
            </a:p>
          </p:txBody>
        </p:sp>
        <p:pic>
          <p:nvPicPr>
            <p:cNvPr id="85" name="object 85"/>
            <p:cNvPicPr/>
            <p:nvPr/>
          </p:nvPicPr>
          <p:blipFill>
            <a:blip r:embed="rId50" cstate="print"/>
            <a:stretch>
              <a:fillRect/>
            </a:stretch>
          </p:blipFill>
          <p:spPr>
            <a:xfrm>
              <a:off x="1865185" y="9136284"/>
              <a:ext cx="928211" cy="117538"/>
            </a:xfrm>
            <a:prstGeom prst="rect">
              <a:avLst/>
            </a:prstGeom>
          </p:spPr>
        </p:pic>
        <p:pic>
          <p:nvPicPr>
            <p:cNvPr id="86" name="object 86"/>
            <p:cNvPicPr/>
            <p:nvPr/>
          </p:nvPicPr>
          <p:blipFill>
            <a:blip r:embed="rId51" cstate="print"/>
            <a:stretch>
              <a:fillRect/>
            </a:stretch>
          </p:blipFill>
          <p:spPr>
            <a:xfrm>
              <a:off x="2860643" y="9172956"/>
              <a:ext cx="151066" cy="112966"/>
            </a:xfrm>
            <a:prstGeom prst="rect">
              <a:avLst/>
            </a:prstGeom>
          </p:spPr>
        </p:pic>
        <p:pic>
          <p:nvPicPr>
            <p:cNvPr id="87" name="object 87"/>
            <p:cNvPicPr/>
            <p:nvPr/>
          </p:nvPicPr>
          <p:blipFill>
            <a:blip r:embed="rId52" cstate="print"/>
            <a:stretch>
              <a:fillRect/>
            </a:stretch>
          </p:blipFill>
          <p:spPr>
            <a:xfrm>
              <a:off x="3036188" y="9172955"/>
              <a:ext cx="358806" cy="112966"/>
            </a:xfrm>
            <a:prstGeom prst="rect">
              <a:avLst/>
            </a:prstGeom>
          </p:spPr>
        </p:pic>
        <p:sp>
          <p:nvSpPr>
            <p:cNvPr id="88" name="object 88"/>
            <p:cNvSpPr/>
            <p:nvPr/>
          </p:nvSpPr>
          <p:spPr>
            <a:xfrm>
              <a:off x="1663636" y="9469088"/>
              <a:ext cx="38100" cy="38100"/>
            </a:xfrm>
            <a:custGeom>
              <a:avLst/>
              <a:gdLst/>
              <a:ahLst/>
              <a:cxnLst/>
              <a:rect l="l" t="t" r="r" b="b"/>
              <a:pathLst>
                <a:path w="38100" h="38100">
                  <a:moveTo>
                    <a:pt x="24383" y="38100"/>
                  </a:moveTo>
                  <a:lnTo>
                    <a:pt x="18287" y="38100"/>
                  </a:lnTo>
                  <a:lnTo>
                    <a:pt x="13715" y="38100"/>
                  </a:lnTo>
                  <a:lnTo>
                    <a:pt x="9143" y="36576"/>
                  </a:lnTo>
                  <a:lnTo>
                    <a:pt x="1523" y="28956"/>
                  </a:lnTo>
                  <a:lnTo>
                    <a:pt x="0" y="24384"/>
                  </a:lnTo>
                  <a:lnTo>
                    <a:pt x="0" y="15240"/>
                  </a:lnTo>
                  <a:lnTo>
                    <a:pt x="1523" y="10667"/>
                  </a:lnTo>
                  <a:lnTo>
                    <a:pt x="9143" y="3047"/>
                  </a:lnTo>
                  <a:lnTo>
                    <a:pt x="13715" y="0"/>
                  </a:lnTo>
                  <a:lnTo>
                    <a:pt x="24383" y="0"/>
                  </a:lnTo>
                  <a:lnTo>
                    <a:pt x="28955" y="3047"/>
                  </a:lnTo>
                  <a:lnTo>
                    <a:pt x="32003" y="6096"/>
                  </a:lnTo>
                  <a:lnTo>
                    <a:pt x="35051" y="10667"/>
                  </a:lnTo>
                  <a:lnTo>
                    <a:pt x="38099" y="13716"/>
                  </a:lnTo>
                  <a:lnTo>
                    <a:pt x="38099" y="24384"/>
                  </a:lnTo>
                  <a:lnTo>
                    <a:pt x="32003" y="33528"/>
                  </a:lnTo>
                  <a:lnTo>
                    <a:pt x="28955" y="36576"/>
                  </a:lnTo>
                  <a:lnTo>
                    <a:pt x="24383" y="38100"/>
                  </a:lnTo>
                  <a:close/>
                </a:path>
              </a:pathLst>
            </a:custGeom>
            <a:solidFill>
              <a:srgbClr val="232323"/>
            </a:solidFill>
          </p:spPr>
          <p:txBody>
            <a:bodyPr wrap="square" lIns="0" tIns="0" rIns="0" bIns="0" rtlCol="0"/>
            <a:lstStyle/>
            <a:p>
              <a:endParaRPr/>
            </a:p>
          </p:txBody>
        </p:sp>
        <p:pic>
          <p:nvPicPr>
            <p:cNvPr id="89" name="object 89"/>
            <p:cNvPicPr/>
            <p:nvPr/>
          </p:nvPicPr>
          <p:blipFill>
            <a:blip r:embed="rId53" cstate="print"/>
            <a:stretch>
              <a:fillRect/>
            </a:stretch>
          </p:blipFill>
          <p:spPr>
            <a:xfrm>
              <a:off x="1855946" y="9429369"/>
              <a:ext cx="149637" cy="109823"/>
            </a:xfrm>
            <a:prstGeom prst="rect">
              <a:avLst/>
            </a:prstGeom>
          </p:spPr>
        </p:pic>
        <p:pic>
          <p:nvPicPr>
            <p:cNvPr id="90" name="object 90"/>
            <p:cNvPicPr/>
            <p:nvPr/>
          </p:nvPicPr>
          <p:blipFill>
            <a:blip r:embed="rId54" cstate="print"/>
            <a:stretch>
              <a:fillRect/>
            </a:stretch>
          </p:blipFill>
          <p:spPr>
            <a:xfrm>
              <a:off x="2030063" y="9459849"/>
              <a:ext cx="70199" cy="112966"/>
            </a:xfrm>
            <a:prstGeom prst="rect">
              <a:avLst/>
            </a:prstGeom>
          </p:spPr>
        </p:pic>
        <p:pic>
          <p:nvPicPr>
            <p:cNvPr id="91" name="object 91"/>
            <p:cNvPicPr/>
            <p:nvPr/>
          </p:nvPicPr>
          <p:blipFill>
            <a:blip r:embed="rId55" cstate="print"/>
            <a:stretch>
              <a:fillRect/>
            </a:stretch>
          </p:blipFill>
          <p:spPr>
            <a:xfrm>
              <a:off x="2120074" y="9424796"/>
              <a:ext cx="429101" cy="148018"/>
            </a:xfrm>
            <a:prstGeom prst="rect">
              <a:avLst/>
            </a:prstGeom>
          </p:spPr>
        </p:pic>
        <p:pic>
          <p:nvPicPr>
            <p:cNvPr id="92" name="object 92"/>
            <p:cNvPicPr/>
            <p:nvPr/>
          </p:nvPicPr>
          <p:blipFill>
            <a:blip r:embed="rId56" cstate="print"/>
            <a:stretch>
              <a:fillRect/>
            </a:stretch>
          </p:blipFill>
          <p:spPr>
            <a:xfrm>
              <a:off x="2616327" y="9424796"/>
              <a:ext cx="2400109" cy="149542"/>
            </a:xfrm>
            <a:prstGeom prst="rect">
              <a:avLst/>
            </a:prstGeom>
          </p:spPr>
        </p:pic>
        <p:pic>
          <p:nvPicPr>
            <p:cNvPr id="93" name="object 93"/>
            <p:cNvPicPr/>
            <p:nvPr/>
          </p:nvPicPr>
          <p:blipFill>
            <a:blip r:embed="rId57" cstate="print"/>
            <a:stretch>
              <a:fillRect/>
            </a:stretch>
          </p:blipFill>
          <p:spPr>
            <a:xfrm>
              <a:off x="5082063" y="9430893"/>
              <a:ext cx="108394" cy="106775"/>
            </a:xfrm>
            <a:prstGeom prst="rect">
              <a:avLst/>
            </a:prstGeom>
          </p:spPr>
        </p:pic>
        <p:pic>
          <p:nvPicPr>
            <p:cNvPr id="94" name="object 94"/>
            <p:cNvPicPr/>
            <p:nvPr/>
          </p:nvPicPr>
          <p:blipFill>
            <a:blip r:embed="rId58" cstate="print"/>
            <a:stretch>
              <a:fillRect/>
            </a:stretch>
          </p:blipFill>
          <p:spPr>
            <a:xfrm>
              <a:off x="5211889" y="9438513"/>
              <a:ext cx="259556" cy="100679"/>
            </a:xfrm>
            <a:prstGeom prst="rect">
              <a:avLst/>
            </a:prstGeom>
          </p:spPr>
        </p:pic>
        <p:pic>
          <p:nvPicPr>
            <p:cNvPr id="95" name="object 95"/>
            <p:cNvPicPr/>
            <p:nvPr/>
          </p:nvPicPr>
          <p:blipFill>
            <a:blip r:embed="rId59" cstate="print"/>
            <a:stretch>
              <a:fillRect/>
            </a:stretch>
          </p:blipFill>
          <p:spPr>
            <a:xfrm>
              <a:off x="5535548" y="9430893"/>
              <a:ext cx="108394" cy="106775"/>
            </a:xfrm>
            <a:prstGeom prst="rect">
              <a:avLst/>
            </a:prstGeom>
          </p:spPr>
        </p:pic>
        <p:sp>
          <p:nvSpPr>
            <p:cNvPr id="96" name="object 96"/>
            <p:cNvSpPr/>
            <p:nvPr/>
          </p:nvSpPr>
          <p:spPr>
            <a:xfrm>
              <a:off x="5668327" y="9426321"/>
              <a:ext cx="17145" cy="111760"/>
            </a:xfrm>
            <a:custGeom>
              <a:avLst/>
              <a:gdLst/>
              <a:ahLst/>
              <a:cxnLst/>
              <a:rect l="l" t="t" r="r" b="b"/>
              <a:pathLst>
                <a:path w="17145" h="111759">
                  <a:moveTo>
                    <a:pt x="10668" y="16764"/>
                  </a:moveTo>
                  <a:lnTo>
                    <a:pt x="6096" y="16764"/>
                  </a:lnTo>
                  <a:lnTo>
                    <a:pt x="3048" y="15240"/>
                  </a:lnTo>
                  <a:lnTo>
                    <a:pt x="0" y="12192"/>
                  </a:lnTo>
                  <a:lnTo>
                    <a:pt x="0" y="3048"/>
                  </a:lnTo>
                  <a:lnTo>
                    <a:pt x="3048" y="0"/>
                  </a:lnTo>
                  <a:lnTo>
                    <a:pt x="12192" y="0"/>
                  </a:lnTo>
                  <a:lnTo>
                    <a:pt x="15240" y="1524"/>
                  </a:lnTo>
                  <a:lnTo>
                    <a:pt x="16764" y="3048"/>
                  </a:lnTo>
                  <a:lnTo>
                    <a:pt x="16764" y="12192"/>
                  </a:lnTo>
                  <a:lnTo>
                    <a:pt x="15240" y="13716"/>
                  </a:lnTo>
                  <a:lnTo>
                    <a:pt x="12192" y="15240"/>
                  </a:lnTo>
                  <a:lnTo>
                    <a:pt x="10668" y="16764"/>
                  </a:lnTo>
                  <a:close/>
                </a:path>
                <a:path w="17145" h="111759">
                  <a:moveTo>
                    <a:pt x="13716" y="111347"/>
                  </a:moveTo>
                  <a:lnTo>
                    <a:pt x="1524" y="111347"/>
                  </a:lnTo>
                  <a:lnTo>
                    <a:pt x="1524" y="35052"/>
                  </a:lnTo>
                  <a:lnTo>
                    <a:pt x="13716" y="35052"/>
                  </a:lnTo>
                  <a:lnTo>
                    <a:pt x="13716" y="111347"/>
                  </a:lnTo>
                  <a:close/>
                </a:path>
              </a:pathLst>
            </a:custGeom>
            <a:solidFill>
              <a:srgbClr val="232323"/>
            </a:solidFill>
          </p:spPr>
          <p:txBody>
            <a:bodyPr wrap="square" lIns="0" tIns="0" rIns="0" bIns="0" rtlCol="0"/>
            <a:lstStyle/>
            <a:p>
              <a:endParaRPr/>
            </a:p>
          </p:txBody>
        </p:sp>
        <p:pic>
          <p:nvPicPr>
            <p:cNvPr id="97" name="object 97"/>
            <p:cNvPicPr/>
            <p:nvPr/>
          </p:nvPicPr>
          <p:blipFill>
            <a:blip r:embed="rId60" cstate="print"/>
            <a:stretch>
              <a:fillRect/>
            </a:stretch>
          </p:blipFill>
          <p:spPr>
            <a:xfrm>
              <a:off x="5708046" y="9459848"/>
              <a:ext cx="175545" cy="79343"/>
            </a:xfrm>
            <a:prstGeom prst="rect">
              <a:avLst/>
            </a:prstGeom>
          </p:spPr>
        </p:pic>
        <p:pic>
          <p:nvPicPr>
            <p:cNvPr id="98" name="object 98"/>
            <p:cNvPicPr/>
            <p:nvPr/>
          </p:nvPicPr>
          <p:blipFill>
            <a:blip r:embed="rId61" cstate="print"/>
            <a:stretch>
              <a:fillRect/>
            </a:stretch>
          </p:blipFill>
          <p:spPr>
            <a:xfrm>
              <a:off x="5903499" y="9459848"/>
              <a:ext cx="64103" cy="97630"/>
            </a:xfrm>
            <a:prstGeom prst="rect">
              <a:avLst/>
            </a:prstGeom>
          </p:spPr>
        </p:pic>
        <p:sp>
          <p:nvSpPr>
            <p:cNvPr id="99" name="object 99"/>
            <p:cNvSpPr/>
            <p:nvPr/>
          </p:nvSpPr>
          <p:spPr>
            <a:xfrm>
              <a:off x="1297209" y="5960554"/>
              <a:ext cx="305435" cy="267335"/>
            </a:xfrm>
            <a:custGeom>
              <a:avLst/>
              <a:gdLst/>
              <a:ahLst/>
              <a:cxnLst/>
              <a:rect l="l" t="t" r="r" b="b"/>
              <a:pathLst>
                <a:path w="305434" h="267335">
                  <a:moveTo>
                    <a:pt x="206120" y="267080"/>
                  </a:moveTo>
                  <a:lnTo>
                    <a:pt x="99250" y="267080"/>
                  </a:lnTo>
                  <a:lnTo>
                    <a:pt x="91535" y="265556"/>
                  </a:lnTo>
                  <a:lnTo>
                    <a:pt x="85439" y="264032"/>
                  </a:lnTo>
                  <a:lnTo>
                    <a:pt x="77819" y="260889"/>
                  </a:lnTo>
                  <a:lnTo>
                    <a:pt x="70199" y="259365"/>
                  </a:lnTo>
                  <a:lnTo>
                    <a:pt x="64103" y="256317"/>
                  </a:lnTo>
                  <a:lnTo>
                    <a:pt x="56483" y="251745"/>
                  </a:lnTo>
                  <a:lnTo>
                    <a:pt x="50387" y="248697"/>
                  </a:lnTo>
                  <a:lnTo>
                    <a:pt x="38100" y="239553"/>
                  </a:lnTo>
                  <a:lnTo>
                    <a:pt x="33528" y="233457"/>
                  </a:lnTo>
                  <a:lnTo>
                    <a:pt x="27432" y="228885"/>
                  </a:lnTo>
                  <a:lnTo>
                    <a:pt x="22859" y="222789"/>
                  </a:lnTo>
                  <a:lnTo>
                    <a:pt x="19812" y="216693"/>
                  </a:lnTo>
                  <a:lnTo>
                    <a:pt x="15240" y="210597"/>
                  </a:lnTo>
                  <a:lnTo>
                    <a:pt x="12192" y="204501"/>
                  </a:lnTo>
                  <a:lnTo>
                    <a:pt x="6096" y="189166"/>
                  </a:lnTo>
                  <a:lnTo>
                    <a:pt x="3048" y="183070"/>
                  </a:lnTo>
                  <a:lnTo>
                    <a:pt x="0" y="167830"/>
                  </a:lnTo>
                  <a:lnTo>
                    <a:pt x="0" y="152590"/>
                  </a:lnTo>
                  <a:lnTo>
                    <a:pt x="0" y="99155"/>
                  </a:lnTo>
                  <a:lnTo>
                    <a:pt x="1524" y="93059"/>
                  </a:lnTo>
                  <a:lnTo>
                    <a:pt x="3048" y="85439"/>
                  </a:lnTo>
                  <a:lnTo>
                    <a:pt x="6096" y="77819"/>
                  </a:lnTo>
                  <a:lnTo>
                    <a:pt x="9144" y="71723"/>
                  </a:lnTo>
                  <a:lnTo>
                    <a:pt x="12192" y="64103"/>
                  </a:lnTo>
                  <a:lnTo>
                    <a:pt x="15240" y="58007"/>
                  </a:lnTo>
                  <a:lnTo>
                    <a:pt x="19812" y="51815"/>
                  </a:lnTo>
                  <a:lnTo>
                    <a:pt x="22859" y="44195"/>
                  </a:lnTo>
                  <a:lnTo>
                    <a:pt x="38100" y="28955"/>
                  </a:lnTo>
                  <a:lnTo>
                    <a:pt x="56483" y="15239"/>
                  </a:lnTo>
                  <a:lnTo>
                    <a:pt x="64103" y="12191"/>
                  </a:lnTo>
                  <a:lnTo>
                    <a:pt x="70199" y="9143"/>
                  </a:lnTo>
                  <a:lnTo>
                    <a:pt x="77819" y="6095"/>
                  </a:lnTo>
                  <a:lnTo>
                    <a:pt x="85439" y="4571"/>
                  </a:lnTo>
                  <a:lnTo>
                    <a:pt x="91535" y="3047"/>
                  </a:lnTo>
                  <a:lnTo>
                    <a:pt x="106870" y="0"/>
                  </a:lnTo>
                  <a:lnTo>
                    <a:pt x="198501" y="0"/>
                  </a:lnTo>
                  <a:lnTo>
                    <a:pt x="213741" y="3047"/>
                  </a:lnTo>
                  <a:lnTo>
                    <a:pt x="219836" y="4571"/>
                  </a:lnTo>
                  <a:lnTo>
                    <a:pt x="227456" y="6095"/>
                  </a:lnTo>
                  <a:lnTo>
                    <a:pt x="235076" y="9143"/>
                  </a:lnTo>
                  <a:lnTo>
                    <a:pt x="241173" y="12191"/>
                  </a:lnTo>
                  <a:lnTo>
                    <a:pt x="248793" y="15239"/>
                  </a:lnTo>
                  <a:lnTo>
                    <a:pt x="267176" y="28955"/>
                  </a:lnTo>
                  <a:lnTo>
                    <a:pt x="282416" y="44195"/>
                  </a:lnTo>
                  <a:lnTo>
                    <a:pt x="285464" y="51815"/>
                  </a:lnTo>
                  <a:lnTo>
                    <a:pt x="290036" y="58007"/>
                  </a:lnTo>
                  <a:lnTo>
                    <a:pt x="293084" y="64103"/>
                  </a:lnTo>
                  <a:lnTo>
                    <a:pt x="296132" y="71723"/>
                  </a:lnTo>
                  <a:lnTo>
                    <a:pt x="299180" y="77819"/>
                  </a:lnTo>
                  <a:lnTo>
                    <a:pt x="302323" y="85439"/>
                  </a:lnTo>
                  <a:lnTo>
                    <a:pt x="303847" y="93059"/>
                  </a:lnTo>
                  <a:lnTo>
                    <a:pt x="305371" y="99155"/>
                  </a:lnTo>
                  <a:lnTo>
                    <a:pt x="305371" y="167830"/>
                  </a:lnTo>
                  <a:lnTo>
                    <a:pt x="302323" y="183070"/>
                  </a:lnTo>
                  <a:lnTo>
                    <a:pt x="299180" y="189166"/>
                  </a:lnTo>
                  <a:lnTo>
                    <a:pt x="293084" y="204501"/>
                  </a:lnTo>
                  <a:lnTo>
                    <a:pt x="290036" y="210597"/>
                  </a:lnTo>
                  <a:lnTo>
                    <a:pt x="285464" y="216693"/>
                  </a:lnTo>
                  <a:lnTo>
                    <a:pt x="282416" y="222789"/>
                  </a:lnTo>
                  <a:lnTo>
                    <a:pt x="277844" y="228885"/>
                  </a:lnTo>
                  <a:lnTo>
                    <a:pt x="271748" y="233457"/>
                  </a:lnTo>
                  <a:lnTo>
                    <a:pt x="267176" y="239553"/>
                  </a:lnTo>
                  <a:lnTo>
                    <a:pt x="254984" y="248697"/>
                  </a:lnTo>
                  <a:lnTo>
                    <a:pt x="248793" y="251745"/>
                  </a:lnTo>
                  <a:lnTo>
                    <a:pt x="241173" y="256317"/>
                  </a:lnTo>
                  <a:lnTo>
                    <a:pt x="235076" y="259365"/>
                  </a:lnTo>
                  <a:lnTo>
                    <a:pt x="227456" y="260889"/>
                  </a:lnTo>
                  <a:lnTo>
                    <a:pt x="219836" y="264032"/>
                  </a:lnTo>
                  <a:lnTo>
                    <a:pt x="213741" y="265556"/>
                  </a:lnTo>
                  <a:lnTo>
                    <a:pt x="206120" y="267080"/>
                  </a:lnTo>
                  <a:close/>
                </a:path>
              </a:pathLst>
            </a:custGeom>
            <a:solidFill>
              <a:srgbClr val="FFFFFF"/>
            </a:solidFill>
          </p:spPr>
          <p:txBody>
            <a:bodyPr wrap="square" lIns="0" tIns="0" rIns="0" bIns="0" rtlCol="0"/>
            <a:lstStyle/>
            <a:p>
              <a:endParaRPr/>
            </a:p>
          </p:txBody>
        </p:sp>
        <p:pic>
          <p:nvPicPr>
            <p:cNvPr id="100" name="object 100"/>
            <p:cNvPicPr/>
            <p:nvPr/>
          </p:nvPicPr>
          <p:blipFill>
            <a:blip r:embed="rId62" cstate="print"/>
            <a:stretch>
              <a:fillRect/>
            </a:stretch>
          </p:blipFill>
          <p:spPr>
            <a:xfrm>
              <a:off x="1376172" y="6019800"/>
              <a:ext cx="149351" cy="150875"/>
            </a:xfrm>
            <a:prstGeom prst="rect">
              <a:avLst/>
            </a:prstGeom>
          </p:spPr>
        </p:pic>
        <p:pic>
          <p:nvPicPr>
            <p:cNvPr id="101" name="object 101"/>
            <p:cNvPicPr/>
            <p:nvPr/>
          </p:nvPicPr>
          <p:blipFill>
            <a:blip r:embed="rId63" cstate="print"/>
            <a:stretch>
              <a:fillRect/>
            </a:stretch>
          </p:blipFill>
          <p:spPr>
            <a:xfrm>
              <a:off x="1376172" y="6097523"/>
              <a:ext cx="150622" cy="74647"/>
            </a:xfrm>
            <a:prstGeom prst="rect">
              <a:avLst/>
            </a:prstGeom>
          </p:spPr>
        </p:pic>
        <p:pic>
          <p:nvPicPr>
            <p:cNvPr id="102" name="object 102"/>
            <p:cNvPicPr/>
            <p:nvPr/>
          </p:nvPicPr>
          <p:blipFill>
            <a:blip r:embed="rId64" cstate="print"/>
            <a:stretch>
              <a:fillRect/>
            </a:stretch>
          </p:blipFill>
          <p:spPr>
            <a:xfrm>
              <a:off x="1376172" y="6019800"/>
              <a:ext cx="128016" cy="151638"/>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8789" y="361187"/>
            <a:ext cx="5734685" cy="9354820"/>
            <a:chOff x="1028789" y="361187"/>
            <a:chExt cx="5734685" cy="9354820"/>
          </a:xfrm>
        </p:grpSpPr>
        <p:pic>
          <p:nvPicPr>
            <p:cNvPr id="3" name="object 3"/>
            <p:cNvPicPr/>
            <p:nvPr/>
          </p:nvPicPr>
          <p:blipFill>
            <a:blip r:embed="rId3" cstate="print"/>
            <a:stretch>
              <a:fillRect/>
            </a:stretch>
          </p:blipFill>
          <p:spPr>
            <a:xfrm>
              <a:off x="1028789" y="367284"/>
              <a:ext cx="5734627" cy="9348215"/>
            </a:xfrm>
            <a:prstGeom prst="rect">
              <a:avLst/>
            </a:prstGeom>
          </p:spPr>
        </p:pic>
        <p:pic>
          <p:nvPicPr>
            <p:cNvPr id="4" name="object 4"/>
            <p:cNvPicPr/>
            <p:nvPr/>
          </p:nvPicPr>
          <p:blipFill>
            <a:blip r:embed="rId4" cstate="print"/>
            <a:stretch>
              <a:fillRect/>
            </a:stretch>
          </p:blipFill>
          <p:spPr>
            <a:xfrm>
              <a:off x="1124712" y="361187"/>
              <a:ext cx="5545836" cy="9354312"/>
            </a:xfrm>
            <a:prstGeom prst="rect">
              <a:avLst/>
            </a:prstGeom>
          </p:spPr>
        </p:pic>
        <p:sp>
          <p:nvSpPr>
            <p:cNvPr id="5" name="object 5"/>
            <p:cNvSpPr/>
            <p:nvPr/>
          </p:nvSpPr>
          <p:spPr>
            <a:xfrm>
              <a:off x="1144524" y="361187"/>
              <a:ext cx="5507990" cy="9354820"/>
            </a:xfrm>
            <a:custGeom>
              <a:avLst/>
              <a:gdLst/>
              <a:ahLst/>
              <a:cxnLst/>
              <a:rect l="l" t="t" r="r" b="b"/>
              <a:pathLst>
                <a:path w="5507990" h="9354820">
                  <a:moveTo>
                    <a:pt x="5507736" y="9354312"/>
                  </a:moveTo>
                  <a:lnTo>
                    <a:pt x="0" y="9354312"/>
                  </a:lnTo>
                  <a:lnTo>
                    <a:pt x="0" y="0"/>
                  </a:lnTo>
                  <a:lnTo>
                    <a:pt x="5507736" y="0"/>
                  </a:lnTo>
                  <a:lnTo>
                    <a:pt x="5507736" y="9354312"/>
                  </a:lnTo>
                  <a:close/>
                </a:path>
              </a:pathLst>
            </a:custGeom>
            <a:solidFill>
              <a:srgbClr val="FFFFFF"/>
            </a:solidFill>
          </p:spPr>
          <p:txBody>
            <a:bodyPr wrap="square" lIns="0" tIns="0" rIns="0" bIns="0" rtlCol="0"/>
            <a:lstStyle/>
            <a:p>
              <a:endParaRPr/>
            </a:p>
          </p:txBody>
        </p:sp>
        <p:pic>
          <p:nvPicPr>
            <p:cNvPr id="6" name="object 6"/>
            <p:cNvPicPr/>
            <p:nvPr/>
          </p:nvPicPr>
          <p:blipFill>
            <a:blip r:embed="rId5" cstate="print"/>
            <a:stretch>
              <a:fillRect/>
            </a:stretch>
          </p:blipFill>
          <p:spPr>
            <a:xfrm>
              <a:off x="1857470" y="416242"/>
              <a:ext cx="87058" cy="109918"/>
            </a:xfrm>
            <a:prstGeom prst="rect">
              <a:avLst/>
            </a:prstGeom>
          </p:spPr>
        </p:pic>
        <p:sp>
          <p:nvSpPr>
            <p:cNvPr id="7" name="object 7"/>
            <p:cNvSpPr/>
            <p:nvPr/>
          </p:nvSpPr>
          <p:spPr>
            <a:xfrm>
              <a:off x="1967484" y="411670"/>
              <a:ext cx="12700" cy="113030"/>
            </a:xfrm>
            <a:custGeom>
              <a:avLst/>
              <a:gdLst/>
              <a:ahLst/>
              <a:cxnLst/>
              <a:rect l="l" t="t" r="r" b="b"/>
              <a:pathLst>
                <a:path w="12700" h="113029">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8" name="object 8"/>
            <p:cNvPicPr/>
            <p:nvPr/>
          </p:nvPicPr>
          <p:blipFill>
            <a:blip r:embed="rId6" cstate="print"/>
            <a:stretch>
              <a:fillRect/>
            </a:stretch>
          </p:blipFill>
          <p:spPr>
            <a:xfrm>
              <a:off x="1999488" y="446722"/>
              <a:ext cx="74866" cy="79438"/>
            </a:xfrm>
            <a:prstGeom prst="rect">
              <a:avLst/>
            </a:prstGeom>
          </p:spPr>
        </p:pic>
        <p:pic>
          <p:nvPicPr>
            <p:cNvPr id="9" name="object 9"/>
            <p:cNvPicPr/>
            <p:nvPr/>
          </p:nvPicPr>
          <p:blipFill>
            <a:blip r:embed="rId7" cstate="print"/>
            <a:stretch>
              <a:fillRect/>
            </a:stretch>
          </p:blipFill>
          <p:spPr>
            <a:xfrm>
              <a:off x="2094166" y="411670"/>
              <a:ext cx="143541" cy="114490"/>
            </a:xfrm>
            <a:prstGeom prst="rect">
              <a:avLst/>
            </a:prstGeom>
          </p:spPr>
        </p:pic>
        <p:sp>
          <p:nvSpPr>
            <p:cNvPr id="10" name="object 10"/>
            <p:cNvSpPr/>
            <p:nvPr/>
          </p:nvSpPr>
          <p:spPr>
            <a:xfrm>
              <a:off x="2262092" y="411670"/>
              <a:ext cx="12700" cy="113030"/>
            </a:xfrm>
            <a:custGeom>
              <a:avLst/>
              <a:gdLst/>
              <a:ahLst/>
              <a:cxnLst/>
              <a:rect l="l" t="t" r="r" b="b"/>
              <a:pathLst>
                <a:path w="12700" h="113029">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11" name="object 11"/>
            <p:cNvPicPr/>
            <p:nvPr/>
          </p:nvPicPr>
          <p:blipFill>
            <a:blip r:embed="rId8" cstate="print"/>
            <a:stretch>
              <a:fillRect/>
            </a:stretch>
          </p:blipFill>
          <p:spPr>
            <a:xfrm>
              <a:off x="2341530" y="417766"/>
              <a:ext cx="109918" cy="106870"/>
            </a:xfrm>
            <a:prstGeom prst="rect">
              <a:avLst/>
            </a:prstGeom>
          </p:spPr>
        </p:pic>
        <p:sp>
          <p:nvSpPr>
            <p:cNvPr id="12" name="object 12"/>
            <p:cNvSpPr/>
            <p:nvPr/>
          </p:nvSpPr>
          <p:spPr>
            <a:xfrm>
              <a:off x="2474309" y="411670"/>
              <a:ext cx="18415" cy="113030"/>
            </a:xfrm>
            <a:custGeom>
              <a:avLst/>
              <a:gdLst/>
              <a:ahLst/>
              <a:cxnLst/>
              <a:rect l="l" t="t" r="r" b="b"/>
              <a:pathLst>
                <a:path w="18414" h="113029">
                  <a:moveTo>
                    <a:pt x="12192" y="18288"/>
                  </a:moveTo>
                  <a:lnTo>
                    <a:pt x="7620" y="18288"/>
                  </a:lnTo>
                  <a:lnTo>
                    <a:pt x="4572" y="16764"/>
                  </a:lnTo>
                  <a:lnTo>
                    <a:pt x="0" y="12192"/>
                  </a:lnTo>
                  <a:lnTo>
                    <a:pt x="0" y="7620"/>
                  </a:lnTo>
                  <a:lnTo>
                    <a:pt x="1524" y="4572"/>
                  </a:lnTo>
                  <a:lnTo>
                    <a:pt x="4572" y="1524"/>
                  </a:lnTo>
                  <a:lnTo>
                    <a:pt x="7620" y="0"/>
                  </a:lnTo>
                  <a:lnTo>
                    <a:pt x="12192" y="0"/>
                  </a:lnTo>
                  <a:lnTo>
                    <a:pt x="15240" y="3048"/>
                  </a:lnTo>
                  <a:lnTo>
                    <a:pt x="16859" y="4572"/>
                  </a:lnTo>
                  <a:lnTo>
                    <a:pt x="18383" y="7620"/>
                  </a:lnTo>
                  <a:lnTo>
                    <a:pt x="18383" y="12192"/>
                  </a:lnTo>
                  <a:lnTo>
                    <a:pt x="16859" y="13716"/>
                  </a:lnTo>
                  <a:lnTo>
                    <a:pt x="15240" y="15240"/>
                  </a:lnTo>
                  <a:lnTo>
                    <a:pt x="12192" y="18288"/>
                  </a:lnTo>
                  <a:close/>
                </a:path>
                <a:path w="18414" h="113029">
                  <a:moveTo>
                    <a:pt x="15240" y="112966"/>
                  </a:moveTo>
                  <a:lnTo>
                    <a:pt x="3048" y="112966"/>
                  </a:lnTo>
                  <a:lnTo>
                    <a:pt x="3048" y="36576"/>
                  </a:lnTo>
                  <a:lnTo>
                    <a:pt x="15240" y="36576"/>
                  </a:lnTo>
                  <a:lnTo>
                    <a:pt x="15240" y="112966"/>
                  </a:lnTo>
                  <a:close/>
                </a:path>
              </a:pathLst>
            </a:custGeom>
            <a:solidFill>
              <a:srgbClr val="232323"/>
            </a:solidFill>
          </p:spPr>
          <p:txBody>
            <a:bodyPr wrap="square" lIns="0" tIns="0" rIns="0" bIns="0" rtlCol="0"/>
            <a:lstStyle/>
            <a:p>
              <a:endParaRPr/>
            </a:p>
          </p:txBody>
        </p:sp>
        <p:pic>
          <p:nvPicPr>
            <p:cNvPr id="13" name="object 13"/>
            <p:cNvPicPr/>
            <p:nvPr/>
          </p:nvPicPr>
          <p:blipFill>
            <a:blip r:embed="rId9" cstate="print"/>
            <a:stretch>
              <a:fillRect/>
            </a:stretch>
          </p:blipFill>
          <p:spPr>
            <a:xfrm>
              <a:off x="2514028" y="446722"/>
              <a:ext cx="259556" cy="97726"/>
            </a:xfrm>
            <a:prstGeom prst="rect">
              <a:avLst/>
            </a:prstGeom>
          </p:spPr>
        </p:pic>
        <p:pic>
          <p:nvPicPr>
            <p:cNvPr id="14" name="object 14"/>
            <p:cNvPicPr/>
            <p:nvPr/>
          </p:nvPicPr>
          <p:blipFill>
            <a:blip r:embed="rId10" cstate="print"/>
            <a:stretch>
              <a:fillRect/>
            </a:stretch>
          </p:blipFill>
          <p:spPr>
            <a:xfrm>
              <a:off x="2839211" y="417766"/>
              <a:ext cx="109918" cy="106870"/>
            </a:xfrm>
            <a:prstGeom prst="rect">
              <a:avLst/>
            </a:prstGeom>
          </p:spPr>
        </p:pic>
        <p:pic>
          <p:nvPicPr>
            <p:cNvPr id="15" name="object 15"/>
            <p:cNvPicPr/>
            <p:nvPr/>
          </p:nvPicPr>
          <p:blipFill>
            <a:blip r:embed="rId11" cstate="print"/>
            <a:stretch>
              <a:fillRect/>
            </a:stretch>
          </p:blipFill>
          <p:spPr>
            <a:xfrm>
              <a:off x="2970561" y="425386"/>
              <a:ext cx="259556" cy="100774"/>
            </a:xfrm>
            <a:prstGeom prst="rect">
              <a:avLst/>
            </a:prstGeom>
          </p:spPr>
        </p:pic>
        <p:pic>
          <p:nvPicPr>
            <p:cNvPr id="16" name="object 16"/>
            <p:cNvPicPr/>
            <p:nvPr/>
          </p:nvPicPr>
          <p:blipFill>
            <a:blip r:embed="rId12" cstate="print"/>
            <a:stretch>
              <a:fillRect/>
            </a:stretch>
          </p:blipFill>
          <p:spPr>
            <a:xfrm>
              <a:off x="3285077" y="416242"/>
              <a:ext cx="88487" cy="109918"/>
            </a:xfrm>
            <a:prstGeom prst="rect">
              <a:avLst/>
            </a:prstGeom>
          </p:spPr>
        </p:pic>
        <p:pic>
          <p:nvPicPr>
            <p:cNvPr id="17" name="object 17"/>
            <p:cNvPicPr/>
            <p:nvPr/>
          </p:nvPicPr>
          <p:blipFill>
            <a:blip r:embed="rId13" cstate="print"/>
            <a:stretch>
              <a:fillRect/>
            </a:stretch>
          </p:blipFill>
          <p:spPr>
            <a:xfrm>
              <a:off x="3396519" y="411670"/>
              <a:ext cx="270224" cy="114490"/>
            </a:xfrm>
            <a:prstGeom prst="rect">
              <a:avLst/>
            </a:prstGeom>
          </p:spPr>
        </p:pic>
        <p:sp>
          <p:nvSpPr>
            <p:cNvPr id="18" name="object 18"/>
            <p:cNvSpPr/>
            <p:nvPr/>
          </p:nvSpPr>
          <p:spPr>
            <a:xfrm>
              <a:off x="3689603" y="411670"/>
              <a:ext cx="12700" cy="113030"/>
            </a:xfrm>
            <a:custGeom>
              <a:avLst/>
              <a:gdLst/>
              <a:ahLst/>
              <a:cxnLst/>
              <a:rect l="l" t="t" r="r" b="b"/>
              <a:pathLst>
                <a:path w="12700" h="113029">
                  <a:moveTo>
                    <a:pt x="12287" y="112966"/>
                  </a:moveTo>
                  <a:lnTo>
                    <a:pt x="0" y="112966"/>
                  </a:lnTo>
                  <a:lnTo>
                    <a:pt x="0" y="0"/>
                  </a:lnTo>
                  <a:lnTo>
                    <a:pt x="12287" y="0"/>
                  </a:lnTo>
                  <a:lnTo>
                    <a:pt x="12287" y="112966"/>
                  </a:lnTo>
                  <a:close/>
                </a:path>
              </a:pathLst>
            </a:custGeom>
            <a:solidFill>
              <a:srgbClr val="232323"/>
            </a:solidFill>
          </p:spPr>
          <p:txBody>
            <a:bodyPr wrap="square" lIns="0" tIns="0" rIns="0" bIns="0" rtlCol="0"/>
            <a:lstStyle/>
            <a:p>
              <a:endParaRPr/>
            </a:p>
          </p:txBody>
        </p:sp>
        <p:pic>
          <p:nvPicPr>
            <p:cNvPr id="19" name="object 19"/>
            <p:cNvPicPr/>
            <p:nvPr/>
          </p:nvPicPr>
          <p:blipFill>
            <a:blip r:embed="rId14" cstate="print"/>
            <a:stretch>
              <a:fillRect/>
            </a:stretch>
          </p:blipFill>
          <p:spPr>
            <a:xfrm>
              <a:off x="3770566" y="410146"/>
              <a:ext cx="1761839" cy="149542"/>
            </a:xfrm>
            <a:prstGeom prst="rect">
              <a:avLst/>
            </a:prstGeom>
          </p:spPr>
        </p:pic>
        <p:sp>
          <p:nvSpPr>
            <p:cNvPr id="20" name="object 20"/>
            <p:cNvSpPr/>
            <p:nvPr/>
          </p:nvSpPr>
          <p:spPr>
            <a:xfrm>
              <a:off x="1663636" y="742854"/>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21" name="object 21"/>
            <p:cNvPicPr/>
            <p:nvPr/>
          </p:nvPicPr>
          <p:blipFill>
            <a:blip r:embed="rId15" cstate="print"/>
            <a:stretch>
              <a:fillRect/>
            </a:stretch>
          </p:blipFill>
          <p:spPr>
            <a:xfrm>
              <a:off x="1855946" y="697039"/>
              <a:ext cx="3010852" cy="149542"/>
            </a:xfrm>
            <a:prstGeom prst="rect">
              <a:avLst/>
            </a:prstGeom>
          </p:spPr>
        </p:pic>
        <p:pic>
          <p:nvPicPr>
            <p:cNvPr id="22" name="object 22"/>
            <p:cNvPicPr/>
            <p:nvPr/>
          </p:nvPicPr>
          <p:blipFill>
            <a:blip r:embed="rId16" cstate="print"/>
            <a:stretch>
              <a:fillRect/>
            </a:stretch>
          </p:blipFill>
          <p:spPr>
            <a:xfrm>
              <a:off x="4932426" y="698563"/>
              <a:ext cx="85534" cy="111696"/>
            </a:xfrm>
            <a:prstGeom prst="rect">
              <a:avLst/>
            </a:prstGeom>
          </p:spPr>
        </p:pic>
        <p:sp>
          <p:nvSpPr>
            <p:cNvPr id="23" name="object 23"/>
            <p:cNvSpPr/>
            <p:nvPr/>
          </p:nvSpPr>
          <p:spPr>
            <a:xfrm>
              <a:off x="5040820" y="732186"/>
              <a:ext cx="62865" cy="78105"/>
            </a:xfrm>
            <a:custGeom>
              <a:avLst/>
              <a:gdLst/>
              <a:ahLst/>
              <a:cxnLst/>
              <a:rect l="l" t="t" r="r" b="b"/>
              <a:pathLst>
                <a:path w="62864" h="78104">
                  <a:moveTo>
                    <a:pt x="18319" y="15240"/>
                  </a:moveTo>
                  <a:lnTo>
                    <a:pt x="12192" y="15240"/>
                  </a:lnTo>
                  <a:lnTo>
                    <a:pt x="15240" y="9144"/>
                  </a:lnTo>
                  <a:lnTo>
                    <a:pt x="18288" y="6096"/>
                  </a:lnTo>
                  <a:lnTo>
                    <a:pt x="22955" y="3048"/>
                  </a:lnTo>
                  <a:lnTo>
                    <a:pt x="26003" y="1524"/>
                  </a:lnTo>
                  <a:lnTo>
                    <a:pt x="32099" y="0"/>
                  </a:lnTo>
                  <a:lnTo>
                    <a:pt x="45815" y="0"/>
                  </a:lnTo>
                  <a:lnTo>
                    <a:pt x="51911" y="3048"/>
                  </a:lnTo>
                  <a:lnTo>
                    <a:pt x="56483" y="7620"/>
                  </a:lnTo>
                  <a:lnTo>
                    <a:pt x="58769" y="10668"/>
                  </a:lnTo>
                  <a:lnTo>
                    <a:pt x="26003" y="10668"/>
                  </a:lnTo>
                  <a:lnTo>
                    <a:pt x="21431" y="12192"/>
                  </a:lnTo>
                  <a:lnTo>
                    <a:pt x="18319" y="15240"/>
                  </a:lnTo>
                  <a:close/>
                </a:path>
                <a:path w="62864" h="78104">
                  <a:moveTo>
                    <a:pt x="12192" y="77819"/>
                  </a:moveTo>
                  <a:lnTo>
                    <a:pt x="0" y="77819"/>
                  </a:lnTo>
                  <a:lnTo>
                    <a:pt x="0" y="1524"/>
                  </a:lnTo>
                  <a:lnTo>
                    <a:pt x="12192" y="1524"/>
                  </a:lnTo>
                  <a:lnTo>
                    <a:pt x="12192" y="15240"/>
                  </a:lnTo>
                  <a:lnTo>
                    <a:pt x="18319" y="15240"/>
                  </a:lnTo>
                  <a:lnTo>
                    <a:pt x="16764" y="16764"/>
                  </a:lnTo>
                  <a:lnTo>
                    <a:pt x="13716" y="21336"/>
                  </a:lnTo>
                  <a:lnTo>
                    <a:pt x="12192" y="27432"/>
                  </a:lnTo>
                  <a:lnTo>
                    <a:pt x="12192" y="77819"/>
                  </a:lnTo>
                  <a:close/>
                </a:path>
                <a:path w="62864" h="78104">
                  <a:moveTo>
                    <a:pt x="62579" y="77819"/>
                  </a:moveTo>
                  <a:lnTo>
                    <a:pt x="50387" y="77819"/>
                  </a:lnTo>
                  <a:lnTo>
                    <a:pt x="50387" y="25908"/>
                  </a:lnTo>
                  <a:lnTo>
                    <a:pt x="48863" y="19812"/>
                  </a:lnTo>
                  <a:lnTo>
                    <a:pt x="45815" y="16764"/>
                  </a:lnTo>
                  <a:lnTo>
                    <a:pt x="42767" y="12192"/>
                  </a:lnTo>
                  <a:lnTo>
                    <a:pt x="38195" y="10668"/>
                  </a:lnTo>
                  <a:lnTo>
                    <a:pt x="58769" y="10668"/>
                  </a:lnTo>
                  <a:lnTo>
                    <a:pt x="61055" y="13716"/>
                  </a:lnTo>
                  <a:lnTo>
                    <a:pt x="62579" y="21336"/>
                  </a:lnTo>
                  <a:lnTo>
                    <a:pt x="62579" y="77819"/>
                  </a:lnTo>
                  <a:close/>
                </a:path>
              </a:pathLst>
            </a:custGeom>
            <a:solidFill>
              <a:srgbClr val="232323"/>
            </a:solidFill>
          </p:spPr>
          <p:txBody>
            <a:bodyPr wrap="square" lIns="0" tIns="0" rIns="0" bIns="0" rtlCol="0"/>
            <a:lstStyle/>
            <a:p>
              <a:endParaRPr/>
            </a:p>
          </p:txBody>
        </p:sp>
        <p:pic>
          <p:nvPicPr>
            <p:cNvPr id="24" name="object 24"/>
            <p:cNvPicPr/>
            <p:nvPr/>
          </p:nvPicPr>
          <p:blipFill>
            <a:blip r:embed="rId17" cstate="print"/>
            <a:stretch>
              <a:fillRect/>
            </a:stretch>
          </p:blipFill>
          <p:spPr>
            <a:xfrm>
              <a:off x="5124831" y="733710"/>
              <a:ext cx="169449" cy="96107"/>
            </a:xfrm>
            <a:prstGeom prst="rect">
              <a:avLst/>
            </a:prstGeom>
          </p:spPr>
        </p:pic>
        <p:pic>
          <p:nvPicPr>
            <p:cNvPr id="25" name="object 25"/>
            <p:cNvPicPr/>
            <p:nvPr/>
          </p:nvPicPr>
          <p:blipFill>
            <a:blip r:embed="rId18" cstate="print"/>
            <a:stretch>
              <a:fillRect/>
            </a:stretch>
          </p:blipFill>
          <p:spPr>
            <a:xfrm>
              <a:off x="5359907" y="698563"/>
              <a:ext cx="85534" cy="111696"/>
            </a:xfrm>
            <a:prstGeom prst="rect">
              <a:avLst/>
            </a:prstGeom>
          </p:spPr>
        </p:pic>
        <p:sp>
          <p:nvSpPr>
            <p:cNvPr id="26" name="object 26"/>
            <p:cNvSpPr/>
            <p:nvPr/>
          </p:nvSpPr>
          <p:spPr>
            <a:xfrm>
              <a:off x="5466778" y="732186"/>
              <a:ext cx="62865" cy="78105"/>
            </a:xfrm>
            <a:custGeom>
              <a:avLst/>
              <a:gdLst/>
              <a:ahLst/>
              <a:cxnLst/>
              <a:rect l="l" t="t" r="r" b="b"/>
              <a:pathLst>
                <a:path w="62864" h="78104">
                  <a:moveTo>
                    <a:pt x="19907" y="15240"/>
                  </a:moveTo>
                  <a:lnTo>
                    <a:pt x="12192" y="15240"/>
                  </a:lnTo>
                  <a:lnTo>
                    <a:pt x="15335" y="9144"/>
                  </a:lnTo>
                  <a:lnTo>
                    <a:pt x="18383" y="6096"/>
                  </a:lnTo>
                  <a:lnTo>
                    <a:pt x="22955" y="3048"/>
                  </a:lnTo>
                  <a:lnTo>
                    <a:pt x="32099" y="0"/>
                  </a:lnTo>
                  <a:lnTo>
                    <a:pt x="45815" y="0"/>
                  </a:lnTo>
                  <a:lnTo>
                    <a:pt x="51911" y="3048"/>
                  </a:lnTo>
                  <a:lnTo>
                    <a:pt x="56483" y="7620"/>
                  </a:lnTo>
                  <a:lnTo>
                    <a:pt x="58769" y="10668"/>
                  </a:lnTo>
                  <a:lnTo>
                    <a:pt x="27527" y="10668"/>
                  </a:lnTo>
                  <a:lnTo>
                    <a:pt x="22955" y="12192"/>
                  </a:lnTo>
                  <a:lnTo>
                    <a:pt x="19907" y="15240"/>
                  </a:lnTo>
                  <a:close/>
                </a:path>
                <a:path w="62864" h="78104">
                  <a:moveTo>
                    <a:pt x="12192" y="77819"/>
                  </a:moveTo>
                  <a:lnTo>
                    <a:pt x="0" y="77819"/>
                  </a:lnTo>
                  <a:lnTo>
                    <a:pt x="0" y="1524"/>
                  </a:lnTo>
                  <a:lnTo>
                    <a:pt x="12192" y="1524"/>
                  </a:lnTo>
                  <a:lnTo>
                    <a:pt x="12192" y="15240"/>
                  </a:lnTo>
                  <a:lnTo>
                    <a:pt x="19907" y="15240"/>
                  </a:lnTo>
                  <a:lnTo>
                    <a:pt x="18383" y="16764"/>
                  </a:lnTo>
                  <a:lnTo>
                    <a:pt x="13716" y="21336"/>
                  </a:lnTo>
                  <a:lnTo>
                    <a:pt x="12192" y="27432"/>
                  </a:lnTo>
                  <a:lnTo>
                    <a:pt x="12192" y="77819"/>
                  </a:lnTo>
                  <a:close/>
                </a:path>
                <a:path w="62864" h="78104">
                  <a:moveTo>
                    <a:pt x="62579" y="77819"/>
                  </a:moveTo>
                  <a:lnTo>
                    <a:pt x="50387" y="77819"/>
                  </a:lnTo>
                  <a:lnTo>
                    <a:pt x="50387" y="25908"/>
                  </a:lnTo>
                  <a:lnTo>
                    <a:pt x="48863" y="19812"/>
                  </a:lnTo>
                  <a:lnTo>
                    <a:pt x="47339" y="16764"/>
                  </a:lnTo>
                  <a:lnTo>
                    <a:pt x="44291" y="12192"/>
                  </a:lnTo>
                  <a:lnTo>
                    <a:pt x="39719" y="10668"/>
                  </a:lnTo>
                  <a:lnTo>
                    <a:pt x="58769" y="10668"/>
                  </a:lnTo>
                  <a:lnTo>
                    <a:pt x="61055" y="13716"/>
                  </a:lnTo>
                  <a:lnTo>
                    <a:pt x="62579" y="21336"/>
                  </a:lnTo>
                  <a:lnTo>
                    <a:pt x="62579" y="77819"/>
                  </a:lnTo>
                  <a:close/>
                </a:path>
              </a:pathLst>
            </a:custGeom>
            <a:solidFill>
              <a:srgbClr val="232323"/>
            </a:solidFill>
          </p:spPr>
          <p:txBody>
            <a:bodyPr wrap="square" lIns="0" tIns="0" rIns="0" bIns="0" rtlCol="0"/>
            <a:lstStyle/>
            <a:p>
              <a:endParaRPr/>
            </a:p>
          </p:txBody>
        </p:sp>
        <p:pic>
          <p:nvPicPr>
            <p:cNvPr id="27" name="object 27"/>
            <p:cNvPicPr/>
            <p:nvPr/>
          </p:nvPicPr>
          <p:blipFill>
            <a:blip r:embed="rId19" cstate="print"/>
            <a:stretch>
              <a:fillRect/>
            </a:stretch>
          </p:blipFill>
          <p:spPr>
            <a:xfrm>
              <a:off x="5550788" y="733710"/>
              <a:ext cx="145065" cy="77819"/>
            </a:xfrm>
            <a:prstGeom prst="rect">
              <a:avLst/>
            </a:prstGeom>
          </p:spPr>
        </p:pic>
        <p:pic>
          <p:nvPicPr>
            <p:cNvPr id="28" name="object 28"/>
            <p:cNvPicPr/>
            <p:nvPr/>
          </p:nvPicPr>
          <p:blipFill>
            <a:blip r:embed="rId20" cstate="print"/>
            <a:stretch>
              <a:fillRect/>
            </a:stretch>
          </p:blipFill>
          <p:spPr>
            <a:xfrm>
              <a:off x="5746242" y="732186"/>
              <a:ext cx="74771" cy="79343"/>
            </a:xfrm>
            <a:prstGeom prst="rect">
              <a:avLst/>
            </a:prstGeom>
          </p:spPr>
        </p:pic>
        <p:pic>
          <p:nvPicPr>
            <p:cNvPr id="29" name="object 29"/>
            <p:cNvPicPr/>
            <p:nvPr/>
          </p:nvPicPr>
          <p:blipFill>
            <a:blip r:embed="rId21" cstate="print"/>
            <a:stretch>
              <a:fillRect/>
            </a:stretch>
          </p:blipFill>
          <p:spPr>
            <a:xfrm>
              <a:off x="5840825" y="732186"/>
              <a:ext cx="64198" cy="77819"/>
            </a:xfrm>
            <a:prstGeom prst="rect">
              <a:avLst/>
            </a:prstGeom>
          </p:spPr>
        </p:pic>
        <p:sp>
          <p:nvSpPr>
            <p:cNvPr id="30" name="object 30"/>
            <p:cNvSpPr/>
            <p:nvPr/>
          </p:nvSpPr>
          <p:spPr>
            <a:xfrm>
              <a:off x="5959982" y="733710"/>
              <a:ext cx="62865" cy="76835"/>
            </a:xfrm>
            <a:custGeom>
              <a:avLst/>
              <a:gdLst/>
              <a:ahLst/>
              <a:cxnLst/>
              <a:rect l="l" t="t" r="r" b="b"/>
              <a:pathLst>
                <a:path w="62864" h="76834">
                  <a:moveTo>
                    <a:pt x="62579" y="76295"/>
                  </a:moveTo>
                  <a:lnTo>
                    <a:pt x="0" y="76295"/>
                  </a:lnTo>
                  <a:lnTo>
                    <a:pt x="0" y="73247"/>
                  </a:lnTo>
                  <a:lnTo>
                    <a:pt x="44196" y="10668"/>
                  </a:lnTo>
                  <a:lnTo>
                    <a:pt x="3048" y="10668"/>
                  </a:lnTo>
                  <a:lnTo>
                    <a:pt x="3048" y="0"/>
                  </a:lnTo>
                  <a:lnTo>
                    <a:pt x="62579" y="0"/>
                  </a:lnTo>
                  <a:lnTo>
                    <a:pt x="62579" y="4572"/>
                  </a:lnTo>
                  <a:lnTo>
                    <a:pt x="16764" y="65627"/>
                  </a:lnTo>
                  <a:lnTo>
                    <a:pt x="62579" y="65627"/>
                  </a:lnTo>
                  <a:lnTo>
                    <a:pt x="62579" y="76295"/>
                  </a:lnTo>
                  <a:close/>
                </a:path>
              </a:pathLst>
            </a:custGeom>
            <a:solidFill>
              <a:srgbClr val="232323"/>
            </a:solidFill>
          </p:spPr>
          <p:txBody>
            <a:bodyPr wrap="square" lIns="0" tIns="0" rIns="0" bIns="0" rtlCol="0"/>
            <a:lstStyle/>
            <a:p>
              <a:endParaRPr/>
            </a:p>
          </p:txBody>
        </p:sp>
        <p:pic>
          <p:nvPicPr>
            <p:cNvPr id="31" name="object 31"/>
            <p:cNvPicPr/>
            <p:nvPr/>
          </p:nvPicPr>
          <p:blipFill>
            <a:blip r:embed="rId22" cstate="print"/>
            <a:stretch>
              <a:fillRect/>
            </a:stretch>
          </p:blipFill>
          <p:spPr>
            <a:xfrm>
              <a:off x="1855946" y="912209"/>
              <a:ext cx="974121" cy="143446"/>
            </a:xfrm>
            <a:prstGeom prst="rect">
              <a:avLst/>
            </a:prstGeom>
          </p:spPr>
        </p:pic>
        <p:sp>
          <p:nvSpPr>
            <p:cNvPr id="32" name="object 32"/>
            <p:cNvSpPr/>
            <p:nvPr/>
          </p:nvSpPr>
          <p:spPr>
            <a:xfrm>
              <a:off x="1405604" y="1238821"/>
              <a:ext cx="38735" cy="36830"/>
            </a:xfrm>
            <a:custGeom>
              <a:avLst/>
              <a:gdLst/>
              <a:ahLst/>
              <a:cxnLst/>
              <a:rect l="l" t="t" r="r" b="b"/>
              <a:pathLst>
                <a:path w="38734" h="36830">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33" name="object 33"/>
            <p:cNvPicPr/>
            <p:nvPr/>
          </p:nvPicPr>
          <p:blipFill>
            <a:blip r:embed="rId23" cstate="print"/>
            <a:stretch>
              <a:fillRect/>
            </a:stretch>
          </p:blipFill>
          <p:spPr>
            <a:xfrm>
              <a:off x="1596390" y="1193006"/>
              <a:ext cx="1253489" cy="114490"/>
            </a:xfrm>
            <a:prstGeom prst="rect">
              <a:avLst/>
            </a:prstGeom>
          </p:spPr>
        </p:pic>
        <p:sp>
          <p:nvSpPr>
            <p:cNvPr id="34" name="object 34"/>
            <p:cNvSpPr/>
            <p:nvPr/>
          </p:nvSpPr>
          <p:spPr>
            <a:xfrm>
              <a:off x="1663636" y="1524190"/>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35" name="object 35"/>
            <p:cNvPicPr/>
            <p:nvPr/>
          </p:nvPicPr>
          <p:blipFill>
            <a:blip r:embed="rId24" cstate="print"/>
            <a:stretch>
              <a:fillRect/>
            </a:stretch>
          </p:blipFill>
          <p:spPr>
            <a:xfrm>
              <a:off x="1865185" y="1479899"/>
              <a:ext cx="1755743" cy="148018"/>
            </a:xfrm>
            <a:prstGeom prst="rect">
              <a:avLst/>
            </a:prstGeom>
          </p:spPr>
        </p:pic>
        <p:sp>
          <p:nvSpPr>
            <p:cNvPr id="36" name="object 36"/>
            <p:cNvSpPr/>
            <p:nvPr/>
          </p:nvSpPr>
          <p:spPr>
            <a:xfrm>
              <a:off x="1663636" y="1811178"/>
              <a:ext cx="38100" cy="36830"/>
            </a:xfrm>
            <a:custGeom>
              <a:avLst/>
              <a:gdLst/>
              <a:ahLst/>
              <a:cxnLst/>
              <a:rect l="l" t="t" r="r" b="b"/>
              <a:pathLst>
                <a:path w="38100" h="36830">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37" name="object 37"/>
            <p:cNvPicPr/>
            <p:nvPr/>
          </p:nvPicPr>
          <p:blipFill>
            <a:blip r:embed="rId25" cstate="print"/>
            <a:stretch>
              <a:fillRect/>
            </a:stretch>
          </p:blipFill>
          <p:spPr>
            <a:xfrm>
              <a:off x="1865185" y="1766792"/>
              <a:ext cx="1268729" cy="148113"/>
            </a:xfrm>
            <a:prstGeom prst="rect">
              <a:avLst/>
            </a:prstGeom>
          </p:spPr>
        </p:pic>
        <p:sp>
          <p:nvSpPr>
            <p:cNvPr id="38" name="object 38"/>
            <p:cNvSpPr/>
            <p:nvPr/>
          </p:nvSpPr>
          <p:spPr>
            <a:xfrm>
              <a:off x="1663636" y="2096547"/>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39" name="object 39"/>
            <p:cNvPicPr/>
            <p:nvPr/>
          </p:nvPicPr>
          <p:blipFill>
            <a:blip r:embed="rId26" cstate="print"/>
            <a:stretch>
              <a:fillRect/>
            </a:stretch>
          </p:blipFill>
          <p:spPr>
            <a:xfrm>
              <a:off x="1855946" y="2052256"/>
              <a:ext cx="1491710" cy="148018"/>
            </a:xfrm>
            <a:prstGeom prst="rect">
              <a:avLst/>
            </a:prstGeom>
          </p:spPr>
        </p:pic>
        <p:pic>
          <p:nvPicPr>
            <p:cNvPr id="40" name="object 40"/>
            <p:cNvPicPr/>
            <p:nvPr/>
          </p:nvPicPr>
          <p:blipFill>
            <a:blip r:embed="rId27" cstate="print"/>
            <a:stretch>
              <a:fillRect/>
            </a:stretch>
          </p:blipFill>
          <p:spPr>
            <a:xfrm>
              <a:off x="3414807" y="2052256"/>
              <a:ext cx="1033653" cy="148018"/>
            </a:xfrm>
            <a:prstGeom prst="rect">
              <a:avLst/>
            </a:prstGeom>
          </p:spPr>
        </p:pic>
        <p:sp>
          <p:nvSpPr>
            <p:cNvPr id="41" name="object 41"/>
            <p:cNvSpPr/>
            <p:nvPr/>
          </p:nvSpPr>
          <p:spPr>
            <a:xfrm>
              <a:off x="1335309" y="2441352"/>
              <a:ext cx="5124450" cy="20320"/>
            </a:xfrm>
            <a:custGeom>
              <a:avLst/>
              <a:gdLst/>
              <a:ahLst/>
              <a:cxnLst/>
              <a:rect l="l" t="t" r="r" b="b"/>
              <a:pathLst>
                <a:path w="5124450" h="20319">
                  <a:moveTo>
                    <a:pt x="5117782" y="19812"/>
                  </a:moveTo>
                  <a:lnTo>
                    <a:pt x="7715" y="19812"/>
                  </a:lnTo>
                  <a:lnTo>
                    <a:pt x="4667" y="18288"/>
                  </a:lnTo>
                  <a:lnTo>
                    <a:pt x="3143" y="16764"/>
                  </a:lnTo>
                  <a:lnTo>
                    <a:pt x="1524" y="13716"/>
                  </a:lnTo>
                  <a:lnTo>
                    <a:pt x="0" y="12192"/>
                  </a:lnTo>
                  <a:lnTo>
                    <a:pt x="0" y="9144"/>
                  </a:lnTo>
                  <a:lnTo>
                    <a:pt x="0" y="7620"/>
                  </a:lnTo>
                  <a:lnTo>
                    <a:pt x="1524" y="4572"/>
                  </a:lnTo>
                  <a:lnTo>
                    <a:pt x="4667" y="1524"/>
                  </a:lnTo>
                  <a:lnTo>
                    <a:pt x="7715" y="0"/>
                  </a:lnTo>
                  <a:lnTo>
                    <a:pt x="5117782" y="0"/>
                  </a:lnTo>
                  <a:lnTo>
                    <a:pt x="5120830" y="3048"/>
                  </a:lnTo>
                  <a:lnTo>
                    <a:pt x="5123878" y="4572"/>
                  </a:lnTo>
                  <a:lnTo>
                    <a:pt x="5123878" y="13716"/>
                  </a:lnTo>
                  <a:lnTo>
                    <a:pt x="5117782" y="19812"/>
                  </a:lnTo>
                  <a:close/>
                </a:path>
              </a:pathLst>
            </a:custGeom>
            <a:solidFill>
              <a:srgbClr val="707070"/>
            </a:solidFill>
          </p:spPr>
          <p:txBody>
            <a:bodyPr wrap="square" lIns="0" tIns="0" rIns="0" bIns="0" rtlCol="0"/>
            <a:lstStyle/>
            <a:p>
              <a:endParaRPr/>
            </a:p>
          </p:txBody>
        </p:sp>
        <p:pic>
          <p:nvPicPr>
            <p:cNvPr id="42" name="object 42"/>
            <p:cNvPicPr/>
            <p:nvPr/>
          </p:nvPicPr>
          <p:blipFill>
            <a:blip r:embed="rId28" cstate="print"/>
            <a:stretch>
              <a:fillRect/>
            </a:stretch>
          </p:blipFill>
          <p:spPr>
            <a:xfrm>
              <a:off x="1344549" y="2821400"/>
              <a:ext cx="132778" cy="137350"/>
            </a:xfrm>
            <a:prstGeom prst="rect">
              <a:avLst/>
            </a:prstGeom>
          </p:spPr>
        </p:pic>
        <p:pic>
          <p:nvPicPr>
            <p:cNvPr id="43" name="object 43"/>
            <p:cNvPicPr/>
            <p:nvPr/>
          </p:nvPicPr>
          <p:blipFill>
            <a:blip r:embed="rId29" cstate="print"/>
            <a:stretch>
              <a:fillRect/>
            </a:stretch>
          </p:blipFill>
          <p:spPr>
            <a:xfrm>
              <a:off x="1546002" y="2813684"/>
              <a:ext cx="2143601" cy="187737"/>
            </a:xfrm>
            <a:prstGeom prst="rect">
              <a:avLst/>
            </a:prstGeom>
          </p:spPr>
        </p:pic>
        <p:sp>
          <p:nvSpPr>
            <p:cNvPr id="44" name="object 44"/>
            <p:cNvSpPr/>
            <p:nvPr/>
          </p:nvSpPr>
          <p:spPr>
            <a:xfrm>
              <a:off x="1405604" y="3164681"/>
              <a:ext cx="38735" cy="38735"/>
            </a:xfrm>
            <a:custGeom>
              <a:avLst/>
              <a:gdLst/>
              <a:ahLst/>
              <a:cxnLst/>
              <a:rect l="l" t="t" r="r" b="b"/>
              <a:pathLst>
                <a:path w="38734" h="38735">
                  <a:moveTo>
                    <a:pt x="24384" y="38195"/>
                  </a:moveTo>
                  <a:lnTo>
                    <a:pt x="19812" y="38195"/>
                  </a:lnTo>
                  <a:lnTo>
                    <a:pt x="13716" y="38195"/>
                  </a:lnTo>
                  <a:lnTo>
                    <a:pt x="9144" y="36671"/>
                  </a:lnTo>
                  <a:lnTo>
                    <a:pt x="6096" y="33528"/>
                  </a:lnTo>
                  <a:lnTo>
                    <a:pt x="1524" y="28956"/>
                  </a:lnTo>
                  <a:lnTo>
                    <a:pt x="0" y="24384"/>
                  </a:lnTo>
                  <a:lnTo>
                    <a:pt x="0" y="15240"/>
                  </a:lnTo>
                  <a:lnTo>
                    <a:pt x="1524" y="10668"/>
                  </a:lnTo>
                  <a:lnTo>
                    <a:pt x="9144" y="3048"/>
                  </a:lnTo>
                  <a:lnTo>
                    <a:pt x="13716" y="0"/>
                  </a:lnTo>
                  <a:lnTo>
                    <a:pt x="24384" y="0"/>
                  </a:lnTo>
                  <a:lnTo>
                    <a:pt x="28956" y="3048"/>
                  </a:lnTo>
                  <a:lnTo>
                    <a:pt x="36671" y="10668"/>
                  </a:lnTo>
                  <a:lnTo>
                    <a:pt x="38195" y="13716"/>
                  </a:lnTo>
                  <a:lnTo>
                    <a:pt x="38195" y="24384"/>
                  </a:lnTo>
                  <a:lnTo>
                    <a:pt x="36671" y="28956"/>
                  </a:lnTo>
                  <a:lnTo>
                    <a:pt x="32004" y="33528"/>
                  </a:lnTo>
                  <a:lnTo>
                    <a:pt x="28956" y="36671"/>
                  </a:lnTo>
                  <a:lnTo>
                    <a:pt x="24384" y="38195"/>
                  </a:lnTo>
                  <a:close/>
                </a:path>
              </a:pathLst>
            </a:custGeom>
            <a:solidFill>
              <a:srgbClr val="232323"/>
            </a:solidFill>
          </p:spPr>
          <p:txBody>
            <a:bodyPr wrap="square" lIns="0" tIns="0" rIns="0" bIns="0" rtlCol="0"/>
            <a:lstStyle/>
            <a:p>
              <a:endParaRPr/>
            </a:p>
          </p:txBody>
        </p:sp>
        <p:pic>
          <p:nvPicPr>
            <p:cNvPr id="45" name="object 45"/>
            <p:cNvPicPr/>
            <p:nvPr/>
          </p:nvPicPr>
          <p:blipFill>
            <a:blip r:embed="rId30" cstate="print"/>
            <a:stretch>
              <a:fillRect/>
            </a:stretch>
          </p:blipFill>
          <p:spPr>
            <a:xfrm>
              <a:off x="1596390" y="3120485"/>
              <a:ext cx="342042" cy="114490"/>
            </a:xfrm>
            <a:prstGeom prst="rect">
              <a:avLst/>
            </a:prstGeom>
          </p:spPr>
        </p:pic>
        <p:sp>
          <p:nvSpPr>
            <p:cNvPr id="46" name="object 46"/>
            <p:cNvSpPr/>
            <p:nvPr/>
          </p:nvSpPr>
          <p:spPr>
            <a:xfrm>
              <a:off x="1985772" y="3123539"/>
              <a:ext cx="99695" cy="111760"/>
            </a:xfrm>
            <a:custGeom>
              <a:avLst/>
              <a:gdLst/>
              <a:ahLst/>
              <a:cxnLst/>
              <a:rect l="l" t="t" r="r" b="b"/>
              <a:pathLst>
                <a:path w="99694" h="111760">
                  <a:moveTo>
                    <a:pt x="48856" y="0"/>
                  </a:moveTo>
                  <a:lnTo>
                    <a:pt x="35140" y="0"/>
                  </a:lnTo>
                  <a:lnTo>
                    <a:pt x="30480" y="4572"/>
                  </a:lnTo>
                  <a:lnTo>
                    <a:pt x="12192" y="13716"/>
                  </a:lnTo>
                  <a:lnTo>
                    <a:pt x="6096" y="15240"/>
                  </a:lnTo>
                  <a:lnTo>
                    <a:pt x="0" y="18288"/>
                  </a:lnTo>
                  <a:lnTo>
                    <a:pt x="6096" y="36576"/>
                  </a:lnTo>
                  <a:lnTo>
                    <a:pt x="10668" y="35052"/>
                  </a:lnTo>
                  <a:lnTo>
                    <a:pt x="16764" y="32004"/>
                  </a:lnTo>
                  <a:lnTo>
                    <a:pt x="19812" y="32004"/>
                  </a:lnTo>
                  <a:lnTo>
                    <a:pt x="22860" y="30480"/>
                  </a:lnTo>
                  <a:lnTo>
                    <a:pt x="25908" y="27432"/>
                  </a:lnTo>
                  <a:lnTo>
                    <a:pt x="25908" y="109918"/>
                  </a:lnTo>
                  <a:lnTo>
                    <a:pt x="48856" y="109918"/>
                  </a:lnTo>
                  <a:lnTo>
                    <a:pt x="48856" y="0"/>
                  </a:lnTo>
                  <a:close/>
                </a:path>
                <a:path w="99694" h="111760">
                  <a:moveTo>
                    <a:pt x="99148" y="91630"/>
                  </a:moveTo>
                  <a:lnTo>
                    <a:pt x="96100" y="90106"/>
                  </a:lnTo>
                  <a:lnTo>
                    <a:pt x="93052" y="87058"/>
                  </a:lnTo>
                  <a:lnTo>
                    <a:pt x="90004" y="85534"/>
                  </a:lnTo>
                  <a:lnTo>
                    <a:pt x="82384" y="85534"/>
                  </a:lnTo>
                  <a:lnTo>
                    <a:pt x="79336" y="87058"/>
                  </a:lnTo>
                  <a:lnTo>
                    <a:pt x="76288" y="90106"/>
                  </a:lnTo>
                  <a:lnTo>
                    <a:pt x="73240" y="91630"/>
                  </a:lnTo>
                  <a:lnTo>
                    <a:pt x="71716" y="94678"/>
                  </a:lnTo>
                  <a:lnTo>
                    <a:pt x="71716" y="102298"/>
                  </a:lnTo>
                  <a:lnTo>
                    <a:pt x="73240" y="105346"/>
                  </a:lnTo>
                  <a:lnTo>
                    <a:pt x="76288" y="108394"/>
                  </a:lnTo>
                  <a:lnTo>
                    <a:pt x="82384" y="111442"/>
                  </a:lnTo>
                  <a:lnTo>
                    <a:pt x="90004" y="111442"/>
                  </a:lnTo>
                  <a:lnTo>
                    <a:pt x="96100" y="108394"/>
                  </a:lnTo>
                  <a:lnTo>
                    <a:pt x="99148" y="105346"/>
                  </a:lnTo>
                  <a:lnTo>
                    <a:pt x="99148" y="91630"/>
                  </a:lnTo>
                  <a:close/>
                </a:path>
                <a:path w="99694" h="111760">
                  <a:moveTo>
                    <a:pt x="99148" y="38188"/>
                  </a:moveTo>
                  <a:lnTo>
                    <a:pt x="96100" y="36664"/>
                  </a:lnTo>
                  <a:lnTo>
                    <a:pt x="93052" y="33616"/>
                  </a:lnTo>
                  <a:lnTo>
                    <a:pt x="90004" y="32092"/>
                  </a:lnTo>
                  <a:lnTo>
                    <a:pt x="82384" y="32092"/>
                  </a:lnTo>
                  <a:lnTo>
                    <a:pt x="79336" y="33616"/>
                  </a:lnTo>
                  <a:lnTo>
                    <a:pt x="76288" y="36664"/>
                  </a:lnTo>
                  <a:lnTo>
                    <a:pt x="73240" y="38188"/>
                  </a:lnTo>
                  <a:lnTo>
                    <a:pt x="71716" y="41236"/>
                  </a:lnTo>
                  <a:lnTo>
                    <a:pt x="71716" y="48856"/>
                  </a:lnTo>
                  <a:lnTo>
                    <a:pt x="73240" y="51904"/>
                  </a:lnTo>
                  <a:lnTo>
                    <a:pt x="76288" y="54952"/>
                  </a:lnTo>
                  <a:lnTo>
                    <a:pt x="82384" y="58000"/>
                  </a:lnTo>
                  <a:lnTo>
                    <a:pt x="90004" y="58000"/>
                  </a:lnTo>
                  <a:lnTo>
                    <a:pt x="96100" y="54952"/>
                  </a:lnTo>
                  <a:lnTo>
                    <a:pt x="99148" y="51904"/>
                  </a:lnTo>
                  <a:lnTo>
                    <a:pt x="99148" y="38188"/>
                  </a:lnTo>
                  <a:close/>
                </a:path>
              </a:pathLst>
            </a:custGeom>
            <a:solidFill>
              <a:srgbClr val="232323"/>
            </a:solidFill>
          </p:spPr>
          <p:txBody>
            <a:bodyPr wrap="square" lIns="0" tIns="0" rIns="0" bIns="0" rtlCol="0"/>
            <a:lstStyle/>
            <a:p>
              <a:endParaRPr/>
            </a:p>
          </p:txBody>
        </p:sp>
        <p:pic>
          <p:nvPicPr>
            <p:cNvPr id="47" name="object 47"/>
            <p:cNvPicPr/>
            <p:nvPr/>
          </p:nvPicPr>
          <p:blipFill>
            <a:blip r:embed="rId31" cstate="print"/>
            <a:stretch>
              <a:fillRect/>
            </a:stretch>
          </p:blipFill>
          <p:spPr>
            <a:xfrm>
              <a:off x="2136933" y="3120485"/>
              <a:ext cx="311467" cy="114490"/>
            </a:xfrm>
            <a:prstGeom prst="rect">
              <a:avLst/>
            </a:prstGeom>
          </p:spPr>
        </p:pic>
        <p:pic>
          <p:nvPicPr>
            <p:cNvPr id="48" name="object 48"/>
            <p:cNvPicPr/>
            <p:nvPr/>
          </p:nvPicPr>
          <p:blipFill>
            <a:blip r:embed="rId32" cstate="print"/>
            <a:stretch>
              <a:fillRect/>
            </a:stretch>
          </p:blipFill>
          <p:spPr>
            <a:xfrm>
              <a:off x="2498788" y="3120485"/>
              <a:ext cx="341947" cy="114490"/>
            </a:xfrm>
            <a:prstGeom prst="rect">
              <a:avLst/>
            </a:prstGeom>
          </p:spPr>
        </p:pic>
        <p:sp>
          <p:nvSpPr>
            <p:cNvPr id="49" name="object 49"/>
            <p:cNvSpPr/>
            <p:nvPr/>
          </p:nvSpPr>
          <p:spPr>
            <a:xfrm>
              <a:off x="1663636" y="3451669"/>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50" name="object 50"/>
            <p:cNvPicPr/>
            <p:nvPr/>
          </p:nvPicPr>
          <p:blipFill>
            <a:blip r:embed="rId33" cstate="print"/>
            <a:stretch>
              <a:fillRect/>
            </a:stretch>
          </p:blipFill>
          <p:spPr>
            <a:xfrm>
              <a:off x="1852898" y="3405854"/>
              <a:ext cx="190881" cy="114490"/>
            </a:xfrm>
            <a:prstGeom prst="rect">
              <a:avLst/>
            </a:prstGeom>
          </p:spPr>
        </p:pic>
        <p:pic>
          <p:nvPicPr>
            <p:cNvPr id="51" name="object 51"/>
            <p:cNvPicPr/>
            <p:nvPr/>
          </p:nvPicPr>
          <p:blipFill>
            <a:blip r:embed="rId34" cstate="print"/>
            <a:stretch>
              <a:fillRect/>
            </a:stretch>
          </p:blipFill>
          <p:spPr>
            <a:xfrm>
              <a:off x="2063591" y="3441001"/>
              <a:ext cx="97726" cy="79343"/>
            </a:xfrm>
            <a:prstGeom prst="rect">
              <a:avLst/>
            </a:prstGeom>
          </p:spPr>
        </p:pic>
        <p:pic>
          <p:nvPicPr>
            <p:cNvPr id="52" name="object 52"/>
            <p:cNvPicPr/>
            <p:nvPr/>
          </p:nvPicPr>
          <p:blipFill>
            <a:blip r:embed="rId35" cstate="print"/>
            <a:stretch>
              <a:fillRect/>
            </a:stretch>
          </p:blipFill>
          <p:spPr>
            <a:xfrm>
              <a:off x="2225421" y="3404330"/>
              <a:ext cx="1314545" cy="151066"/>
            </a:xfrm>
            <a:prstGeom prst="rect">
              <a:avLst/>
            </a:prstGeom>
          </p:spPr>
        </p:pic>
        <p:sp>
          <p:nvSpPr>
            <p:cNvPr id="53" name="object 53"/>
            <p:cNvSpPr/>
            <p:nvPr/>
          </p:nvSpPr>
          <p:spPr>
            <a:xfrm>
              <a:off x="3591877" y="3411950"/>
              <a:ext cx="12700" cy="107314"/>
            </a:xfrm>
            <a:custGeom>
              <a:avLst/>
              <a:gdLst/>
              <a:ahLst/>
              <a:cxnLst/>
              <a:rect l="l" t="t" r="r" b="b"/>
              <a:pathLst>
                <a:path w="12700" h="107314">
                  <a:moveTo>
                    <a:pt x="12287" y="106870"/>
                  </a:moveTo>
                  <a:lnTo>
                    <a:pt x="0" y="106870"/>
                  </a:lnTo>
                  <a:lnTo>
                    <a:pt x="0" y="0"/>
                  </a:lnTo>
                  <a:lnTo>
                    <a:pt x="12287" y="0"/>
                  </a:lnTo>
                  <a:lnTo>
                    <a:pt x="12287" y="106870"/>
                  </a:lnTo>
                  <a:close/>
                </a:path>
              </a:pathLst>
            </a:custGeom>
            <a:solidFill>
              <a:srgbClr val="232323"/>
            </a:solidFill>
          </p:spPr>
          <p:txBody>
            <a:bodyPr wrap="square" lIns="0" tIns="0" rIns="0" bIns="0" rtlCol="0"/>
            <a:lstStyle/>
            <a:p>
              <a:endParaRPr/>
            </a:p>
          </p:txBody>
        </p:sp>
        <p:pic>
          <p:nvPicPr>
            <p:cNvPr id="54" name="object 54"/>
            <p:cNvPicPr/>
            <p:nvPr/>
          </p:nvPicPr>
          <p:blipFill>
            <a:blip r:embed="rId36" cstate="print"/>
            <a:stretch>
              <a:fillRect/>
            </a:stretch>
          </p:blipFill>
          <p:spPr>
            <a:xfrm>
              <a:off x="3633120" y="3411950"/>
              <a:ext cx="65627" cy="106870"/>
            </a:xfrm>
            <a:prstGeom prst="rect">
              <a:avLst/>
            </a:prstGeom>
          </p:spPr>
        </p:pic>
        <p:pic>
          <p:nvPicPr>
            <p:cNvPr id="55" name="object 55"/>
            <p:cNvPicPr/>
            <p:nvPr/>
          </p:nvPicPr>
          <p:blipFill>
            <a:blip r:embed="rId37" cstate="print"/>
            <a:stretch>
              <a:fillRect/>
            </a:stretch>
          </p:blipFill>
          <p:spPr>
            <a:xfrm>
              <a:off x="3720179" y="3411950"/>
              <a:ext cx="108394" cy="106870"/>
            </a:xfrm>
            <a:prstGeom prst="rect">
              <a:avLst/>
            </a:prstGeom>
          </p:spPr>
        </p:pic>
        <p:pic>
          <p:nvPicPr>
            <p:cNvPr id="56" name="object 56"/>
            <p:cNvPicPr/>
            <p:nvPr/>
          </p:nvPicPr>
          <p:blipFill>
            <a:blip r:embed="rId38" cstate="print"/>
            <a:stretch>
              <a:fillRect/>
            </a:stretch>
          </p:blipFill>
          <p:spPr>
            <a:xfrm>
              <a:off x="3892676" y="3407378"/>
              <a:ext cx="1563433" cy="148018"/>
            </a:xfrm>
            <a:prstGeom prst="rect">
              <a:avLst/>
            </a:prstGeom>
          </p:spPr>
        </p:pic>
        <p:sp>
          <p:nvSpPr>
            <p:cNvPr id="57" name="object 57"/>
            <p:cNvSpPr/>
            <p:nvPr/>
          </p:nvSpPr>
          <p:spPr>
            <a:xfrm>
              <a:off x="1405604" y="3736943"/>
              <a:ext cx="38735" cy="38735"/>
            </a:xfrm>
            <a:custGeom>
              <a:avLst/>
              <a:gdLst/>
              <a:ahLst/>
              <a:cxnLst/>
              <a:rect l="l" t="t" r="r" b="b"/>
              <a:pathLst>
                <a:path w="38734" h="38735">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58" name="object 58"/>
            <p:cNvPicPr/>
            <p:nvPr/>
          </p:nvPicPr>
          <p:blipFill>
            <a:blip r:embed="rId39" cstate="print"/>
            <a:stretch>
              <a:fillRect/>
            </a:stretch>
          </p:blipFill>
          <p:spPr>
            <a:xfrm>
              <a:off x="1596390" y="3692747"/>
              <a:ext cx="2010822" cy="148018"/>
            </a:xfrm>
            <a:prstGeom prst="rect">
              <a:avLst/>
            </a:prstGeom>
          </p:spPr>
        </p:pic>
        <p:sp>
          <p:nvSpPr>
            <p:cNvPr id="59" name="object 59"/>
            <p:cNvSpPr/>
            <p:nvPr/>
          </p:nvSpPr>
          <p:spPr>
            <a:xfrm>
              <a:off x="1663636" y="4023931"/>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60" name="object 60"/>
            <p:cNvPicPr/>
            <p:nvPr/>
          </p:nvPicPr>
          <p:blipFill>
            <a:blip r:embed="rId40" cstate="print"/>
            <a:stretch>
              <a:fillRect/>
            </a:stretch>
          </p:blipFill>
          <p:spPr>
            <a:xfrm>
              <a:off x="1865185" y="3976592"/>
              <a:ext cx="1230534" cy="116109"/>
            </a:xfrm>
            <a:prstGeom prst="rect">
              <a:avLst/>
            </a:prstGeom>
          </p:spPr>
        </p:pic>
        <p:sp>
          <p:nvSpPr>
            <p:cNvPr id="61" name="object 61"/>
            <p:cNvSpPr/>
            <p:nvPr/>
          </p:nvSpPr>
          <p:spPr>
            <a:xfrm>
              <a:off x="1663636" y="4309395"/>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62" name="object 62"/>
            <p:cNvPicPr/>
            <p:nvPr/>
          </p:nvPicPr>
          <p:blipFill>
            <a:blip r:embed="rId41" cstate="print"/>
            <a:stretch>
              <a:fillRect/>
            </a:stretch>
          </p:blipFill>
          <p:spPr>
            <a:xfrm>
              <a:off x="1857565" y="4265009"/>
              <a:ext cx="3529869" cy="323564"/>
            </a:xfrm>
            <a:prstGeom prst="rect">
              <a:avLst/>
            </a:prstGeom>
          </p:spPr>
        </p:pic>
        <p:sp>
          <p:nvSpPr>
            <p:cNvPr id="63" name="object 63"/>
            <p:cNvSpPr/>
            <p:nvPr/>
          </p:nvSpPr>
          <p:spPr>
            <a:xfrm>
              <a:off x="1405604" y="4805267"/>
              <a:ext cx="38735" cy="38735"/>
            </a:xfrm>
            <a:custGeom>
              <a:avLst/>
              <a:gdLst/>
              <a:ahLst/>
              <a:cxnLst/>
              <a:rect l="l" t="t" r="r" b="b"/>
              <a:pathLst>
                <a:path w="38734" h="38735">
                  <a:moveTo>
                    <a:pt x="24384" y="38195"/>
                  </a:moveTo>
                  <a:lnTo>
                    <a:pt x="19812" y="38195"/>
                  </a:lnTo>
                  <a:lnTo>
                    <a:pt x="13716" y="38195"/>
                  </a:lnTo>
                  <a:lnTo>
                    <a:pt x="9144" y="36671"/>
                  </a:lnTo>
                  <a:lnTo>
                    <a:pt x="6096" y="32099"/>
                  </a:lnTo>
                  <a:lnTo>
                    <a:pt x="1524" y="29051"/>
                  </a:lnTo>
                  <a:lnTo>
                    <a:pt x="0" y="24383"/>
                  </a:lnTo>
                  <a:lnTo>
                    <a:pt x="0" y="13715"/>
                  </a:lnTo>
                  <a:lnTo>
                    <a:pt x="1524" y="9143"/>
                  </a:lnTo>
                  <a:lnTo>
                    <a:pt x="6096" y="6095"/>
                  </a:lnTo>
                  <a:lnTo>
                    <a:pt x="9144" y="1523"/>
                  </a:lnTo>
                  <a:lnTo>
                    <a:pt x="13716" y="0"/>
                  </a:lnTo>
                  <a:lnTo>
                    <a:pt x="24384" y="0"/>
                  </a:lnTo>
                  <a:lnTo>
                    <a:pt x="28956" y="1523"/>
                  </a:lnTo>
                  <a:lnTo>
                    <a:pt x="32004" y="6095"/>
                  </a:lnTo>
                  <a:lnTo>
                    <a:pt x="36671" y="9143"/>
                  </a:lnTo>
                  <a:lnTo>
                    <a:pt x="38195" y="13715"/>
                  </a:lnTo>
                  <a:lnTo>
                    <a:pt x="38195" y="24383"/>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64" name="object 64"/>
            <p:cNvPicPr/>
            <p:nvPr/>
          </p:nvPicPr>
          <p:blipFill>
            <a:blip r:embed="rId42" cstate="print"/>
            <a:stretch>
              <a:fillRect/>
            </a:stretch>
          </p:blipFill>
          <p:spPr>
            <a:xfrm>
              <a:off x="1596390" y="4760976"/>
              <a:ext cx="1731359" cy="148113"/>
            </a:xfrm>
            <a:prstGeom prst="rect">
              <a:avLst/>
            </a:prstGeom>
          </p:spPr>
        </p:pic>
        <p:sp>
          <p:nvSpPr>
            <p:cNvPr id="65" name="object 65"/>
            <p:cNvSpPr/>
            <p:nvPr/>
          </p:nvSpPr>
          <p:spPr>
            <a:xfrm>
              <a:off x="1663636" y="5092255"/>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66" name="object 66"/>
            <p:cNvPicPr/>
            <p:nvPr/>
          </p:nvPicPr>
          <p:blipFill>
            <a:blip r:embed="rId43" cstate="print"/>
            <a:stretch>
              <a:fillRect/>
            </a:stretch>
          </p:blipFill>
          <p:spPr>
            <a:xfrm>
              <a:off x="1855946" y="5046440"/>
              <a:ext cx="1618392" cy="149542"/>
            </a:xfrm>
            <a:prstGeom prst="rect">
              <a:avLst/>
            </a:prstGeom>
          </p:spPr>
        </p:pic>
        <p:pic>
          <p:nvPicPr>
            <p:cNvPr id="67" name="object 67"/>
            <p:cNvPicPr/>
            <p:nvPr/>
          </p:nvPicPr>
          <p:blipFill>
            <a:blip r:embed="rId44" cstate="print"/>
            <a:stretch>
              <a:fillRect/>
            </a:stretch>
          </p:blipFill>
          <p:spPr>
            <a:xfrm>
              <a:off x="3543109" y="5051012"/>
              <a:ext cx="528256" cy="128206"/>
            </a:xfrm>
            <a:prstGeom prst="rect">
              <a:avLst/>
            </a:prstGeom>
          </p:spPr>
        </p:pic>
        <p:pic>
          <p:nvPicPr>
            <p:cNvPr id="68" name="object 68"/>
            <p:cNvPicPr/>
            <p:nvPr/>
          </p:nvPicPr>
          <p:blipFill>
            <a:blip r:embed="rId45" cstate="print"/>
            <a:stretch>
              <a:fillRect/>
            </a:stretch>
          </p:blipFill>
          <p:spPr>
            <a:xfrm>
              <a:off x="4135469" y="5046440"/>
              <a:ext cx="1957291" cy="148018"/>
            </a:xfrm>
            <a:prstGeom prst="rect">
              <a:avLst/>
            </a:prstGeom>
          </p:spPr>
        </p:pic>
        <p:pic>
          <p:nvPicPr>
            <p:cNvPr id="69" name="object 69"/>
            <p:cNvPicPr/>
            <p:nvPr/>
          </p:nvPicPr>
          <p:blipFill>
            <a:blip r:embed="rId46" cstate="print"/>
            <a:stretch>
              <a:fillRect/>
            </a:stretch>
          </p:blipFill>
          <p:spPr>
            <a:xfrm>
              <a:off x="1851374" y="5263134"/>
              <a:ext cx="166497" cy="108299"/>
            </a:xfrm>
            <a:prstGeom prst="rect">
              <a:avLst/>
            </a:prstGeom>
          </p:spPr>
        </p:pic>
        <p:sp>
          <p:nvSpPr>
            <p:cNvPr id="70" name="object 70"/>
            <p:cNvSpPr/>
            <p:nvPr/>
          </p:nvSpPr>
          <p:spPr>
            <a:xfrm>
              <a:off x="2037683" y="5257037"/>
              <a:ext cx="12700" cy="113030"/>
            </a:xfrm>
            <a:custGeom>
              <a:avLst/>
              <a:gdLst/>
              <a:ahLst/>
              <a:cxnLst/>
              <a:rect l="l" t="t" r="r" b="b"/>
              <a:pathLst>
                <a:path w="12700" h="113029">
                  <a:moveTo>
                    <a:pt x="12192" y="112871"/>
                  </a:moveTo>
                  <a:lnTo>
                    <a:pt x="0" y="112871"/>
                  </a:lnTo>
                  <a:lnTo>
                    <a:pt x="0" y="0"/>
                  </a:lnTo>
                  <a:lnTo>
                    <a:pt x="12192" y="0"/>
                  </a:lnTo>
                  <a:lnTo>
                    <a:pt x="12192" y="112871"/>
                  </a:lnTo>
                  <a:close/>
                </a:path>
              </a:pathLst>
            </a:custGeom>
            <a:solidFill>
              <a:srgbClr val="232323"/>
            </a:solidFill>
          </p:spPr>
          <p:txBody>
            <a:bodyPr wrap="square" lIns="0" tIns="0" rIns="0" bIns="0" rtlCol="0"/>
            <a:lstStyle/>
            <a:p>
              <a:endParaRPr/>
            </a:p>
          </p:txBody>
        </p:sp>
        <p:pic>
          <p:nvPicPr>
            <p:cNvPr id="71" name="object 71"/>
            <p:cNvPicPr/>
            <p:nvPr/>
          </p:nvPicPr>
          <p:blipFill>
            <a:blip r:embed="rId47" cstate="print"/>
            <a:stretch>
              <a:fillRect/>
            </a:stretch>
          </p:blipFill>
          <p:spPr>
            <a:xfrm>
              <a:off x="2072735" y="5293519"/>
              <a:ext cx="64198" cy="77914"/>
            </a:xfrm>
            <a:prstGeom prst="rect">
              <a:avLst/>
            </a:prstGeom>
          </p:spPr>
        </p:pic>
        <p:pic>
          <p:nvPicPr>
            <p:cNvPr id="72" name="object 72"/>
            <p:cNvPicPr/>
            <p:nvPr/>
          </p:nvPicPr>
          <p:blipFill>
            <a:blip r:embed="rId48" cstate="print"/>
            <a:stretch>
              <a:fillRect/>
            </a:stretch>
          </p:blipFill>
          <p:spPr>
            <a:xfrm>
              <a:off x="2161317" y="5292090"/>
              <a:ext cx="192405" cy="79343"/>
            </a:xfrm>
            <a:prstGeom prst="rect">
              <a:avLst/>
            </a:prstGeom>
          </p:spPr>
        </p:pic>
        <p:pic>
          <p:nvPicPr>
            <p:cNvPr id="73" name="object 73"/>
            <p:cNvPicPr/>
            <p:nvPr/>
          </p:nvPicPr>
          <p:blipFill>
            <a:blip r:embed="rId49" cstate="print"/>
            <a:stretch>
              <a:fillRect/>
            </a:stretch>
          </p:blipFill>
          <p:spPr>
            <a:xfrm>
              <a:off x="2408682" y="5261610"/>
              <a:ext cx="169449" cy="109823"/>
            </a:xfrm>
            <a:prstGeom prst="rect">
              <a:avLst/>
            </a:prstGeom>
          </p:spPr>
        </p:pic>
        <p:pic>
          <p:nvPicPr>
            <p:cNvPr id="74" name="object 74"/>
            <p:cNvPicPr/>
            <p:nvPr/>
          </p:nvPicPr>
          <p:blipFill>
            <a:blip r:embed="rId50" cstate="print"/>
            <a:stretch>
              <a:fillRect/>
            </a:stretch>
          </p:blipFill>
          <p:spPr>
            <a:xfrm>
              <a:off x="2598038" y="5270658"/>
              <a:ext cx="261080" cy="100774"/>
            </a:xfrm>
            <a:prstGeom prst="rect">
              <a:avLst/>
            </a:prstGeom>
          </p:spPr>
        </p:pic>
        <p:sp>
          <p:nvSpPr>
            <p:cNvPr id="75" name="object 75"/>
            <p:cNvSpPr/>
            <p:nvPr/>
          </p:nvSpPr>
          <p:spPr>
            <a:xfrm>
              <a:off x="2878925" y="5257037"/>
              <a:ext cx="48895" cy="113030"/>
            </a:xfrm>
            <a:custGeom>
              <a:avLst/>
              <a:gdLst/>
              <a:ahLst/>
              <a:cxnLst/>
              <a:rect l="l" t="t" r="r" b="b"/>
              <a:pathLst>
                <a:path w="48894" h="113029">
                  <a:moveTo>
                    <a:pt x="12192" y="0"/>
                  </a:moveTo>
                  <a:lnTo>
                    <a:pt x="0" y="0"/>
                  </a:lnTo>
                  <a:lnTo>
                    <a:pt x="0" y="112877"/>
                  </a:lnTo>
                  <a:lnTo>
                    <a:pt x="12192" y="112877"/>
                  </a:lnTo>
                  <a:lnTo>
                    <a:pt x="12192" y="0"/>
                  </a:lnTo>
                  <a:close/>
                </a:path>
                <a:path w="48894" h="113029">
                  <a:moveTo>
                    <a:pt x="48869" y="0"/>
                  </a:moveTo>
                  <a:lnTo>
                    <a:pt x="36677" y="0"/>
                  </a:lnTo>
                  <a:lnTo>
                    <a:pt x="36677" y="112877"/>
                  </a:lnTo>
                  <a:lnTo>
                    <a:pt x="48869" y="112877"/>
                  </a:lnTo>
                  <a:lnTo>
                    <a:pt x="48869" y="0"/>
                  </a:lnTo>
                  <a:close/>
                </a:path>
              </a:pathLst>
            </a:custGeom>
            <a:solidFill>
              <a:srgbClr val="232323"/>
            </a:solidFill>
          </p:spPr>
          <p:txBody>
            <a:bodyPr wrap="square" lIns="0" tIns="0" rIns="0" bIns="0" rtlCol="0"/>
            <a:lstStyle/>
            <a:p>
              <a:endParaRPr/>
            </a:p>
          </p:txBody>
        </p:sp>
        <p:pic>
          <p:nvPicPr>
            <p:cNvPr id="76" name="object 76"/>
            <p:cNvPicPr/>
            <p:nvPr/>
          </p:nvPicPr>
          <p:blipFill>
            <a:blip r:embed="rId51" cstate="print"/>
            <a:stretch>
              <a:fillRect/>
            </a:stretch>
          </p:blipFill>
          <p:spPr>
            <a:xfrm>
              <a:off x="2947606" y="5291994"/>
              <a:ext cx="149637" cy="97821"/>
            </a:xfrm>
            <a:prstGeom prst="rect">
              <a:avLst/>
            </a:prstGeom>
          </p:spPr>
        </p:pic>
        <p:sp>
          <p:nvSpPr>
            <p:cNvPr id="77" name="object 77"/>
            <p:cNvSpPr/>
            <p:nvPr/>
          </p:nvSpPr>
          <p:spPr>
            <a:xfrm>
              <a:off x="3162871" y="5263134"/>
              <a:ext cx="12700" cy="107314"/>
            </a:xfrm>
            <a:custGeom>
              <a:avLst/>
              <a:gdLst/>
              <a:ahLst/>
              <a:cxnLst/>
              <a:rect l="l" t="t" r="r" b="b"/>
              <a:pathLst>
                <a:path w="12700" h="107314">
                  <a:moveTo>
                    <a:pt x="12287" y="106775"/>
                  </a:moveTo>
                  <a:lnTo>
                    <a:pt x="0" y="106775"/>
                  </a:lnTo>
                  <a:lnTo>
                    <a:pt x="0" y="0"/>
                  </a:lnTo>
                  <a:lnTo>
                    <a:pt x="12287" y="0"/>
                  </a:lnTo>
                  <a:lnTo>
                    <a:pt x="12287" y="106775"/>
                  </a:lnTo>
                  <a:close/>
                </a:path>
              </a:pathLst>
            </a:custGeom>
            <a:solidFill>
              <a:srgbClr val="232323"/>
            </a:solidFill>
          </p:spPr>
          <p:txBody>
            <a:bodyPr wrap="square" lIns="0" tIns="0" rIns="0" bIns="0" rtlCol="0"/>
            <a:lstStyle/>
            <a:p>
              <a:endParaRPr/>
            </a:p>
          </p:txBody>
        </p:sp>
        <p:pic>
          <p:nvPicPr>
            <p:cNvPr id="78" name="object 78"/>
            <p:cNvPicPr/>
            <p:nvPr/>
          </p:nvPicPr>
          <p:blipFill>
            <a:blip r:embed="rId52" cstate="print"/>
            <a:stretch>
              <a:fillRect/>
            </a:stretch>
          </p:blipFill>
          <p:spPr>
            <a:xfrm>
              <a:off x="3202590" y="5263134"/>
              <a:ext cx="65627" cy="106775"/>
            </a:xfrm>
            <a:prstGeom prst="rect">
              <a:avLst/>
            </a:prstGeom>
          </p:spPr>
        </p:pic>
        <p:pic>
          <p:nvPicPr>
            <p:cNvPr id="79" name="object 79"/>
            <p:cNvPicPr/>
            <p:nvPr/>
          </p:nvPicPr>
          <p:blipFill>
            <a:blip r:embed="rId53" cstate="print"/>
            <a:stretch>
              <a:fillRect/>
            </a:stretch>
          </p:blipFill>
          <p:spPr>
            <a:xfrm>
              <a:off x="3291173" y="5263134"/>
              <a:ext cx="108394" cy="106775"/>
            </a:xfrm>
            <a:prstGeom prst="rect">
              <a:avLst/>
            </a:prstGeom>
          </p:spPr>
        </p:pic>
        <p:pic>
          <p:nvPicPr>
            <p:cNvPr id="80" name="object 80"/>
            <p:cNvPicPr/>
            <p:nvPr/>
          </p:nvPicPr>
          <p:blipFill>
            <a:blip r:embed="rId54" cstate="print"/>
            <a:stretch>
              <a:fillRect/>
            </a:stretch>
          </p:blipFill>
          <p:spPr>
            <a:xfrm>
              <a:off x="3469767" y="5257037"/>
              <a:ext cx="839723" cy="147923"/>
            </a:xfrm>
            <a:prstGeom prst="rect">
              <a:avLst/>
            </a:prstGeom>
          </p:spPr>
        </p:pic>
        <p:sp>
          <p:nvSpPr>
            <p:cNvPr id="81" name="object 81"/>
            <p:cNvSpPr/>
            <p:nvPr/>
          </p:nvSpPr>
          <p:spPr>
            <a:xfrm>
              <a:off x="1663636" y="5588222"/>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82" name="object 82"/>
            <p:cNvPicPr/>
            <p:nvPr/>
          </p:nvPicPr>
          <p:blipFill>
            <a:blip r:embed="rId55" cstate="print"/>
            <a:stretch>
              <a:fillRect/>
            </a:stretch>
          </p:blipFill>
          <p:spPr>
            <a:xfrm>
              <a:off x="1857470" y="5540883"/>
              <a:ext cx="1966531" cy="138874"/>
            </a:xfrm>
            <a:prstGeom prst="rect">
              <a:avLst/>
            </a:prstGeom>
          </p:spPr>
        </p:pic>
        <p:sp>
          <p:nvSpPr>
            <p:cNvPr id="83" name="object 83"/>
            <p:cNvSpPr/>
            <p:nvPr/>
          </p:nvSpPr>
          <p:spPr>
            <a:xfrm>
              <a:off x="3889629" y="5548604"/>
              <a:ext cx="80010" cy="106680"/>
            </a:xfrm>
            <a:custGeom>
              <a:avLst/>
              <a:gdLst/>
              <a:ahLst/>
              <a:cxnLst/>
              <a:rect l="l" t="t" r="r" b="b"/>
              <a:pathLst>
                <a:path w="80010" h="106679">
                  <a:moveTo>
                    <a:pt x="79438" y="0"/>
                  </a:moveTo>
                  <a:lnTo>
                    <a:pt x="67144" y="0"/>
                  </a:lnTo>
                  <a:lnTo>
                    <a:pt x="67144" y="46990"/>
                  </a:lnTo>
                  <a:lnTo>
                    <a:pt x="12192" y="46990"/>
                  </a:lnTo>
                  <a:lnTo>
                    <a:pt x="12192" y="0"/>
                  </a:lnTo>
                  <a:lnTo>
                    <a:pt x="0" y="0"/>
                  </a:lnTo>
                  <a:lnTo>
                    <a:pt x="0" y="46990"/>
                  </a:lnTo>
                  <a:lnTo>
                    <a:pt x="0" y="58420"/>
                  </a:lnTo>
                  <a:lnTo>
                    <a:pt x="0" y="106680"/>
                  </a:lnTo>
                  <a:lnTo>
                    <a:pt x="12192" y="106680"/>
                  </a:lnTo>
                  <a:lnTo>
                    <a:pt x="12192" y="58420"/>
                  </a:lnTo>
                  <a:lnTo>
                    <a:pt x="67144" y="58420"/>
                  </a:lnTo>
                  <a:lnTo>
                    <a:pt x="67144" y="106680"/>
                  </a:lnTo>
                  <a:lnTo>
                    <a:pt x="79438" y="106680"/>
                  </a:lnTo>
                  <a:lnTo>
                    <a:pt x="79438" y="58420"/>
                  </a:lnTo>
                  <a:lnTo>
                    <a:pt x="79438" y="46990"/>
                  </a:lnTo>
                  <a:lnTo>
                    <a:pt x="79438" y="0"/>
                  </a:lnTo>
                  <a:close/>
                </a:path>
              </a:pathLst>
            </a:custGeom>
            <a:solidFill>
              <a:srgbClr val="232323"/>
            </a:solidFill>
          </p:spPr>
          <p:txBody>
            <a:bodyPr wrap="square" lIns="0" tIns="0" rIns="0" bIns="0" rtlCol="0"/>
            <a:lstStyle/>
            <a:p>
              <a:endParaRPr/>
            </a:p>
          </p:txBody>
        </p:sp>
        <p:pic>
          <p:nvPicPr>
            <p:cNvPr id="84" name="object 84"/>
            <p:cNvPicPr/>
            <p:nvPr/>
          </p:nvPicPr>
          <p:blipFill>
            <a:blip r:embed="rId56" cstate="print"/>
            <a:stretch>
              <a:fillRect/>
            </a:stretch>
          </p:blipFill>
          <p:spPr>
            <a:xfrm>
              <a:off x="3998023" y="5548502"/>
              <a:ext cx="108394" cy="106775"/>
            </a:xfrm>
            <a:prstGeom prst="rect">
              <a:avLst/>
            </a:prstGeom>
          </p:spPr>
        </p:pic>
        <p:pic>
          <p:nvPicPr>
            <p:cNvPr id="85" name="object 85"/>
            <p:cNvPicPr/>
            <p:nvPr/>
          </p:nvPicPr>
          <p:blipFill>
            <a:blip r:embed="rId57" cstate="print"/>
            <a:stretch>
              <a:fillRect/>
            </a:stretch>
          </p:blipFill>
          <p:spPr>
            <a:xfrm>
              <a:off x="4127849" y="5546978"/>
              <a:ext cx="109918" cy="128206"/>
            </a:xfrm>
            <a:prstGeom prst="rect">
              <a:avLst/>
            </a:prstGeom>
          </p:spPr>
        </p:pic>
        <p:pic>
          <p:nvPicPr>
            <p:cNvPr id="86" name="object 86"/>
            <p:cNvPicPr/>
            <p:nvPr/>
          </p:nvPicPr>
          <p:blipFill>
            <a:blip r:embed="rId58" cstate="print"/>
            <a:stretch>
              <a:fillRect/>
            </a:stretch>
          </p:blipFill>
          <p:spPr>
            <a:xfrm>
              <a:off x="4292726" y="5546978"/>
              <a:ext cx="357282" cy="132778"/>
            </a:xfrm>
            <a:prstGeom prst="rect">
              <a:avLst/>
            </a:prstGeom>
          </p:spPr>
        </p:pic>
        <p:sp>
          <p:nvSpPr>
            <p:cNvPr id="87" name="object 87"/>
            <p:cNvSpPr/>
            <p:nvPr/>
          </p:nvSpPr>
          <p:spPr>
            <a:xfrm>
              <a:off x="1405604" y="5873496"/>
              <a:ext cx="38735" cy="38735"/>
            </a:xfrm>
            <a:custGeom>
              <a:avLst/>
              <a:gdLst/>
              <a:ahLst/>
              <a:cxnLst/>
              <a:rect l="l" t="t" r="r" b="b"/>
              <a:pathLst>
                <a:path w="38734" h="38735">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88" name="object 88"/>
            <p:cNvPicPr/>
            <p:nvPr/>
          </p:nvPicPr>
          <p:blipFill>
            <a:blip r:embed="rId59" cstate="print"/>
            <a:stretch>
              <a:fillRect/>
            </a:stretch>
          </p:blipFill>
          <p:spPr>
            <a:xfrm>
              <a:off x="1596390" y="5829299"/>
              <a:ext cx="342042" cy="114490"/>
            </a:xfrm>
            <a:prstGeom prst="rect">
              <a:avLst/>
            </a:prstGeom>
          </p:spPr>
        </p:pic>
        <p:pic>
          <p:nvPicPr>
            <p:cNvPr id="89" name="object 89"/>
            <p:cNvPicPr/>
            <p:nvPr/>
          </p:nvPicPr>
          <p:blipFill>
            <a:blip r:embed="rId60" cstate="print"/>
            <a:stretch>
              <a:fillRect/>
            </a:stretch>
          </p:blipFill>
          <p:spPr>
            <a:xfrm>
              <a:off x="1990344" y="5835396"/>
              <a:ext cx="116014" cy="108394"/>
            </a:xfrm>
            <a:prstGeom prst="rect">
              <a:avLst/>
            </a:prstGeom>
          </p:spPr>
        </p:pic>
        <p:pic>
          <p:nvPicPr>
            <p:cNvPr id="90" name="object 90"/>
            <p:cNvPicPr/>
            <p:nvPr/>
          </p:nvPicPr>
          <p:blipFill>
            <a:blip r:embed="rId61" cstate="print"/>
            <a:stretch>
              <a:fillRect/>
            </a:stretch>
          </p:blipFill>
          <p:spPr>
            <a:xfrm>
              <a:off x="2167413" y="5833871"/>
              <a:ext cx="943546" cy="143446"/>
            </a:xfrm>
            <a:prstGeom prst="rect">
              <a:avLst/>
            </a:prstGeom>
          </p:spPr>
        </p:pic>
        <p:sp>
          <p:nvSpPr>
            <p:cNvPr id="91" name="object 91"/>
            <p:cNvSpPr/>
            <p:nvPr/>
          </p:nvSpPr>
          <p:spPr>
            <a:xfrm>
              <a:off x="1663636" y="6160484"/>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92" name="object 92"/>
            <p:cNvPicPr/>
            <p:nvPr/>
          </p:nvPicPr>
          <p:blipFill>
            <a:blip r:embed="rId62" cstate="print"/>
            <a:stretch>
              <a:fillRect/>
            </a:stretch>
          </p:blipFill>
          <p:spPr>
            <a:xfrm>
              <a:off x="1855946" y="6119145"/>
              <a:ext cx="149637" cy="110013"/>
            </a:xfrm>
            <a:prstGeom prst="rect">
              <a:avLst/>
            </a:prstGeom>
          </p:spPr>
        </p:pic>
        <p:pic>
          <p:nvPicPr>
            <p:cNvPr id="93" name="object 93"/>
            <p:cNvPicPr/>
            <p:nvPr/>
          </p:nvPicPr>
          <p:blipFill>
            <a:blip r:embed="rId63" cstate="print"/>
            <a:stretch>
              <a:fillRect/>
            </a:stretch>
          </p:blipFill>
          <p:spPr>
            <a:xfrm>
              <a:off x="2030063" y="6149721"/>
              <a:ext cx="70199" cy="112871"/>
            </a:xfrm>
            <a:prstGeom prst="rect">
              <a:avLst/>
            </a:prstGeom>
          </p:spPr>
        </p:pic>
        <p:pic>
          <p:nvPicPr>
            <p:cNvPr id="94" name="object 94"/>
            <p:cNvPicPr/>
            <p:nvPr/>
          </p:nvPicPr>
          <p:blipFill>
            <a:blip r:embed="rId64" cstate="print"/>
            <a:stretch>
              <a:fillRect/>
            </a:stretch>
          </p:blipFill>
          <p:spPr>
            <a:xfrm>
              <a:off x="2120074" y="6114669"/>
              <a:ext cx="429101" cy="147922"/>
            </a:xfrm>
            <a:prstGeom prst="rect">
              <a:avLst/>
            </a:prstGeom>
          </p:spPr>
        </p:pic>
        <p:pic>
          <p:nvPicPr>
            <p:cNvPr id="95" name="object 95"/>
            <p:cNvPicPr/>
            <p:nvPr/>
          </p:nvPicPr>
          <p:blipFill>
            <a:blip r:embed="rId65" cstate="print"/>
            <a:stretch>
              <a:fillRect/>
            </a:stretch>
          </p:blipFill>
          <p:spPr>
            <a:xfrm>
              <a:off x="2616327" y="6114668"/>
              <a:ext cx="1193958" cy="149542"/>
            </a:xfrm>
            <a:prstGeom prst="rect">
              <a:avLst/>
            </a:prstGeom>
          </p:spPr>
        </p:pic>
        <p:pic>
          <p:nvPicPr>
            <p:cNvPr id="96" name="object 96"/>
            <p:cNvPicPr/>
            <p:nvPr/>
          </p:nvPicPr>
          <p:blipFill>
            <a:blip r:embed="rId66" cstate="print"/>
            <a:stretch>
              <a:fillRect/>
            </a:stretch>
          </p:blipFill>
          <p:spPr>
            <a:xfrm>
              <a:off x="3874389" y="6114669"/>
              <a:ext cx="1468754" cy="137350"/>
            </a:xfrm>
            <a:prstGeom prst="rect">
              <a:avLst/>
            </a:prstGeom>
          </p:spPr>
        </p:pic>
        <p:sp>
          <p:nvSpPr>
            <p:cNvPr id="97" name="object 97"/>
            <p:cNvSpPr/>
            <p:nvPr/>
          </p:nvSpPr>
          <p:spPr>
            <a:xfrm>
              <a:off x="1405604" y="6445757"/>
              <a:ext cx="38735" cy="38735"/>
            </a:xfrm>
            <a:custGeom>
              <a:avLst/>
              <a:gdLst/>
              <a:ahLst/>
              <a:cxnLst/>
              <a:rect l="l" t="t" r="r" b="b"/>
              <a:pathLst>
                <a:path w="38734" h="38735">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98" name="object 98"/>
            <p:cNvPicPr/>
            <p:nvPr/>
          </p:nvPicPr>
          <p:blipFill>
            <a:blip r:embed="rId67" cstate="print"/>
            <a:stretch>
              <a:fillRect/>
            </a:stretch>
          </p:blipFill>
          <p:spPr>
            <a:xfrm>
              <a:off x="1596390" y="6401561"/>
              <a:ext cx="1737550" cy="114586"/>
            </a:xfrm>
            <a:prstGeom prst="rect">
              <a:avLst/>
            </a:prstGeom>
          </p:spPr>
        </p:pic>
        <p:sp>
          <p:nvSpPr>
            <p:cNvPr id="99" name="object 99"/>
            <p:cNvSpPr/>
            <p:nvPr/>
          </p:nvSpPr>
          <p:spPr>
            <a:xfrm>
              <a:off x="1663636" y="6732746"/>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00" name="object 100"/>
            <p:cNvPicPr/>
            <p:nvPr/>
          </p:nvPicPr>
          <p:blipFill>
            <a:blip r:embed="rId68" cstate="print"/>
            <a:stretch>
              <a:fillRect/>
            </a:stretch>
          </p:blipFill>
          <p:spPr>
            <a:xfrm>
              <a:off x="1865185" y="6693027"/>
              <a:ext cx="288512" cy="108394"/>
            </a:xfrm>
            <a:prstGeom prst="rect">
              <a:avLst/>
            </a:prstGeom>
          </p:spPr>
        </p:pic>
        <p:pic>
          <p:nvPicPr>
            <p:cNvPr id="101" name="object 101"/>
            <p:cNvPicPr/>
            <p:nvPr/>
          </p:nvPicPr>
          <p:blipFill>
            <a:blip r:embed="rId69" cstate="print"/>
            <a:stretch>
              <a:fillRect/>
            </a:stretch>
          </p:blipFill>
          <p:spPr>
            <a:xfrm>
              <a:off x="2219325" y="6722078"/>
              <a:ext cx="203072" cy="112871"/>
            </a:xfrm>
            <a:prstGeom prst="rect">
              <a:avLst/>
            </a:prstGeom>
          </p:spPr>
        </p:pic>
        <p:sp>
          <p:nvSpPr>
            <p:cNvPr id="102" name="object 102"/>
            <p:cNvSpPr/>
            <p:nvPr/>
          </p:nvSpPr>
          <p:spPr>
            <a:xfrm>
              <a:off x="2442305" y="6686930"/>
              <a:ext cx="12700" cy="113030"/>
            </a:xfrm>
            <a:custGeom>
              <a:avLst/>
              <a:gdLst/>
              <a:ahLst/>
              <a:cxnLst/>
              <a:rect l="l" t="t" r="r" b="b"/>
              <a:pathLst>
                <a:path w="12700" h="113029">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103" name="object 103"/>
            <p:cNvPicPr/>
            <p:nvPr/>
          </p:nvPicPr>
          <p:blipFill>
            <a:blip r:embed="rId70" cstate="print"/>
            <a:stretch>
              <a:fillRect/>
            </a:stretch>
          </p:blipFill>
          <p:spPr>
            <a:xfrm>
              <a:off x="2475833" y="6688455"/>
              <a:ext cx="346614" cy="112966"/>
            </a:xfrm>
            <a:prstGeom prst="rect">
              <a:avLst/>
            </a:prstGeom>
          </p:spPr>
        </p:pic>
        <p:sp>
          <p:nvSpPr>
            <p:cNvPr id="104" name="object 104"/>
            <p:cNvSpPr/>
            <p:nvPr/>
          </p:nvSpPr>
          <p:spPr>
            <a:xfrm>
              <a:off x="2842164" y="6722078"/>
              <a:ext cx="62865" cy="78105"/>
            </a:xfrm>
            <a:custGeom>
              <a:avLst/>
              <a:gdLst/>
              <a:ahLst/>
              <a:cxnLst/>
              <a:rect l="l" t="t" r="r" b="b"/>
              <a:pathLst>
                <a:path w="62864" h="78104">
                  <a:moveTo>
                    <a:pt x="19399" y="15240"/>
                  </a:moveTo>
                  <a:lnTo>
                    <a:pt x="12287" y="15240"/>
                  </a:lnTo>
                  <a:lnTo>
                    <a:pt x="15335" y="9144"/>
                  </a:lnTo>
                  <a:lnTo>
                    <a:pt x="18383" y="6096"/>
                  </a:lnTo>
                  <a:lnTo>
                    <a:pt x="22955" y="3048"/>
                  </a:lnTo>
                  <a:lnTo>
                    <a:pt x="32099" y="0"/>
                  </a:lnTo>
                  <a:lnTo>
                    <a:pt x="45815" y="0"/>
                  </a:lnTo>
                  <a:lnTo>
                    <a:pt x="51911" y="3048"/>
                  </a:lnTo>
                  <a:lnTo>
                    <a:pt x="56483" y="7620"/>
                  </a:lnTo>
                  <a:lnTo>
                    <a:pt x="58816" y="10668"/>
                  </a:lnTo>
                  <a:lnTo>
                    <a:pt x="27527" y="10668"/>
                  </a:lnTo>
                  <a:lnTo>
                    <a:pt x="21431" y="12192"/>
                  </a:lnTo>
                  <a:lnTo>
                    <a:pt x="19399" y="15240"/>
                  </a:lnTo>
                  <a:close/>
                </a:path>
                <a:path w="62864" h="78104">
                  <a:moveTo>
                    <a:pt x="12287" y="77819"/>
                  </a:moveTo>
                  <a:lnTo>
                    <a:pt x="0" y="77819"/>
                  </a:lnTo>
                  <a:lnTo>
                    <a:pt x="0" y="1524"/>
                  </a:lnTo>
                  <a:lnTo>
                    <a:pt x="12287" y="1524"/>
                  </a:lnTo>
                  <a:lnTo>
                    <a:pt x="12287" y="15240"/>
                  </a:lnTo>
                  <a:lnTo>
                    <a:pt x="19399" y="15240"/>
                  </a:lnTo>
                  <a:lnTo>
                    <a:pt x="18383" y="16764"/>
                  </a:lnTo>
                  <a:lnTo>
                    <a:pt x="13811" y="21336"/>
                  </a:lnTo>
                  <a:lnTo>
                    <a:pt x="12287" y="27432"/>
                  </a:lnTo>
                  <a:lnTo>
                    <a:pt x="12287" y="77819"/>
                  </a:lnTo>
                  <a:close/>
                </a:path>
                <a:path w="62864" h="78104">
                  <a:moveTo>
                    <a:pt x="62674" y="77819"/>
                  </a:moveTo>
                  <a:lnTo>
                    <a:pt x="50387" y="77819"/>
                  </a:lnTo>
                  <a:lnTo>
                    <a:pt x="50387" y="25908"/>
                  </a:lnTo>
                  <a:lnTo>
                    <a:pt x="48863" y="19812"/>
                  </a:lnTo>
                  <a:lnTo>
                    <a:pt x="45815" y="16764"/>
                  </a:lnTo>
                  <a:lnTo>
                    <a:pt x="44291" y="12192"/>
                  </a:lnTo>
                  <a:lnTo>
                    <a:pt x="39719" y="10668"/>
                  </a:lnTo>
                  <a:lnTo>
                    <a:pt x="58816" y="10668"/>
                  </a:lnTo>
                  <a:lnTo>
                    <a:pt x="61150" y="13716"/>
                  </a:lnTo>
                  <a:lnTo>
                    <a:pt x="62674" y="21336"/>
                  </a:lnTo>
                  <a:lnTo>
                    <a:pt x="62674" y="77819"/>
                  </a:lnTo>
                  <a:close/>
                </a:path>
              </a:pathLst>
            </a:custGeom>
            <a:solidFill>
              <a:srgbClr val="232323"/>
            </a:solidFill>
          </p:spPr>
          <p:txBody>
            <a:bodyPr wrap="square" lIns="0" tIns="0" rIns="0" bIns="0" rtlCol="0"/>
            <a:lstStyle/>
            <a:p>
              <a:endParaRPr/>
            </a:p>
          </p:txBody>
        </p:sp>
        <p:pic>
          <p:nvPicPr>
            <p:cNvPr id="105" name="object 105"/>
            <p:cNvPicPr/>
            <p:nvPr/>
          </p:nvPicPr>
          <p:blipFill>
            <a:blip r:embed="rId71" cstate="print"/>
            <a:stretch>
              <a:fillRect/>
            </a:stretch>
          </p:blipFill>
          <p:spPr>
            <a:xfrm>
              <a:off x="2970561" y="6686931"/>
              <a:ext cx="351091" cy="148018"/>
            </a:xfrm>
            <a:prstGeom prst="rect">
              <a:avLst/>
            </a:prstGeom>
          </p:spPr>
        </p:pic>
        <p:sp>
          <p:nvSpPr>
            <p:cNvPr id="106" name="object 106"/>
            <p:cNvSpPr/>
            <p:nvPr/>
          </p:nvSpPr>
          <p:spPr>
            <a:xfrm>
              <a:off x="1663636" y="7018210"/>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07" name="object 107"/>
            <p:cNvPicPr/>
            <p:nvPr/>
          </p:nvPicPr>
          <p:blipFill>
            <a:blip r:embed="rId72" cstate="print"/>
            <a:stretch>
              <a:fillRect/>
            </a:stretch>
          </p:blipFill>
          <p:spPr>
            <a:xfrm>
              <a:off x="1852898" y="6972299"/>
              <a:ext cx="2502408" cy="149542"/>
            </a:xfrm>
            <a:prstGeom prst="rect">
              <a:avLst/>
            </a:prstGeom>
          </p:spPr>
        </p:pic>
        <p:sp>
          <p:nvSpPr>
            <p:cNvPr id="108" name="object 108"/>
            <p:cNvSpPr/>
            <p:nvPr/>
          </p:nvSpPr>
          <p:spPr>
            <a:xfrm>
              <a:off x="1335309" y="7363015"/>
              <a:ext cx="5124450" cy="20320"/>
            </a:xfrm>
            <a:custGeom>
              <a:avLst/>
              <a:gdLst/>
              <a:ahLst/>
              <a:cxnLst/>
              <a:rect l="l" t="t" r="r" b="b"/>
              <a:pathLst>
                <a:path w="5124450" h="20320">
                  <a:moveTo>
                    <a:pt x="5114734" y="19812"/>
                  </a:moveTo>
                  <a:lnTo>
                    <a:pt x="9239" y="19812"/>
                  </a:lnTo>
                  <a:lnTo>
                    <a:pt x="7715" y="18288"/>
                  </a:lnTo>
                  <a:lnTo>
                    <a:pt x="4667" y="18288"/>
                  </a:lnTo>
                  <a:lnTo>
                    <a:pt x="3143" y="16764"/>
                  </a:lnTo>
                  <a:lnTo>
                    <a:pt x="1524" y="13716"/>
                  </a:lnTo>
                  <a:lnTo>
                    <a:pt x="0" y="12192"/>
                  </a:lnTo>
                  <a:lnTo>
                    <a:pt x="0" y="9144"/>
                  </a:lnTo>
                  <a:lnTo>
                    <a:pt x="0" y="7620"/>
                  </a:lnTo>
                  <a:lnTo>
                    <a:pt x="1524" y="4572"/>
                  </a:lnTo>
                  <a:lnTo>
                    <a:pt x="4667" y="1524"/>
                  </a:lnTo>
                  <a:lnTo>
                    <a:pt x="7715" y="0"/>
                  </a:lnTo>
                  <a:lnTo>
                    <a:pt x="5117782" y="0"/>
                  </a:lnTo>
                  <a:lnTo>
                    <a:pt x="5120830" y="3048"/>
                  </a:lnTo>
                  <a:lnTo>
                    <a:pt x="5123878" y="4572"/>
                  </a:lnTo>
                  <a:lnTo>
                    <a:pt x="5123878" y="13716"/>
                  </a:lnTo>
                  <a:lnTo>
                    <a:pt x="5119306" y="18288"/>
                  </a:lnTo>
                  <a:lnTo>
                    <a:pt x="5117782" y="18288"/>
                  </a:lnTo>
                  <a:lnTo>
                    <a:pt x="5114734" y="19812"/>
                  </a:lnTo>
                  <a:close/>
                </a:path>
              </a:pathLst>
            </a:custGeom>
            <a:solidFill>
              <a:srgbClr val="707070"/>
            </a:solidFill>
          </p:spPr>
          <p:txBody>
            <a:bodyPr wrap="square" lIns="0" tIns="0" rIns="0" bIns="0" rtlCol="0"/>
            <a:lstStyle/>
            <a:p>
              <a:endParaRPr/>
            </a:p>
          </p:txBody>
        </p:sp>
        <p:pic>
          <p:nvPicPr>
            <p:cNvPr id="109" name="object 109"/>
            <p:cNvPicPr/>
            <p:nvPr/>
          </p:nvPicPr>
          <p:blipFill>
            <a:blip r:embed="rId73" cstate="print"/>
            <a:stretch>
              <a:fillRect/>
            </a:stretch>
          </p:blipFill>
          <p:spPr>
            <a:xfrm>
              <a:off x="1343025" y="7742967"/>
              <a:ext cx="134302" cy="137350"/>
            </a:xfrm>
            <a:prstGeom prst="rect">
              <a:avLst/>
            </a:prstGeom>
          </p:spPr>
        </p:pic>
        <p:sp>
          <p:nvSpPr>
            <p:cNvPr id="110" name="object 110"/>
            <p:cNvSpPr/>
            <p:nvPr/>
          </p:nvSpPr>
          <p:spPr>
            <a:xfrm>
              <a:off x="1546002" y="7744491"/>
              <a:ext cx="23495" cy="134620"/>
            </a:xfrm>
            <a:custGeom>
              <a:avLst/>
              <a:gdLst/>
              <a:ahLst/>
              <a:cxnLst/>
              <a:rect l="l" t="t" r="r" b="b"/>
              <a:pathLst>
                <a:path w="23494" h="134620">
                  <a:moveTo>
                    <a:pt x="22955" y="134302"/>
                  </a:moveTo>
                  <a:lnTo>
                    <a:pt x="0" y="134302"/>
                  </a:lnTo>
                  <a:lnTo>
                    <a:pt x="0" y="0"/>
                  </a:lnTo>
                  <a:lnTo>
                    <a:pt x="22955" y="0"/>
                  </a:lnTo>
                  <a:lnTo>
                    <a:pt x="22955" y="134302"/>
                  </a:lnTo>
                  <a:close/>
                </a:path>
              </a:pathLst>
            </a:custGeom>
            <a:solidFill>
              <a:srgbClr val="232323"/>
            </a:solidFill>
          </p:spPr>
          <p:txBody>
            <a:bodyPr wrap="square" lIns="0" tIns="0" rIns="0" bIns="0" rtlCol="0"/>
            <a:lstStyle/>
            <a:p>
              <a:endParaRPr/>
            </a:p>
          </p:txBody>
        </p:sp>
        <p:pic>
          <p:nvPicPr>
            <p:cNvPr id="111" name="object 111"/>
            <p:cNvPicPr/>
            <p:nvPr/>
          </p:nvPicPr>
          <p:blipFill>
            <a:blip r:embed="rId74" cstate="print"/>
            <a:stretch>
              <a:fillRect/>
            </a:stretch>
          </p:blipFill>
          <p:spPr>
            <a:xfrm>
              <a:off x="1596390" y="7755255"/>
              <a:ext cx="343566" cy="125063"/>
            </a:xfrm>
            <a:prstGeom prst="rect">
              <a:avLst/>
            </a:prstGeom>
          </p:spPr>
        </p:pic>
        <p:sp>
          <p:nvSpPr>
            <p:cNvPr id="112" name="object 112"/>
            <p:cNvSpPr/>
            <p:nvPr/>
          </p:nvSpPr>
          <p:spPr>
            <a:xfrm>
              <a:off x="1964340" y="7736871"/>
              <a:ext cx="21590" cy="142240"/>
            </a:xfrm>
            <a:custGeom>
              <a:avLst/>
              <a:gdLst/>
              <a:ahLst/>
              <a:cxnLst/>
              <a:rect l="l" t="t" r="r" b="b"/>
              <a:pathLst>
                <a:path w="21589" h="142240">
                  <a:moveTo>
                    <a:pt x="21431" y="141922"/>
                  </a:moveTo>
                  <a:lnTo>
                    <a:pt x="0" y="141922"/>
                  </a:lnTo>
                  <a:lnTo>
                    <a:pt x="0" y="0"/>
                  </a:lnTo>
                  <a:lnTo>
                    <a:pt x="21431" y="0"/>
                  </a:lnTo>
                  <a:lnTo>
                    <a:pt x="21431" y="141922"/>
                  </a:lnTo>
                  <a:close/>
                </a:path>
              </a:pathLst>
            </a:custGeom>
            <a:solidFill>
              <a:srgbClr val="232323"/>
            </a:solidFill>
          </p:spPr>
          <p:txBody>
            <a:bodyPr wrap="square" lIns="0" tIns="0" rIns="0" bIns="0" rtlCol="0"/>
            <a:lstStyle/>
            <a:p>
              <a:endParaRPr/>
            </a:p>
          </p:txBody>
        </p:sp>
        <p:pic>
          <p:nvPicPr>
            <p:cNvPr id="113" name="object 113"/>
            <p:cNvPicPr/>
            <p:nvPr/>
          </p:nvPicPr>
          <p:blipFill>
            <a:blip r:embed="rId75" cstate="print"/>
            <a:stretch>
              <a:fillRect/>
            </a:stretch>
          </p:blipFill>
          <p:spPr>
            <a:xfrm>
              <a:off x="2011680" y="7736871"/>
              <a:ext cx="360330" cy="143446"/>
            </a:xfrm>
            <a:prstGeom prst="rect">
              <a:avLst/>
            </a:prstGeom>
          </p:spPr>
        </p:pic>
        <p:pic>
          <p:nvPicPr>
            <p:cNvPr id="114" name="object 114"/>
            <p:cNvPicPr/>
            <p:nvPr/>
          </p:nvPicPr>
          <p:blipFill>
            <a:blip r:embed="rId76" cstate="print"/>
            <a:stretch>
              <a:fillRect/>
            </a:stretch>
          </p:blipFill>
          <p:spPr>
            <a:xfrm>
              <a:off x="2391918" y="7781162"/>
              <a:ext cx="85439" cy="97631"/>
            </a:xfrm>
            <a:prstGeom prst="rect">
              <a:avLst/>
            </a:prstGeom>
          </p:spPr>
        </p:pic>
        <p:pic>
          <p:nvPicPr>
            <p:cNvPr id="115" name="object 115"/>
            <p:cNvPicPr/>
            <p:nvPr/>
          </p:nvPicPr>
          <p:blipFill>
            <a:blip r:embed="rId77" cstate="print"/>
            <a:stretch>
              <a:fillRect/>
            </a:stretch>
          </p:blipFill>
          <p:spPr>
            <a:xfrm>
              <a:off x="2541460" y="7735347"/>
              <a:ext cx="1383315" cy="187737"/>
            </a:xfrm>
            <a:prstGeom prst="rect">
              <a:avLst/>
            </a:prstGeom>
          </p:spPr>
        </p:pic>
        <p:sp>
          <p:nvSpPr>
            <p:cNvPr id="116" name="object 116"/>
            <p:cNvSpPr/>
            <p:nvPr/>
          </p:nvSpPr>
          <p:spPr>
            <a:xfrm>
              <a:off x="1405604" y="8086343"/>
              <a:ext cx="38735" cy="38735"/>
            </a:xfrm>
            <a:custGeom>
              <a:avLst/>
              <a:gdLst/>
              <a:ahLst/>
              <a:cxnLst/>
              <a:rect l="l" t="t" r="r" b="b"/>
              <a:pathLst>
                <a:path w="38734" h="38734">
                  <a:moveTo>
                    <a:pt x="24384" y="38195"/>
                  </a:moveTo>
                  <a:lnTo>
                    <a:pt x="19812" y="38195"/>
                  </a:lnTo>
                  <a:lnTo>
                    <a:pt x="13716" y="38195"/>
                  </a:lnTo>
                  <a:lnTo>
                    <a:pt x="9144" y="36671"/>
                  </a:lnTo>
                  <a:lnTo>
                    <a:pt x="6096" y="32099"/>
                  </a:lnTo>
                  <a:lnTo>
                    <a:pt x="1524" y="29051"/>
                  </a:lnTo>
                  <a:lnTo>
                    <a:pt x="0" y="24384"/>
                  </a:lnTo>
                  <a:lnTo>
                    <a:pt x="0" y="13716"/>
                  </a:lnTo>
                  <a:lnTo>
                    <a:pt x="1524" y="9144"/>
                  </a:lnTo>
                  <a:lnTo>
                    <a:pt x="6096" y="6096"/>
                  </a:lnTo>
                  <a:lnTo>
                    <a:pt x="9144" y="1524"/>
                  </a:lnTo>
                  <a:lnTo>
                    <a:pt x="13716" y="0"/>
                  </a:lnTo>
                  <a:lnTo>
                    <a:pt x="24384" y="0"/>
                  </a:lnTo>
                  <a:lnTo>
                    <a:pt x="28956" y="1524"/>
                  </a:lnTo>
                  <a:lnTo>
                    <a:pt x="32004" y="6096"/>
                  </a:lnTo>
                  <a:lnTo>
                    <a:pt x="36671" y="9144"/>
                  </a:lnTo>
                  <a:lnTo>
                    <a:pt x="38195" y="13716"/>
                  </a:lnTo>
                  <a:lnTo>
                    <a:pt x="38195" y="24384"/>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117" name="object 117"/>
            <p:cNvPicPr/>
            <p:nvPr/>
          </p:nvPicPr>
          <p:blipFill>
            <a:blip r:embed="rId78" cstate="print"/>
            <a:stretch>
              <a:fillRect/>
            </a:stretch>
          </p:blipFill>
          <p:spPr>
            <a:xfrm>
              <a:off x="1596390" y="8042147"/>
              <a:ext cx="342042" cy="114490"/>
            </a:xfrm>
            <a:prstGeom prst="rect">
              <a:avLst/>
            </a:prstGeom>
          </p:spPr>
        </p:pic>
        <p:sp>
          <p:nvSpPr>
            <p:cNvPr id="118" name="object 118"/>
            <p:cNvSpPr/>
            <p:nvPr/>
          </p:nvSpPr>
          <p:spPr>
            <a:xfrm>
              <a:off x="1985772" y="8045107"/>
              <a:ext cx="99695" cy="111760"/>
            </a:xfrm>
            <a:custGeom>
              <a:avLst/>
              <a:gdLst/>
              <a:ahLst/>
              <a:cxnLst/>
              <a:rect l="l" t="t" r="r" b="b"/>
              <a:pathLst>
                <a:path w="99694" h="111759">
                  <a:moveTo>
                    <a:pt x="48856" y="0"/>
                  </a:moveTo>
                  <a:lnTo>
                    <a:pt x="35140" y="0"/>
                  </a:lnTo>
                  <a:lnTo>
                    <a:pt x="30480" y="4572"/>
                  </a:lnTo>
                  <a:lnTo>
                    <a:pt x="12192" y="13716"/>
                  </a:lnTo>
                  <a:lnTo>
                    <a:pt x="6096" y="15240"/>
                  </a:lnTo>
                  <a:lnTo>
                    <a:pt x="0" y="18288"/>
                  </a:lnTo>
                  <a:lnTo>
                    <a:pt x="6096" y="36576"/>
                  </a:lnTo>
                  <a:lnTo>
                    <a:pt x="10668" y="35052"/>
                  </a:lnTo>
                  <a:lnTo>
                    <a:pt x="16764" y="32004"/>
                  </a:lnTo>
                  <a:lnTo>
                    <a:pt x="19812" y="32004"/>
                  </a:lnTo>
                  <a:lnTo>
                    <a:pt x="22860" y="30480"/>
                  </a:lnTo>
                  <a:lnTo>
                    <a:pt x="25908" y="27432"/>
                  </a:lnTo>
                  <a:lnTo>
                    <a:pt x="25908" y="109918"/>
                  </a:lnTo>
                  <a:lnTo>
                    <a:pt x="48856" y="109918"/>
                  </a:lnTo>
                  <a:lnTo>
                    <a:pt x="48856" y="0"/>
                  </a:lnTo>
                  <a:close/>
                </a:path>
                <a:path w="99694" h="111759">
                  <a:moveTo>
                    <a:pt x="99148" y="91719"/>
                  </a:moveTo>
                  <a:lnTo>
                    <a:pt x="96100" y="90195"/>
                  </a:lnTo>
                  <a:lnTo>
                    <a:pt x="93052" y="87147"/>
                  </a:lnTo>
                  <a:lnTo>
                    <a:pt x="90004" y="85623"/>
                  </a:lnTo>
                  <a:lnTo>
                    <a:pt x="82384" y="85623"/>
                  </a:lnTo>
                  <a:lnTo>
                    <a:pt x="79336" y="87147"/>
                  </a:lnTo>
                  <a:lnTo>
                    <a:pt x="76288" y="90195"/>
                  </a:lnTo>
                  <a:lnTo>
                    <a:pt x="73240" y="91719"/>
                  </a:lnTo>
                  <a:lnTo>
                    <a:pt x="71716" y="94767"/>
                  </a:lnTo>
                  <a:lnTo>
                    <a:pt x="71716" y="102387"/>
                  </a:lnTo>
                  <a:lnTo>
                    <a:pt x="73240" y="105435"/>
                  </a:lnTo>
                  <a:lnTo>
                    <a:pt x="76288" y="108483"/>
                  </a:lnTo>
                  <a:lnTo>
                    <a:pt x="82384" y="111531"/>
                  </a:lnTo>
                  <a:lnTo>
                    <a:pt x="90004" y="111531"/>
                  </a:lnTo>
                  <a:lnTo>
                    <a:pt x="96100" y="108483"/>
                  </a:lnTo>
                  <a:lnTo>
                    <a:pt x="99148" y="105435"/>
                  </a:lnTo>
                  <a:lnTo>
                    <a:pt x="99148" y="91719"/>
                  </a:lnTo>
                  <a:close/>
                </a:path>
                <a:path w="99694" h="111759">
                  <a:moveTo>
                    <a:pt x="99148" y="38290"/>
                  </a:moveTo>
                  <a:lnTo>
                    <a:pt x="96100" y="36766"/>
                  </a:lnTo>
                  <a:lnTo>
                    <a:pt x="93052" y="33718"/>
                  </a:lnTo>
                  <a:lnTo>
                    <a:pt x="90004" y="32194"/>
                  </a:lnTo>
                  <a:lnTo>
                    <a:pt x="82384" y="32194"/>
                  </a:lnTo>
                  <a:lnTo>
                    <a:pt x="79336" y="33718"/>
                  </a:lnTo>
                  <a:lnTo>
                    <a:pt x="76288" y="36766"/>
                  </a:lnTo>
                  <a:lnTo>
                    <a:pt x="73240" y="38290"/>
                  </a:lnTo>
                  <a:lnTo>
                    <a:pt x="71716" y="41338"/>
                  </a:lnTo>
                  <a:lnTo>
                    <a:pt x="71716" y="48958"/>
                  </a:lnTo>
                  <a:lnTo>
                    <a:pt x="73240" y="52006"/>
                  </a:lnTo>
                  <a:lnTo>
                    <a:pt x="76288" y="55054"/>
                  </a:lnTo>
                  <a:lnTo>
                    <a:pt x="82384" y="58102"/>
                  </a:lnTo>
                  <a:lnTo>
                    <a:pt x="90004" y="58102"/>
                  </a:lnTo>
                  <a:lnTo>
                    <a:pt x="96100" y="55054"/>
                  </a:lnTo>
                  <a:lnTo>
                    <a:pt x="99148" y="52006"/>
                  </a:lnTo>
                  <a:lnTo>
                    <a:pt x="99148" y="38290"/>
                  </a:lnTo>
                  <a:close/>
                </a:path>
              </a:pathLst>
            </a:custGeom>
            <a:solidFill>
              <a:srgbClr val="232323"/>
            </a:solidFill>
          </p:spPr>
          <p:txBody>
            <a:bodyPr wrap="square" lIns="0" tIns="0" rIns="0" bIns="0" rtlCol="0"/>
            <a:lstStyle/>
            <a:p>
              <a:endParaRPr/>
            </a:p>
          </p:txBody>
        </p:sp>
        <p:pic>
          <p:nvPicPr>
            <p:cNvPr id="119" name="object 119"/>
            <p:cNvPicPr/>
            <p:nvPr/>
          </p:nvPicPr>
          <p:blipFill>
            <a:blip r:embed="rId79" cstate="print"/>
            <a:stretch>
              <a:fillRect/>
            </a:stretch>
          </p:blipFill>
          <p:spPr>
            <a:xfrm>
              <a:off x="2136933" y="8042147"/>
              <a:ext cx="311467" cy="114490"/>
            </a:xfrm>
            <a:prstGeom prst="rect">
              <a:avLst/>
            </a:prstGeom>
          </p:spPr>
        </p:pic>
        <p:pic>
          <p:nvPicPr>
            <p:cNvPr id="120" name="object 120"/>
            <p:cNvPicPr/>
            <p:nvPr/>
          </p:nvPicPr>
          <p:blipFill>
            <a:blip r:embed="rId80" cstate="print"/>
            <a:stretch>
              <a:fillRect/>
            </a:stretch>
          </p:blipFill>
          <p:spPr>
            <a:xfrm>
              <a:off x="2498788" y="8042147"/>
              <a:ext cx="341947" cy="114490"/>
            </a:xfrm>
            <a:prstGeom prst="rect">
              <a:avLst/>
            </a:prstGeom>
          </p:spPr>
        </p:pic>
        <p:sp>
          <p:nvSpPr>
            <p:cNvPr id="121" name="object 121"/>
            <p:cNvSpPr/>
            <p:nvPr/>
          </p:nvSpPr>
          <p:spPr>
            <a:xfrm>
              <a:off x="1663636" y="8373332"/>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22" name="object 122"/>
            <p:cNvPicPr/>
            <p:nvPr/>
          </p:nvPicPr>
          <p:blipFill>
            <a:blip r:embed="rId81" cstate="print"/>
            <a:stretch>
              <a:fillRect/>
            </a:stretch>
          </p:blipFill>
          <p:spPr>
            <a:xfrm>
              <a:off x="1852898" y="8327517"/>
              <a:ext cx="190881" cy="114395"/>
            </a:xfrm>
            <a:prstGeom prst="rect">
              <a:avLst/>
            </a:prstGeom>
          </p:spPr>
        </p:pic>
        <p:pic>
          <p:nvPicPr>
            <p:cNvPr id="123" name="object 123"/>
            <p:cNvPicPr/>
            <p:nvPr/>
          </p:nvPicPr>
          <p:blipFill>
            <a:blip r:embed="rId82" cstate="print"/>
            <a:stretch>
              <a:fillRect/>
            </a:stretch>
          </p:blipFill>
          <p:spPr>
            <a:xfrm>
              <a:off x="2063591" y="8362663"/>
              <a:ext cx="97726" cy="79343"/>
            </a:xfrm>
            <a:prstGeom prst="rect">
              <a:avLst/>
            </a:prstGeom>
          </p:spPr>
        </p:pic>
        <p:sp>
          <p:nvSpPr>
            <p:cNvPr id="124" name="object 124"/>
            <p:cNvSpPr/>
            <p:nvPr/>
          </p:nvSpPr>
          <p:spPr>
            <a:xfrm>
              <a:off x="2225421" y="8333612"/>
              <a:ext cx="12700" cy="107314"/>
            </a:xfrm>
            <a:custGeom>
              <a:avLst/>
              <a:gdLst/>
              <a:ahLst/>
              <a:cxnLst/>
              <a:rect l="l" t="t" r="r" b="b"/>
              <a:pathLst>
                <a:path w="12700" h="107315">
                  <a:moveTo>
                    <a:pt x="12287" y="106775"/>
                  </a:moveTo>
                  <a:lnTo>
                    <a:pt x="0" y="106775"/>
                  </a:lnTo>
                  <a:lnTo>
                    <a:pt x="0" y="0"/>
                  </a:lnTo>
                  <a:lnTo>
                    <a:pt x="12287" y="0"/>
                  </a:lnTo>
                  <a:lnTo>
                    <a:pt x="12287" y="106775"/>
                  </a:lnTo>
                  <a:close/>
                </a:path>
              </a:pathLst>
            </a:custGeom>
            <a:solidFill>
              <a:srgbClr val="232323"/>
            </a:solidFill>
          </p:spPr>
          <p:txBody>
            <a:bodyPr wrap="square" lIns="0" tIns="0" rIns="0" bIns="0" rtlCol="0"/>
            <a:lstStyle/>
            <a:p>
              <a:endParaRPr/>
            </a:p>
          </p:txBody>
        </p:sp>
        <p:pic>
          <p:nvPicPr>
            <p:cNvPr id="125" name="object 125"/>
            <p:cNvPicPr/>
            <p:nvPr/>
          </p:nvPicPr>
          <p:blipFill>
            <a:blip r:embed="rId83" cstate="print"/>
            <a:stretch>
              <a:fillRect/>
            </a:stretch>
          </p:blipFill>
          <p:spPr>
            <a:xfrm>
              <a:off x="2263616" y="8341138"/>
              <a:ext cx="258032" cy="100774"/>
            </a:xfrm>
            <a:prstGeom prst="rect">
              <a:avLst/>
            </a:prstGeom>
          </p:spPr>
        </p:pic>
        <p:sp>
          <p:nvSpPr>
            <p:cNvPr id="126" name="object 126"/>
            <p:cNvSpPr/>
            <p:nvPr/>
          </p:nvSpPr>
          <p:spPr>
            <a:xfrm>
              <a:off x="2544597" y="8327529"/>
              <a:ext cx="48895" cy="113030"/>
            </a:xfrm>
            <a:custGeom>
              <a:avLst/>
              <a:gdLst/>
              <a:ahLst/>
              <a:cxnLst/>
              <a:rect l="l" t="t" r="r" b="b"/>
              <a:pathLst>
                <a:path w="48894" h="113029">
                  <a:moveTo>
                    <a:pt x="12192" y="0"/>
                  </a:moveTo>
                  <a:lnTo>
                    <a:pt x="0" y="0"/>
                  </a:lnTo>
                  <a:lnTo>
                    <a:pt x="0" y="112864"/>
                  </a:lnTo>
                  <a:lnTo>
                    <a:pt x="12192" y="112864"/>
                  </a:lnTo>
                  <a:lnTo>
                    <a:pt x="12192" y="0"/>
                  </a:lnTo>
                  <a:close/>
                </a:path>
                <a:path w="48894" h="113029">
                  <a:moveTo>
                    <a:pt x="48768" y="0"/>
                  </a:moveTo>
                  <a:lnTo>
                    <a:pt x="36576" y="0"/>
                  </a:lnTo>
                  <a:lnTo>
                    <a:pt x="36576" y="112864"/>
                  </a:lnTo>
                  <a:lnTo>
                    <a:pt x="48768" y="112864"/>
                  </a:lnTo>
                  <a:lnTo>
                    <a:pt x="48768" y="0"/>
                  </a:lnTo>
                  <a:close/>
                </a:path>
              </a:pathLst>
            </a:custGeom>
            <a:solidFill>
              <a:srgbClr val="232323"/>
            </a:solidFill>
          </p:spPr>
          <p:txBody>
            <a:bodyPr wrap="square" lIns="0" tIns="0" rIns="0" bIns="0" rtlCol="0"/>
            <a:lstStyle/>
            <a:p>
              <a:endParaRPr/>
            </a:p>
          </p:txBody>
        </p:sp>
        <p:pic>
          <p:nvPicPr>
            <p:cNvPr id="127" name="object 127"/>
            <p:cNvPicPr/>
            <p:nvPr/>
          </p:nvPicPr>
          <p:blipFill>
            <a:blip r:embed="rId84" cstate="print"/>
            <a:stretch>
              <a:fillRect/>
            </a:stretch>
          </p:blipFill>
          <p:spPr>
            <a:xfrm>
              <a:off x="2613278" y="8329041"/>
              <a:ext cx="241268" cy="112871"/>
            </a:xfrm>
            <a:prstGeom prst="rect">
              <a:avLst/>
            </a:prstGeom>
          </p:spPr>
        </p:pic>
        <p:pic>
          <p:nvPicPr>
            <p:cNvPr id="128" name="object 128"/>
            <p:cNvPicPr/>
            <p:nvPr/>
          </p:nvPicPr>
          <p:blipFill>
            <a:blip r:embed="rId85" cstate="print"/>
            <a:stretch>
              <a:fillRect/>
            </a:stretch>
          </p:blipFill>
          <p:spPr>
            <a:xfrm>
              <a:off x="2874359" y="8362569"/>
              <a:ext cx="64103" cy="77819"/>
            </a:xfrm>
            <a:prstGeom prst="rect">
              <a:avLst/>
            </a:prstGeom>
          </p:spPr>
        </p:pic>
        <p:pic>
          <p:nvPicPr>
            <p:cNvPr id="129" name="object 129"/>
            <p:cNvPicPr/>
            <p:nvPr/>
          </p:nvPicPr>
          <p:blipFill>
            <a:blip r:embed="rId86" cstate="print"/>
            <a:stretch>
              <a:fillRect/>
            </a:stretch>
          </p:blipFill>
          <p:spPr>
            <a:xfrm>
              <a:off x="3005613" y="8325993"/>
              <a:ext cx="1258061" cy="151066"/>
            </a:xfrm>
            <a:prstGeom prst="rect">
              <a:avLst/>
            </a:prstGeom>
          </p:spPr>
        </p:pic>
        <p:pic>
          <p:nvPicPr>
            <p:cNvPr id="130" name="object 130"/>
            <p:cNvPicPr/>
            <p:nvPr/>
          </p:nvPicPr>
          <p:blipFill>
            <a:blip r:embed="rId87" cstate="print"/>
            <a:stretch>
              <a:fillRect/>
            </a:stretch>
          </p:blipFill>
          <p:spPr>
            <a:xfrm>
              <a:off x="4315586" y="8328945"/>
              <a:ext cx="1864233" cy="148113"/>
            </a:xfrm>
            <a:prstGeom prst="rect">
              <a:avLst/>
            </a:prstGeom>
          </p:spPr>
        </p:pic>
        <p:sp>
          <p:nvSpPr>
            <p:cNvPr id="131" name="object 131"/>
            <p:cNvSpPr/>
            <p:nvPr/>
          </p:nvSpPr>
          <p:spPr>
            <a:xfrm>
              <a:off x="1405604" y="8658605"/>
              <a:ext cx="38735" cy="38735"/>
            </a:xfrm>
            <a:custGeom>
              <a:avLst/>
              <a:gdLst/>
              <a:ahLst/>
              <a:cxnLst/>
              <a:rect l="l" t="t" r="r" b="b"/>
              <a:pathLst>
                <a:path w="38734" h="38734">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132" name="object 132"/>
            <p:cNvPicPr/>
            <p:nvPr/>
          </p:nvPicPr>
          <p:blipFill>
            <a:blip r:embed="rId30" cstate="print"/>
            <a:stretch>
              <a:fillRect/>
            </a:stretch>
          </p:blipFill>
          <p:spPr>
            <a:xfrm>
              <a:off x="1596390" y="8614409"/>
              <a:ext cx="342042" cy="114490"/>
            </a:xfrm>
            <a:prstGeom prst="rect">
              <a:avLst/>
            </a:prstGeom>
          </p:spPr>
        </p:pic>
        <p:pic>
          <p:nvPicPr>
            <p:cNvPr id="133" name="object 133"/>
            <p:cNvPicPr/>
            <p:nvPr/>
          </p:nvPicPr>
          <p:blipFill>
            <a:blip r:embed="rId88" cstate="print"/>
            <a:stretch>
              <a:fillRect/>
            </a:stretch>
          </p:blipFill>
          <p:spPr>
            <a:xfrm>
              <a:off x="1991868" y="8618982"/>
              <a:ext cx="114490" cy="109918"/>
            </a:xfrm>
            <a:prstGeom prst="rect">
              <a:avLst/>
            </a:prstGeom>
          </p:spPr>
        </p:pic>
        <p:pic>
          <p:nvPicPr>
            <p:cNvPr id="134" name="object 134"/>
            <p:cNvPicPr/>
            <p:nvPr/>
          </p:nvPicPr>
          <p:blipFill>
            <a:blip r:embed="rId89" cstate="print"/>
            <a:stretch>
              <a:fillRect/>
            </a:stretch>
          </p:blipFill>
          <p:spPr>
            <a:xfrm>
              <a:off x="2167413" y="8620506"/>
              <a:ext cx="276415" cy="108394"/>
            </a:xfrm>
            <a:prstGeom prst="rect">
              <a:avLst/>
            </a:prstGeom>
          </p:spPr>
        </p:pic>
        <p:sp>
          <p:nvSpPr>
            <p:cNvPr id="135" name="object 135"/>
            <p:cNvSpPr/>
            <p:nvPr/>
          </p:nvSpPr>
          <p:spPr>
            <a:xfrm>
              <a:off x="1663636" y="8614409"/>
              <a:ext cx="1481455" cy="368300"/>
            </a:xfrm>
            <a:custGeom>
              <a:avLst/>
              <a:gdLst/>
              <a:ahLst/>
              <a:cxnLst/>
              <a:rect l="l" t="t" r="r" b="b"/>
              <a:pathLst>
                <a:path w="1481455" h="368300">
                  <a:moveTo>
                    <a:pt x="38100" y="344906"/>
                  </a:moveTo>
                  <a:lnTo>
                    <a:pt x="32004" y="335762"/>
                  </a:lnTo>
                  <a:lnTo>
                    <a:pt x="28956" y="332714"/>
                  </a:lnTo>
                  <a:lnTo>
                    <a:pt x="24384" y="331190"/>
                  </a:lnTo>
                  <a:lnTo>
                    <a:pt x="13716" y="331190"/>
                  </a:lnTo>
                  <a:lnTo>
                    <a:pt x="9144" y="332714"/>
                  </a:lnTo>
                  <a:lnTo>
                    <a:pt x="1524" y="340334"/>
                  </a:lnTo>
                  <a:lnTo>
                    <a:pt x="0" y="344906"/>
                  </a:lnTo>
                  <a:lnTo>
                    <a:pt x="0" y="355574"/>
                  </a:lnTo>
                  <a:lnTo>
                    <a:pt x="1524" y="358622"/>
                  </a:lnTo>
                  <a:lnTo>
                    <a:pt x="9144" y="366242"/>
                  </a:lnTo>
                  <a:lnTo>
                    <a:pt x="13716" y="367766"/>
                  </a:lnTo>
                  <a:lnTo>
                    <a:pt x="18288" y="367766"/>
                  </a:lnTo>
                  <a:lnTo>
                    <a:pt x="24384" y="367766"/>
                  </a:lnTo>
                  <a:lnTo>
                    <a:pt x="28956" y="366242"/>
                  </a:lnTo>
                  <a:lnTo>
                    <a:pt x="32004" y="363194"/>
                  </a:lnTo>
                  <a:lnTo>
                    <a:pt x="38100" y="354050"/>
                  </a:lnTo>
                  <a:lnTo>
                    <a:pt x="38100" y="344906"/>
                  </a:lnTo>
                  <a:close/>
                </a:path>
                <a:path w="1481455" h="368300">
                  <a:moveTo>
                    <a:pt x="851903" y="35153"/>
                  </a:moveTo>
                  <a:lnTo>
                    <a:pt x="839622" y="35153"/>
                  </a:lnTo>
                  <a:lnTo>
                    <a:pt x="833526" y="38201"/>
                  </a:lnTo>
                  <a:lnTo>
                    <a:pt x="828954" y="41249"/>
                  </a:lnTo>
                  <a:lnTo>
                    <a:pt x="827430" y="45821"/>
                  </a:lnTo>
                  <a:lnTo>
                    <a:pt x="824382" y="50393"/>
                  </a:lnTo>
                  <a:lnTo>
                    <a:pt x="824382" y="36677"/>
                  </a:lnTo>
                  <a:lnTo>
                    <a:pt x="801522" y="36677"/>
                  </a:lnTo>
                  <a:lnTo>
                    <a:pt x="801522" y="112979"/>
                  </a:lnTo>
                  <a:lnTo>
                    <a:pt x="824382" y="112979"/>
                  </a:lnTo>
                  <a:lnTo>
                    <a:pt x="824382" y="70307"/>
                  </a:lnTo>
                  <a:lnTo>
                    <a:pt x="825906" y="64109"/>
                  </a:lnTo>
                  <a:lnTo>
                    <a:pt x="828954" y="61061"/>
                  </a:lnTo>
                  <a:lnTo>
                    <a:pt x="832002" y="56489"/>
                  </a:lnTo>
                  <a:lnTo>
                    <a:pt x="836574" y="54965"/>
                  </a:lnTo>
                  <a:lnTo>
                    <a:pt x="848855" y="54965"/>
                  </a:lnTo>
                  <a:lnTo>
                    <a:pt x="848855" y="56489"/>
                  </a:lnTo>
                  <a:lnTo>
                    <a:pt x="849083" y="54965"/>
                  </a:lnTo>
                  <a:lnTo>
                    <a:pt x="849731" y="50393"/>
                  </a:lnTo>
                  <a:lnTo>
                    <a:pt x="851903" y="35153"/>
                  </a:lnTo>
                  <a:close/>
                </a:path>
                <a:path w="1481455" h="368300">
                  <a:moveTo>
                    <a:pt x="931252" y="102209"/>
                  </a:moveTo>
                  <a:lnTo>
                    <a:pt x="927696" y="97637"/>
                  </a:lnTo>
                  <a:lnTo>
                    <a:pt x="920584" y="88493"/>
                  </a:lnTo>
                  <a:lnTo>
                    <a:pt x="916012" y="91541"/>
                  </a:lnTo>
                  <a:lnTo>
                    <a:pt x="912964" y="94589"/>
                  </a:lnTo>
                  <a:lnTo>
                    <a:pt x="908392" y="96113"/>
                  </a:lnTo>
                  <a:lnTo>
                    <a:pt x="905344" y="96113"/>
                  </a:lnTo>
                  <a:lnTo>
                    <a:pt x="902296" y="97637"/>
                  </a:lnTo>
                  <a:lnTo>
                    <a:pt x="894676" y="97637"/>
                  </a:lnTo>
                  <a:lnTo>
                    <a:pt x="890104" y="96113"/>
                  </a:lnTo>
                  <a:lnTo>
                    <a:pt x="885532" y="93065"/>
                  </a:lnTo>
                  <a:lnTo>
                    <a:pt x="882484" y="90017"/>
                  </a:lnTo>
                  <a:lnTo>
                    <a:pt x="880960" y="86969"/>
                  </a:lnTo>
                  <a:lnTo>
                    <a:pt x="880960" y="80873"/>
                  </a:lnTo>
                  <a:lnTo>
                    <a:pt x="929728" y="80873"/>
                  </a:lnTo>
                  <a:lnTo>
                    <a:pt x="929728" y="71729"/>
                  </a:lnTo>
                  <a:lnTo>
                    <a:pt x="929424" y="67157"/>
                  </a:lnTo>
                  <a:lnTo>
                    <a:pt x="929157" y="63157"/>
                  </a:lnTo>
                  <a:lnTo>
                    <a:pt x="927442" y="55727"/>
                  </a:lnTo>
                  <a:lnTo>
                    <a:pt x="925017" y="50393"/>
                  </a:lnTo>
                  <a:lnTo>
                    <a:pt x="924585" y="49441"/>
                  </a:lnTo>
                  <a:lnTo>
                    <a:pt x="920584" y="44297"/>
                  </a:lnTo>
                  <a:lnTo>
                    <a:pt x="915492" y="40246"/>
                  </a:lnTo>
                  <a:lnTo>
                    <a:pt x="909535" y="37350"/>
                  </a:lnTo>
                  <a:lnTo>
                    <a:pt x="908392" y="37058"/>
                  </a:lnTo>
                  <a:lnTo>
                    <a:pt x="908392" y="61061"/>
                  </a:lnTo>
                  <a:lnTo>
                    <a:pt x="908392" y="67157"/>
                  </a:lnTo>
                  <a:lnTo>
                    <a:pt x="880960" y="67157"/>
                  </a:lnTo>
                  <a:lnTo>
                    <a:pt x="880960" y="61061"/>
                  </a:lnTo>
                  <a:lnTo>
                    <a:pt x="882484" y="58013"/>
                  </a:lnTo>
                  <a:lnTo>
                    <a:pt x="888580" y="51917"/>
                  </a:lnTo>
                  <a:lnTo>
                    <a:pt x="891628" y="50393"/>
                  </a:lnTo>
                  <a:lnTo>
                    <a:pt x="899248" y="50393"/>
                  </a:lnTo>
                  <a:lnTo>
                    <a:pt x="905344" y="53441"/>
                  </a:lnTo>
                  <a:lnTo>
                    <a:pt x="906868" y="56489"/>
                  </a:lnTo>
                  <a:lnTo>
                    <a:pt x="908392" y="61061"/>
                  </a:lnTo>
                  <a:lnTo>
                    <a:pt x="908392" y="37058"/>
                  </a:lnTo>
                  <a:lnTo>
                    <a:pt x="903008" y="35636"/>
                  </a:lnTo>
                  <a:lnTo>
                    <a:pt x="896200" y="35064"/>
                  </a:lnTo>
                  <a:lnTo>
                    <a:pt x="887958" y="35636"/>
                  </a:lnTo>
                  <a:lnTo>
                    <a:pt x="887704" y="35636"/>
                  </a:lnTo>
                  <a:lnTo>
                    <a:pt x="858596" y="67462"/>
                  </a:lnTo>
                  <a:lnTo>
                    <a:pt x="857999" y="76301"/>
                  </a:lnTo>
                  <a:lnTo>
                    <a:pt x="858570" y="84874"/>
                  </a:lnTo>
                  <a:lnTo>
                    <a:pt x="887590" y="113906"/>
                  </a:lnTo>
                  <a:lnTo>
                    <a:pt x="896200" y="114503"/>
                  </a:lnTo>
                  <a:lnTo>
                    <a:pt x="902296" y="114503"/>
                  </a:lnTo>
                  <a:lnTo>
                    <a:pt x="920584" y="109931"/>
                  </a:lnTo>
                  <a:lnTo>
                    <a:pt x="925156" y="106781"/>
                  </a:lnTo>
                  <a:lnTo>
                    <a:pt x="931252" y="102209"/>
                  </a:lnTo>
                  <a:close/>
                </a:path>
                <a:path w="1481455" h="368300">
                  <a:moveTo>
                    <a:pt x="1021359" y="36588"/>
                  </a:moveTo>
                  <a:lnTo>
                    <a:pt x="998499" y="36588"/>
                  </a:lnTo>
                  <a:lnTo>
                    <a:pt x="998499" y="45821"/>
                  </a:lnTo>
                  <a:lnTo>
                    <a:pt x="998499" y="65633"/>
                  </a:lnTo>
                  <a:lnTo>
                    <a:pt x="998499" y="82397"/>
                  </a:lnTo>
                  <a:lnTo>
                    <a:pt x="996975" y="86969"/>
                  </a:lnTo>
                  <a:lnTo>
                    <a:pt x="993927" y="90017"/>
                  </a:lnTo>
                  <a:lnTo>
                    <a:pt x="990879" y="94589"/>
                  </a:lnTo>
                  <a:lnTo>
                    <a:pt x="986307" y="96113"/>
                  </a:lnTo>
                  <a:lnTo>
                    <a:pt x="977074" y="96113"/>
                  </a:lnTo>
                  <a:lnTo>
                    <a:pt x="974026" y="94589"/>
                  </a:lnTo>
                  <a:lnTo>
                    <a:pt x="970978" y="91541"/>
                  </a:lnTo>
                  <a:lnTo>
                    <a:pt x="967930" y="86969"/>
                  </a:lnTo>
                  <a:lnTo>
                    <a:pt x="966406" y="82397"/>
                  </a:lnTo>
                  <a:lnTo>
                    <a:pt x="966406" y="68681"/>
                  </a:lnTo>
                  <a:lnTo>
                    <a:pt x="967930" y="62585"/>
                  </a:lnTo>
                  <a:lnTo>
                    <a:pt x="970978" y="58013"/>
                  </a:lnTo>
                  <a:lnTo>
                    <a:pt x="977074" y="51917"/>
                  </a:lnTo>
                  <a:lnTo>
                    <a:pt x="987831" y="51917"/>
                  </a:lnTo>
                  <a:lnTo>
                    <a:pt x="990879" y="53441"/>
                  </a:lnTo>
                  <a:lnTo>
                    <a:pt x="993927" y="58013"/>
                  </a:lnTo>
                  <a:lnTo>
                    <a:pt x="996975" y="61061"/>
                  </a:lnTo>
                  <a:lnTo>
                    <a:pt x="998499" y="65633"/>
                  </a:lnTo>
                  <a:lnTo>
                    <a:pt x="998499" y="45821"/>
                  </a:lnTo>
                  <a:lnTo>
                    <a:pt x="996975" y="45821"/>
                  </a:lnTo>
                  <a:lnTo>
                    <a:pt x="995451" y="41249"/>
                  </a:lnTo>
                  <a:lnTo>
                    <a:pt x="992403" y="38112"/>
                  </a:lnTo>
                  <a:lnTo>
                    <a:pt x="986307" y="35064"/>
                  </a:lnTo>
                  <a:lnTo>
                    <a:pt x="977074" y="35064"/>
                  </a:lnTo>
                  <a:lnTo>
                    <a:pt x="944308" y="59347"/>
                  </a:lnTo>
                  <a:lnTo>
                    <a:pt x="942022" y="76301"/>
                  </a:lnTo>
                  <a:lnTo>
                    <a:pt x="942594" y="84874"/>
                  </a:lnTo>
                  <a:lnTo>
                    <a:pt x="964882" y="114503"/>
                  </a:lnTo>
                  <a:lnTo>
                    <a:pt x="978598" y="114503"/>
                  </a:lnTo>
                  <a:lnTo>
                    <a:pt x="992403" y="109931"/>
                  </a:lnTo>
                  <a:lnTo>
                    <a:pt x="995451" y="106781"/>
                  </a:lnTo>
                  <a:lnTo>
                    <a:pt x="996975" y="102209"/>
                  </a:lnTo>
                  <a:lnTo>
                    <a:pt x="998499" y="102209"/>
                  </a:lnTo>
                  <a:lnTo>
                    <a:pt x="998499" y="148031"/>
                  </a:lnTo>
                  <a:lnTo>
                    <a:pt x="1021359" y="148031"/>
                  </a:lnTo>
                  <a:lnTo>
                    <a:pt x="1021359" y="102209"/>
                  </a:lnTo>
                  <a:lnTo>
                    <a:pt x="1021359" y="96113"/>
                  </a:lnTo>
                  <a:lnTo>
                    <a:pt x="1021359" y="51917"/>
                  </a:lnTo>
                  <a:lnTo>
                    <a:pt x="1021359" y="45821"/>
                  </a:lnTo>
                  <a:lnTo>
                    <a:pt x="1021359" y="36588"/>
                  </a:lnTo>
                  <a:close/>
                </a:path>
                <a:path w="1481455" h="368300">
                  <a:moveTo>
                    <a:pt x="1111465" y="36588"/>
                  </a:moveTo>
                  <a:lnTo>
                    <a:pt x="1088517" y="36588"/>
                  </a:lnTo>
                  <a:lnTo>
                    <a:pt x="1088517" y="85445"/>
                  </a:lnTo>
                  <a:lnTo>
                    <a:pt x="1086993" y="88493"/>
                  </a:lnTo>
                  <a:lnTo>
                    <a:pt x="1080897" y="94589"/>
                  </a:lnTo>
                  <a:lnTo>
                    <a:pt x="1077849" y="96113"/>
                  </a:lnTo>
                  <a:lnTo>
                    <a:pt x="1070229" y="96113"/>
                  </a:lnTo>
                  <a:lnTo>
                    <a:pt x="1067181" y="94589"/>
                  </a:lnTo>
                  <a:lnTo>
                    <a:pt x="1062609" y="90017"/>
                  </a:lnTo>
                  <a:lnTo>
                    <a:pt x="1061085" y="85445"/>
                  </a:lnTo>
                  <a:lnTo>
                    <a:pt x="1061085" y="36588"/>
                  </a:lnTo>
                  <a:lnTo>
                    <a:pt x="1038225" y="36588"/>
                  </a:lnTo>
                  <a:lnTo>
                    <a:pt x="1038225" y="93065"/>
                  </a:lnTo>
                  <a:lnTo>
                    <a:pt x="1039749" y="100685"/>
                  </a:lnTo>
                  <a:lnTo>
                    <a:pt x="1044321" y="106781"/>
                  </a:lnTo>
                  <a:lnTo>
                    <a:pt x="1048893" y="111455"/>
                  </a:lnTo>
                  <a:lnTo>
                    <a:pt x="1054989" y="114503"/>
                  </a:lnTo>
                  <a:lnTo>
                    <a:pt x="1068705" y="114503"/>
                  </a:lnTo>
                  <a:lnTo>
                    <a:pt x="1077849" y="111455"/>
                  </a:lnTo>
                  <a:lnTo>
                    <a:pt x="1080897" y="108305"/>
                  </a:lnTo>
                  <a:lnTo>
                    <a:pt x="1085469" y="105257"/>
                  </a:lnTo>
                  <a:lnTo>
                    <a:pt x="1086993" y="100685"/>
                  </a:lnTo>
                  <a:lnTo>
                    <a:pt x="1088517" y="100685"/>
                  </a:lnTo>
                  <a:lnTo>
                    <a:pt x="1088517" y="112979"/>
                  </a:lnTo>
                  <a:lnTo>
                    <a:pt x="1111465" y="112979"/>
                  </a:lnTo>
                  <a:lnTo>
                    <a:pt x="1111465" y="36588"/>
                  </a:lnTo>
                  <a:close/>
                </a:path>
                <a:path w="1481455" h="368300">
                  <a:moveTo>
                    <a:pt x="1154239" y="36576"/>
                  </a:moveTo>
                  <a:lnTo>
                    <a:pt x="1131277" y="36576"/>
                  </a:lnTo>
                  <a:lnTo>
                    <a:pt x="1131277" y="112966"/>
                  </a:lnTo>
                  <a:lnTo>
                    <a:pt x="1154239" y="112966"/>
                  </a:lnTo>
                  <a:lnTo>
                    <a:pt x="1154239" y="36576"/>
                  </a:lnTo>
                  <a:close/>
                </a:path>
                <a:path w="1481455" h="368300">
                  <a:moveTo>
                    <a:pt x="1157287" y="9144"/>
                  </a:moveTo>
                  <a:lnTo>
                    <a:pt x="1155763" y="6096"/>
                  </a:lnTo>
                  <a:lnTo>
                    <a:pt x="1151191" y="1524"/>
                  </a:lnTo>
                  <a:lnTo>
                    <a:pt x="1148143" y="0"/>
                  </a:lnTo>
                  <a:lnTo>
                    <a:pt x="1138897" y="0"/>
                  </a:lnTo>
                  <a:lnTo>
                    <a:pt x="1132801" y="3048"/>
                  </a:lnTo>
                  <a:lnTo>
                    <a:pt x="1129753" y="9144"/>
                  </a:lnTo>
                  <a:lnTo>
                    <a:pt x="1129753" y="16764"/>
                  </a:lnTo>
                  <a:lnTo>
                    <a:pt x="1131277" y="19812"/>
                  </a:lnTo>
                  <a:lnTo>
                    <a:pt x="1135849" y="24384"/>
                  </a:lnTo>
                  <a:lnTo>
                    <a:pt x="1138897" y="25908"/>
                  </a:lnTo>
                  <a:lnTo>
                    <a:pt x="1148143" y="25908"/>
                  </a:lnTo>
                  <a:lnTo>
                    <a:pt x="1151191" y="24384"/>
                  </a:lnTo>
                  <a:lnTo>
                    <a:pt x="1152715" y="21336"/>
                  </a:lnTo>
                  <a:lnTo>
                    <a:pt x="1155763" y="19812"/>
                  </a:lnTo>
                  <a:lnTo>
                    <a:pt x="1157287" y="16764"/>
                  </a:lnTo>
                  <a:lnTo>
                    <a:pt x="1157287" y="9144"/>
                  </a:lnTo>
                  <a:close/>
                </a:path>
                <a:path w="1481455" h="368300">
                  <a:moveTo>
                    <a:pt x="1229004" y="82397"/>
                  </a:moveTo>
                  <a:lnTo>
                    <a:pt x="1227480" y="76301"/>
                  </a:lnTo>
                  <a:lnTo>
                    <a:pt x="1222908" y="73253"/>
                  </a:lnTo>
                  <a:lnTo>
                    <a:pt x="1219860" y="68681"/>
                  </a:lnTo>
                  <a:lnTo>
                    <a:pt x="1213764" y="65633"/>
                  </a:lnTo>
                  <a:lnTo>
                    <a:pt x="1204620" y="64109"/>
                  </a:lnTo>
                  <a:lnTo>
                    <a:pt x="1200048" y="64109"/>
                  </a:lnTo>
                  <a:lnTo>
                    <a:pt x="1195476" y="62585"/>
                  </a:lnTo>
                  <a:lnTo>
                    <a:pt x="1193850" y="61061"/>
                  </a:lnTo>
                  <a:lnTo>
                    <a:pt x="1192326" y="61061"/>
                  </a:lnTo>
                  <a:lnTo>
                    <a:pt x="1190802" y="59537"/>
                  </a:lnTo>
                  <a:lnTo>
                    <a:pt x="1190802" y="54965"/>
                  </a:lnTo>
                  <a:lnTo>
                    <a:pt x="1192326" y="53441"/>
                  </a:lnTo>
                  <a:lnTo>
                    <a:pt x="1193850" y="53441"/>
                  </a:lnTo>
                  <a:lnTo>
                    <a:pt x="1195476" y="51917"/>
                  </a:lnTo>
                  <a:lnTo>
                    <a:pt x="1198524" y="50393"/>
                  </a:lnTo>
                  <a:lnTo>
                    <a:pt x="1204620" y="50393"/>
                  </a:lnTo>
                  <a:lnTo>
                    <a:pt x="1207668" y="51917"/>
                  </a:lnTo>
                  <a:lnTo>
                    <a:pt x="1209192" y="51917"/>
                  </a:lnTo>
                  <a:lnTo>
                    <a:pt x="1218336" y="56489"/>
                  </a:lnTo>
                  <a:lnTo>
                    <a:pt x="1221994" y="50393"/>
                  </a:lnTo>
                  <a:lnTo>
                    <a:pt x="1227480" y="41249"/>
                  </a:lnTo>
                  <a:lnTo>
                    <a:pt x="1224432" y="39636"/>
                  </a:lnTo>
                  <a:lnTo>
                    <a:pt x="1210716" y="35064"/>
                  </a:lnTo>
                  <a:lnTo>
                    <a:pt x="1193850" y="35064"/>
                  </a:lnTo>
                  <a:lnTo>
                    <a:pt x="1186230" y="36588"/>
                  </a:lnTo>
                  <a:lnTo>
                    <a:pt x="1180134" y="41249"/>
                  </a:lnTo>
                  <a:lnTo>
                    <a:pt x="1174038" y="45821"/>
                  </a:lnTo>
                  <a:lnTo>
                    <a:pt x="1170990" y="51917"/>
                  </a:lnTo>
                  <a:lnTo>
                    <a:pt x="1170990" y="67157"/>
                  </a:lnTo>
                  <a:lnTo>
                    <a:pt x="1172514" y="71729"/>
                  </a:lnTo>
                  <a:lnTo>
                    <a:pt x="1177086" y="74777"/>
                  </a:lnTo>
                  <a:lnTo>
                    <a:pt x="1181658" y="79349"/>
                  </a:lnTo>
                  <a:lnTo>
                    <a:pt x="1187754" y="82397"/>
                  </a:lnTo>
                  <a:lnTo>
                    <a:pt x="1197000" y="83921"/>
                  </a:lnTo>
                  <a:lnTo>
                    <a:pt x="1201572" y="85445"/>
                  </a:lnTo>
                  <a:lnTo>
                    <a:pt x="1204620" y="85445"/>
                  </a:lnTo>
                  <a:lnTo>
                    <a:pt x="1207668" y="88493"/>
                  </a:lnTo>
                  <a:lnTo>
                    <a:pt x="1207668" y="94589"/>
                  </a:lnTo>
                  <a:lnTo>
                    <a:pt x="1204620" y="96113"/>
                  </a:lnTo>
                  <a:lnTo>
                    <a:pt x="1203096" y="97637"/>
                  </a:lnTo>
                  <a:lnTo>
                    <a:pt x="1193850" y="97637"/>
                  </a:lnTo>
                  <a:lnTo>
                    <a:pt x="1189278" y="96113"/>
                  </a:lnTo>
                  <a:lnTo>
                    <a:pt x="1186230" y="96113"/>
                  </a:lnTo>
                  <a:lnTo>
                    <a:pt x="1181658" y="94589"/>
                  </a:lnTo>
                  <a:lnTo>
                    <a:pt x="1177086" y="90017"/>
                  </a:lnTo>
                  <a:lnTo>
                    <a:pt x="1166418" y="105257"/>
                  </a:lnTo>
                  <a:lnTo>
                    <a:pt x="1170990" y="108305"/>
                  </a:lnTo>
                  <a:lnTo>
                    <a:pt x="1177086" y="111455"/>
                  </a:lnTo>
                  <a:lnTo>
                    <a:pt x="1186230" y="114503"/>
                  </a:lnTo>
                  <a:lnTo>
                    <a:pt x="1206144" y="114503"/>
                  </a:lnTo>
                  <a:lnTo>
                    <a:pt x="1213764" y="111455"/>
                  </a:lnTo>
                  <a:lnTo>
                    <a:pt x="1219860" y="106781"/>
                  </a:lnTo>
                  <a:lnTo>
                    <a:pt x="1225956" y="102209"/>
                  </a:lnTo>
                  <a:lnTo>
                    <a:pt x="1228242" y="97637"/>
                  </a:lnTo>
                  <a:lnTo>
                    <a:pt x="1229004" y="96113"/>
                  </a:lnTo>
                  <a:lnTo>
                    <a:pt x="1229004" y="82397"/>
                  </a:lnTo>
                  <a:close/>
                </a:path>
                <a:path w="1481455" h="368300">
                  <a:moveTo>
                    <a:pt x="1265770" y="36576"/>
                  </a:moveTo>
                  <a:lnTo>
                    <a:pt x="1241298" y="36576"/>
                  </a:lnTo>
                  <a:lnTo>
                    <a:pt x="1241298" y="112966"/>
                  </a:lnTo>
                  <a:lnTo>
                    <a:pt x="1265770" y="112966"/>
                  </a:lnTo>
                  <a:lnTo>
                    <a:pt x="1265770" y="36576"/>
                  </a:lnTo>
                  <a:close/>
                </a:path>
                <a:path w="1481455" h="368300">
                  <a:moveTo>
                    <a:pt x="1267294" y="9144"/>
                  </a:moveTo>
                  <a:lnTo>
                    <a:pt x="1264246" y="3048"/>
                  </a:lnTo>
                  <a:lnTo>
                    <a:pt x="1258150" y="0"/>
                  </a:lnTo>
                  <a:lnTo>
                    <a:pt x="1250442" y="0"/>
                  </a:lnTo>
                  <a:lnTo>
                    <a:pt x="1245870" y="1524"/>
                  </a:lnTo>
                  <a:lnTo>
                    <a:pt x="1241298" y="6096"/>
                  </a:lnTo>
                  <a:lnTo>
                    <a:pt x="1239774" y="9144"/>
                  </a:lnTo>
                  <a:lnTo>
                    <a:pt x="1239774" y="16764"/>
                  </a:lnTo>
                  <a:lnTo>
                    <a:pt x="1241298" y="19812"/>
                  </a:lnTo>
                  <a:lnTo>
                    <a:pt x="1244346" y="21336"/>
                  </a:lnTo>
                  <a:lnTo>
                    <a:pt x="1245870" y="24384"/>
                  </a:lnTo>
                  <a:lnTo>
                    <a:pt x="1250442" y="25908"/>
                  </a:lnTo>
                  <a:lnTo>
                    <a:pt x="1258150" y="25908"/>
                  </a:lnTo>
                  <a:lnTo>
                    <a:pt x="1261198" y="24384"/>
                  </a:lnTo>
                  <a:lnTo>
                    <a:pt x="1265770" y="19812"/>
                  </a:lnTo>
                  <a:lnTo>
                    <a:pt x="1267294" y="16764"/>
                  </a:lnTo>
                  <a:lnTo>
                    <a:pt x="1267294" y="9144"/>
                  </a:lnTo>
                  <a:close/>
                </a:path>
                <a:path w="1481455" h="368300">
                  <a:moveTo>
                    <a:pt x="1332826" y="111442"/>
                  </a:moveTo>
                  <a:lnTo>
                    <a:pt x="1328254" y="96113"/>
                  </a:lnTo>
                  <a:lnTo>
                    <a:pt x="1325206" y="96113"/>
                  </a:lnTo>
                  <a:lnTo>
                    <a:pt x="1323682" y="97637"/>
                  </a:lnTo>
                  <a:lnTo>
                    <a:pt x="1319110" y="97637"/>
                  </a:lnTo>
                  <a:lnTo>
                    <a:pt x="1316062" y="94589"/>
                  </a:lnTo>
                  <a:lnTo>
                    <a:pt x="1314538" y="94589"/>
                  </a:lnTo>
                  <a:lnTo>
                    <a:pt x="1314538" y="53441"/>
                  </a:lnTo>
                  <a:lnTo>
                    <a:pt x="1331302" y="53441"/>
                  </a:lnTo>
                  <a:lnTo>
                    <a:pt x="1331302" y="36576"/>
                  </a:lnTo>
                  <a:lnTo>
                    <a:pt x="1314538" y="36576"/>
                  </a:lnTo>
                  <a:lnTo>
                    <a:pt x="1314538" y="10668"/>
                  </a:lnTo>
                  <a:lnTo>
                    <a:pt x="1290053" y="18288"/>
                  </a:lnTo>
                  <a:lnTo>
                    <a:pt x="1290053" y="36576"/>
                  </a:lnTo>
                  <a:lnTo>
                    <a:pt x="1277861" y="36576"/>
                  </a:lnTo>
                  <a:lnTo>
                    <a:pt x="1277861" y="53441"/>
                  </a:lnTo>
                  <a:lnTo>
                    <a:pt x="1290053" y="53441"/>
                  </a:lnTo>
                  <a:lnTo>
                    <a:pt x="1290053" y="97637"/>
                  </a:lnTo>
                  <a:lnTo>
                    <a:pt x="1293101" y="103733"/>
                  </a:lnTo>
                  <a:lnTo>
                    <a:pt x="1297673" y="108305"/>
                  </a:lnTo>
                  <a:lnTo>
                    <a:pt x="1300822" y="112966"/>
                  </a:lnTo>
                  <a:lnTo>
                    <a:pt x="1306918" y="114490"/>
                  </a:lnTo>
                  <a:lnTo>
                    <a:pt x="1322158" y="114490"/>
                  </a:lnTo>
                  <a:lnTo>
                    <a:pt x="1325206" y="112966"/>
                  </a:lnTo>
                  <a:lnTo>
                    <a:pt x="1331302" y="112966"/>
                  </a:lnTo>
                  <a:lnTo>
                    <a:pt x="1332826" y="111442"/>
                  </a:lnTo>
                  <a:close/>
                </a:path>
                <a:path w="1481455" h="368300">
                  <a:moveTo>
                    <a:pt x="1413789" y="71729"/>
                  </a:moveTo>
                  <a:lnTo>
                    <a:pt x="1392631" y="37350"/>
                  </a:lnTo>
                  <a:lnTo>
                    <a:pt x="1390929" y="36906"/>
                  </a:lnTo>
                  <a:lnTo>
                    <a:pt x="1390929" y="56489"/>
                  </a:lnTo>
                  <a:lnTo>
                    <a:pt x="1390929" y="67157"/>
                  </a:lnTo>
                  <a:lnTo>
                    <a:pt x="1363395" y="67157"/>
                  </a:lnTo>
                  <a:lnTo>
                    <a:pt x="1363395" y="61061"/>
                  </a:lnTo>
                  <a:lnTo>
                    <a:pt x="1364919" y="58013"/>
                  </a:lnTo>
                  <a:lnTo>
                    <a:pt x="1371015" y="51917"/>
                  </a:lnTo>
                  <a:lnTo>
                    <a:pt x="1374063" y="50393"/>
                  </a:lnTo>
                  <a:lnTo>
                    <a:pt x="1383309" y="50393"/>
                  </a:lnTo>
                  <a:lnTo>
                    <a:pt x="1386357" y="51917"/>
                  </a:lnTo>
                  <a:lnTo>
                    <a:pt x="1390929" y="56489"/>
                  </a:lnTo>
                  <a:lnTo>
                    <a:pt x="1390929" y="36906"/>
                  </a:lnTo>
                  <a:lnTo>
                    <a:pt x="1386154" y="35636"/>
                  </a:lnTo>
                  <a:lnTo>
                    <a:pt x="1378635" y="35064"/>
                  </a:lnTo>
                  <a:lnTo>
                    <a:pt x="1371231" y="35636"/>
                  </a:lnTo>
                  <a:lnTo>
                    <a:pt x="1371015" y="35636"/>
                  </a:lnTo>
                  <a:lnTo>
                    <a:pt x="1341132" y="67462"/>
                  </a:lnTo>
                  <a:lnTo>
                    <a:pt x="1340535" y="76301"/>
                  </a:lnTo>
                  <a:lnTo>
                    <a:pt x="1341107" y="84874"/>
                  </a:lnTo>
                  <a:lnTo>
                    <a:pt x="1370050" y="113880"/>
                  </a:lnTo>
                  <a:lnTo>
                    <a:pt x="1378635" y="114503"/>
                  </a:lnTo>
                  <a:lnTo>
                    <a:pt x="1386357" y="114503"/>
                  </a:lnTo>
                  <a:lnTo>
                    <a:pt x="1392453" y="112979"/>
                  </a:lnTo>
                  <a:lnTo>
                    <a:pt x="1397025" y="111353"/>
                  </a:lnTo>
                  <a:lnTo>
                    <a:pt x="1403121" y="109829"/>
                  </a:lnTo>
                  <a:lnTo>
                    <a:pt x="1407693" y="106781"/>
                  </a:lnTo>
                  <a:lnTo>
                    <a:pt x="1413789" y="102209"/>
                  </a:lnTo>
                  <a:lnTo>
                    <a:pt x="1410233" y="97637"/>
                  </a:lnTo>
                  <a:lnTo>
                    <a:pt x="1403121" y="88493"/>
                  </a:lnTo>
                  <a:lnTo>
                    <a:pt x="1400073" y="91541"/>
                  </a:lnTo>
                  <a:lnTo>
                    <a:pt x="1395501" y="94589"/>
                  </a:lnTo>
                  <a:lnTo>
                    <a:pt x="1392453" y="96113"/>
                  </a:lnTo>
                  <a:lnTo>
                    <a:pt x="1387881" y="96113"/>
                  </a:lnTo>
                  <a:lnTo>
                    <a:pt x="1384833" y="97637"/>
                  </a:lnTo>
                  <a:lnTo>
                    <a:pt x="1377111" y="97637"/>
                  </a:lnTo>
                  <a:lnTo>
                    <a:pt x="1372539" y="96113"/>
                  </a:lnTo>
                  <a:lnTo>
                    <a:pt x="1363395" y="86969"/>
                  </a:lnTo>
                  <a:lnTo>
                    <a:pt x="1363395" y="80873"/>
                  </a:lnTo>
                  <a:lnTo>
                    <a:pt x="1413789" y="80873"/>
                  </a:lnTo>
                  <a:lnTo>
                    <a:pt x="1413789" y="71729"/>
                  </a:lnTo>
                  <a:close/>
                </a:path>
                <a:path w="1481455" h="368300">
                  <a:moveTo>
                    <a:pt x="1480947" y="82397"/>
                  </a:moveTo>
                  <a:lnTo>
                    <a:pt x="1479423" y="76301"/>
                  </a:lnTo>
                  <a:lnTo>
                    <a:pt x="1471803" y="68681"/>
                  </a:lnTo>
                  <a:lnTo>
                    <a:pt x="1465707" y="65633"/>
                  </a:lnTo>
                  <a:lnTo>
                    <a:pt x="1456461" y="64109"/>
                  </a:lnTo>
                  <a:lnTo>
                    <a:pt x="1451889" y="64109"/>
                  </a:lnTo>
                  <a:lnTo>
                    <a:pt x="1445793" y="61061"/>
                  </a:lnTo>
                  <a:lnTo>
                    <a:pt x="1444269" y="61061"/>
                  </a:lnTo>
                  <a:lnTo>
                    <a:pt x="1444269" y="53441"/>
                  </a:lnTo>
                  <a:lnTo>
                    <a:pt x="1447317" y="53441"/>
                  </a:lnTo>
                  <a:lnTo>
                    <a:pt x="1450365" y="50393"/>
                  </a:lnTo>
                  <a:lnTo>
                    <a:pt x="1456461" y="50393"/>
                  </a:lnTo>
                  <a:lnTo>
                    <a:pt x="1459611" y="51917"/>
                  </a:lnTo>
                  <a:lnTo>
                    <a:pt x="1462659" y="51917"/>
                  </a:lnTo>
                  <a:lnTo>
                    <a:pt x="1471803" y="56489"/>
                  </a:lnTo>
                  <a:lnTo>
                    <a:pt x="1479423" y="41249"/>
                  </a:lnTo>
                  <a:lnTo>
                    <a:pt x="1476375" y="39636"/>
                  </a:lnTo>
                  <a:lnTo>
                    <a:pt x="1471803" y="38112"/>
                  </a:lnTo>
                  <a:lnTo>
                    <a:pt x="1468755" y="36588"/>
                  </a:lnTo>
                  <a:lnTo>
                    <a:pt x="1464183" y="35064"/>
                  </a:lnTo>
                  <a:lnTo>
                    <a:pt x="1445793" y="35064"/>
                  </a:lnTo>
                  <a:lnTo>
                    <a:pt x="1438173" y="36588"/>
                  </a:lnTo>
                  <a:lnTo>
                    <a:pt x="1425981" y="45821"/>
                  </a:lnTo>
                  <a:lnTo>
                    <a:pt x="1422933" y="51917"/>
                  </a:lnTo>
                  <a:lnTo>
                    <a:pt x="1422933" y="67157"/>
                  </a:lnTo>
                  <a:lnTo>
                    <a:pt x="1424457" y="71729"/>
                  </a:lnTo>
                  <a:lnTo>
                    <a:pt x="1429029" y="74777"/>
                  </a:lnTo>
                  <a:lnTo>
                    <a:pt x="1433601" y="79349"/>
                  </a:lnTo>
                  <a:lnTo>
                    <a:pt x="1439697" y="82397"/>
                  </a:lnTo>
                  <a:lnTo>
                    <a:pt x="1450365" y="83921"/>
                  </a:lnTo>
                  <a:lnTo>
                    <a:pt x="1453413" y="85445"/>
                  </a:lnTo>
                  <a:lnTo>
                    <a:pt x="1456461" y="85445"/>
                  </a:lnTo>
                  <a:lnTo>
                    <a:pt x="1459611" y="88493"/>
                  </a:lnTo>
                  <a:lnTo>
                    <a:pt x="1461135" y="88493"/>
                  </a:lnTo>
                  <a:lnTo>
                    <a:pt x="1461135" y="93065"/>
                  </a:lnTo>
                  <a:lnTo>
                    <a:pt x="1458087" y="96113"/>
                  </a:lnTo>
                  <a:lnTo>
                    <a:pt x="1454937" y="97637"/>
                  </a:lnTo>
                  <a:lnTo>
                    <a:pt x="1445793" y="97637"/>
                  </a:lnTo>
                  <a:lnTo>
                    <a:pt x="1441221" y="96113"/>
                  </a:lnTo>
                  <a:lnTo>
                    <a:pt x="1438173" y="96113"/>
                  </a:lnTo>
                  <a:lnTo>
                    <a:pt x="1435125" y="94589"/>
                  </a:lnTo>
                  <a:lnTo>
                    <a:pt x="1432077" y="91541"/>
                  </a:lnTo>
                  <a:lnTo>
                    <a:pt x="1429029" y="90017"/>
                  </a:lnTo>
                  <a:lnTo>
                    <a:pt x="1419885" y="105257"/>
                  </a:lnTo>
                  <a:lnTo>
                    <a:pt x="1429029" y="111455"/>
                  </a:lnTo>
                  <a:lnTo>
                    <a:pt x="1438173" y="114503"/>
                  </a:lnTo>
                  <a:lnTo>
                    <a:pt x="1448841" y="114503"/>
                  </a:lnTo>
                  <a:lnTo>
                    <a:pt x="1456347" y="113944"/>
                  </a:lnTo>
                  <a:lnTo>
                    <a:pt x="1480947" y="96113"/>
                  </a:lnTo>
                  <a:lnTo>
                    <a:pt x="1480947" y="82397"/>
                  </a:lnTo>
                  <a:close/>
                </a:path>
              </a:pathLst>
            </a:custGeom>
            <a:solidFill>
              <a:srgbClr val="232323"/>
            </a:solidFill>
          </p:spPr>
          <p:txBody>
            <a:bodyPr wrap="square" lIns="0" tIns="0" rIns="0" bIns="0" rtlCol="0"/>
            <a:lstStyle/>
            <a:p>
              <a:endParaRPr/>
            </a:p>
          </p:txBody>
        </p:sp>
        <p:pic>
          <p:nvPicPr>
            <p:cNvPr id="136" name="object 136"/>
            <p:cNvPicPr/>
            <p:nvPr/>
          </p:nvPicPr>
          <p:blipFill>
            <a:blip r:embed="rId90" cstate="print"/>
            <a:stretch>
              <a:fillRect/>
            </a:stretch>
          </p:blipFill>
          <p:spPr>
            <a:xfrm>
              <a:off x="1865090" y="8898254"/>
              <a:ext cx="2476500" cy="149542"/>
            </a:xfrm>
            <a:prstGeom prst="rect">
              <a:avLst/>
            </a:prstGeom>
          </p:spPr>
        </p:pic>
        <p:sp>
          <p:nvSpPr>
            <p:cNvPr id="137" name="object 137"/>
            <p:cNvSpPr/>
            <p:nvPr/>
          </p:nvSpPr>
          <p:spPr>
            <a:xfrm>
              <a:off x="1663636" y="9230963"/>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38" name="object 138"/>
            <p:cNvPicPr/>
            <p:nvPr/>
          </p:nvPicPr>
          <p:blipFill>
            <a:blip r:embed="rId91" cstate="print"/>
            <a:stretch>
              <a:fillRect/>
            </a:stretch>
          </p:blipFill>
          <p:spPr>
            <a:xfrm>
              <a:off x="1865185" y="9186577"/>
              <a:ext cx="1880901" cy="148113"/>
            </a:xfrm>
            <a:prstGeom prst="rect">
              <a:avLst/>
            </a:prstGeom>
          </p:spPr>
        </p:pic>
        <p:sp>
          <p:nvSpPr>
            <p:cNvPr id="139" name="object 139"/>
            <p:cNvSpPr/>
            <p:nvPr/>
          </p:nvSpPr>
          <p:spPr>
            <a:xfrm>
              <a:off x="1405604" y="9517856"/>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140" name="object 140"/>
            <p:cNvPicPr/>
            <p:nvPr/>
          </p:nvPicPr>
          <p:blipFill>
            <a:blip r:embed="rId92" cstate="print"/>
            <a:stretch>
              <a:fillRect/>
            </a:stretch>
          </p:blipFill>
          <p:spPr>
            <a:xfrm>
              <a:off x="1596390" y="9472041"/>
              <a:ext cx="342042" cy="115919"/>
            </a:xfrm>
            <a:prstGeom prst="rect">
              <a:avLst/>
            </a:prstGeom>
          </p:spPr>
        </p:pic>
        <p:pic>
          <p:nvPicPr>
            <p:cNvPr id="141" name="object 141"/>
            <p:cNvPicPr/>
            <p:nvPr/>
          </p:nvPicPr>
          <p:blipFill>
            <a:blip r:embed="rId93" cstate="print"/>
            <a:stretch>
              <a:fillRect/>
            </a:stretch>
          </p:blipFill>
          <p:spPr>
            <a:xfrm>
              <a:off x="1991867" y="9476612"/>
              <a:ext cx="114490" cy="109918"/>
            </a:xfrm>
            <a:prstGeom prst="rect">
              <a:avLst/>
            </a:prstGeom>
          </p:spPr>
        </p:pic>
        <p:sp>
          <p:nvSpPr>
            <p:cNvPr id="142" name="object 142"/>
            <p:cNvSpPr/>
            <p:nvPr/>
          </p:nvSpPr>
          <p:spPr>
            <a:xfrm>
              <a:off x="2167413" y="9478136"/>
              <a:ext cx="24765" cy="107314"/>
            </a:xfrm>
            <a:custGeom>
              <a:avLst/>
              <a:gdLst/>
              <a:ahLst/>
              <a:cxnLst/>
              <a:rect l="l" t="t" r="r" b="b"/>
              <a:pathLst>
                <a:path w="24764" h="107315">
                  <a:moveTo>
                    <a:pt x="24479" y="106870"/>
                  </a:moveTo>
                  <a:lnTo>
                    <a:pt x="0" y="106870"/>
                  </a:lnTo>
                  <a:lnTo>
                    <a:pt x="0" y="0"/>
                  </a:lnTo>
                  <a:lnTo>
                    <a:pt x="24479" y="0"/>
                  </a:lnTo>
                  <a:lnTo>
                    <a:pt x="24479" y="106870"/>
                  </a:lnTo>
                  <a:close/>
                </a:path>
              </a:pathLst>
            </a:custGeom>
            <a:solidFill>
              <a:srgbClr val="232323"/>
            </a:solidFill>
          </p:spPr>
          <p:txBody>
            <a:bodyPr wrap="square" lIns="0" tIns="0" rIns="0" bIns="0" rtlCol="0"/>
            <a:lstStyle/>
            <a:p>
              <a:endParaRPr/>
            </a:p>
          </p:txBody>
        </p:sp>
        <p:pic>
          <p:nvPicPr>
            <p:cNvPr id="143" name="object 143"/>
            <p:cNvPicPr/>
            <p:nvPr/>
          </p:nvPicPr>
          <p:blipFill>
            <a:blip r:embed="rId94" cstate="print"/>
            <a:stretch>
              <a:fillRect/>
            </a:stretch>
          </p:blipFill>
          <p:spPr>
            <a:xfrm>
              <a:off x="2214753" y="9472041"/>
              <a:ext cx="323659" cy="114490"/>
            </a:xfrm>
            <a:prstGeom prst="rect">
              <a:avLst/>
            </a:prstGeom>
          </p:spPr>
        </p:pic>
        <p:pic>
          <p:nvPicPr>
            <p:cNvPr id="144" name="object 144"/>
            <p:cNvPicPr/>
            <p:nvPr/>
          </p:nvPicPr>
          <p:blipFill>
            <a:blip r:embed="rId95" cstate="print"/>
            <a:stretch>
              <a:fillRect/>
            </a:stretch>
          </p:blipFill>
          <p:spPr>
            <a:xfrm>
              <a:off x="2558319" y="9472041"/>
              <a:ext cx="395382" cy="114490"/>
            </a:xfrm>
            <a:prstGeom prst="rect">
              <a:avLst/>
            </a:prstGeom>
          </p:spPr>
        </p:pic>
        <p:pic>
          <p:nvPicPr>
            <p:cNvPr id="145" name="object 145"/>
            <p:cNvPicPr/>
            <p:nvPr/>
          </p:nvPicPr>
          <p:blipFill>
            <a:blip r:embed="rId96" cstate="print"/>
            <a:stretch>
              <a:fillRect/>
            </a:stretch>
          </p:blipFill>
          <p:spPr>
            <a:xfrm>
              <a:off x="3008661" y="9476612"/>
              <a:ext cx="377189" cy="143447"/>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8789" y="361187"/>
            <a:ext cx="5765165" cy="9354820"/>
            <a:chOff x="1028789" y="361187"/>
            <a:chExt cx="5765165" cy="9354820"/>
          </a:xfrm>
        </p:grpSpPr>
        <p:pic>
          <p:nvPicPr>
            <p:cNvPr id="3" name="object 3"/>
            <p:cNvPicPr/>
            <p:nvPr/>
          </p:nvPicPr>
          <p:blipFill>
            <a:blip r:embed="rId3" cstate="print"/>
            <a:stretch>
              <a:fillRect/>
            </a:stretch>
          </p:blipFill>
          <p:spPr>
            <a:xfrm>
              <a:off x="1028789" y="367284"/>
              <a:ext cx="5765163" cy="9348215"/>
            </a:xfrm>
            <a:prstGeom prst="rect">
              <a:avLst/>
            </a:prstGeom>
          </p:spPr>
        </p:pic>
        <p:pic>
          <p:nvPicPr>
            <p:cNvPr id="4" name="object 4"/>
            <p:cNvPicPr/>
            <p:nvPr/>
          </p:nvPicPr>
          <p:blipFill>
            <a:blip r:embed="rId4" cstate="print"/>
            <a:stretch>
              <a:fillRect/>
            </a:stretch>
          </p:blipFill>
          <p:spPr>
            <a:xfrm>
              <a:off x="1124712" y="361187"/>
              <a:ext cx="5545836" cy="9354312"/>
            </a:xfrm>
            <a:prstGeom prst="rect">
              <a:avLst/>
            </a:prstGeom>
          </p:spPr>
        </p:pic>
        <p:sp>
          <p:nvSpPr>
            <p:cNvPr id="5" name="object 5"/>
            <p:cNvSpPr/>
            <p:nvPr/>
          </p:nvSpPr>
          <p:spPr>
            <a:xfrm>
              <a:off x="1144524" y="361187"/>
              <a:ext cx="5507990" cy="9354820"/>
            </a:xfrm>
            <a:custGeom>
              <a:avLst/>
              <a:gdLst/>
              <a:ahLst/>
              <a:cxnLst/>
              <a:rect l="l" t="t" r="r" b="b"/>
              <a:pathLst>
                <a:path w="5507990" h="9354820">
                  <a:moveTo>
                    <a:pt x="5507736" y="9354312"/>
                  </a:moveTo>
                  <a:lnTo>
                    <a:pt x="0" y="9354312"/>
                  </a:lnTo>
                  <a:lnTo>
                    <a:pt x="0" y="0"/>
                  </a:lnTo>
                  <a:lnTo>
                    <a:pt x="5507736" y="0"/>
                  </a:lnTo>
                  <a:lnTo>
                    <a:pt x="5507736" y="9354312"/>
                  </a:lnTo>
                  <a:close/>
                </a:path>
              </a:pathLst>
            </a:custGeom>
            <a:solidFill>
              <a:srgbClr val="FFFFFF"/>
            </a:solidFill>
          </p:spPr>
          <p:txBody>
            <a:bodyPr wrap="square" lIns="0" tIns="0" rIns="0" bIns="0" rtlCol="0"/>
            <a:lstStyle/>
            <a:p>
              <a:endParaRPr/>
            </a:p>
          </p:txBody>
        </p:sp>
        <p:sp>
          <p:nvSpPr>
            <p:cNvPr id="6" name="object 6"/>
            <p:cNvSpPr/>
            <p:nvPr/>
          </p:nvSpPr>
          <p:spPr>
            <a:xfrm>
              <a:off x="1663636" y="455961"/>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7" name="object 7"/>
            <p:cNvPicPr/>
            <p:nvPr/>
          </p:nvPicPr>
          <p:blipFill>
            <a:blip r:embed="rId5" cstate="print"/>
            <a:stretch>
              <a:fillRect/>
            </a:stretch>
          </p:blipFill>
          <p:spPr>
            <a:xfrm>
              <a:off x="1865185" y="411670"/>
              <a:ext cx="1169479" cy="148018"/>
            </a:xfrm>
            <a:prstGeom prst="rect">
              <a:avLst/>
            </a:prstGeom>
          </p:spPr>
        </p:pic>
        <p:sp>
          <p:nvSpPr>
            <p:cNvPr id="8" name="object 8"/>
            <p:cNvSpPr/>
            <p:nvPr/>
          </p:nvSpPr>
          <p:spPr>
            <a:xfrm>
              <a:off x="3098768" y="411670"/>
              <a:ext cx="17145" cy="113030"/>
            </a:xfrm>
            <a:custGeom>
              <a:avLst/>
              <a:gdLst/>
              <a:ahLst/>
              <a:cxnLst/>
              <a:rect l="l" t="t" r="r" b="b"/>
              <a:pathLst>
                <a:path w="17144" h="113029">
                  <a:moveTo>
                    <a:pt x="10668" y="18288"/>
                  </a:moveTo>
                  <a:lnTo>
                    <a:pt x="6096" y="18288"/>
                  </a:lnTo>
                  <a:lnTo>
                    <a:pt x="3048" y="15240"/>
                  </a:lnTo>
                  <a:lnTo>
                    <a:pt x="0" y="13716"/>
                  </a:lnTo>
                  <a:lnTo>
                    <a:pt x="0" y="4572"/>
                  </a:lnTo>
                  <a:lnTo>
                    <a:pt x="3048" y="3048"/>
                  </a:lnTo>
                  <a:lnTo>
                    <a:pt x="6096" y="0"/>
                  </a:lnTo>
                  <a:lnTo>
                    <a:pt x="10668" y="0"/>
                  </a:lnTo>
                  <a:lnTo>
                    <a:pt x="13716" y="1524"/>
                  </a:lnTo>
                  <a:lnTo>
                    <a:pt x="16764" y="4572"/>
                  </a:lnTo>
                  <a:lnTo>
                    <a:pt x="16764" y="13716"/>
                  </a:lnTo>
                  <a:lnTo>
                    <a:pt x="13716" y="16764"/>
                  </a:lnTo>
                  <a:lnTo>
                    <a:pt x="10668" y="18288"/>
                  </a:lnTo>
                  <a:close/>
                </a:path>
                <a:path w="17144" h="113029">
                  <a:moveTo>
                    <a:pt x="15240" y="112966"/>
                  </a:moveTo>
                  <a:lnTo>
                    <a:pt x="3048" y="112966"/>
                  </a:lnTo>
                  <a:lnTo>
                    <a:pt x="3048" y="36576"/>
                  </a:lnTo>
                  <a:lnTo>
                    <a:pt x="15240" y="36576"/>
                  </a:lnTo>
                  <a:lnTo>
                    <a:pt x="15240" y="112966"/>
                  </a:lnTo>
                  <a:close/>
                </a:path>
              </a:pathLst>
            </a:custGeom>
            <a:solidFill>
              <a:srgbClr val="232323"/>
            </a:solidFill>
          </p:spPr>
          <p:txBody>
            <a:bodyPr wrap="square" lIns="0" tIns="0" rIns="0" bIns="0" rtlCol="0"/>
            <a:lstStyle/>
            <a:p>
              <a:endParaRPr/>
            </a:p>
          </p:txBody>
        </p:sp>
        <p:pic>
          <p:nvPicPr>
            <p:cNvPr id="9" name="object 9"/>
            <p:cNvPicPr/>
            <p:nvPr/>
          </p:nvPicPr>
          <p:blipFill>
            <a:blip r:embed="rId6" cstate="print"/>
            <a:stretch>
              <a:fillRect/>
            </a:stretch>
          </p:blipFill>
          <p:spPr>
            <a:xfrm>
              <a:off x="3138487" y="425386"/>
              <a:ext cx="256508" cy="100774"/>
            </a:xfrm>
            <a:prstGeom prst="rect">
              <a:avLst/>
            </a:prstGeom>
          </p:spPr>
        </p:pic>
        <p:sp>
          <p:nvSpPr>
            <p:cNvPr id="10" name="object 10"/>
            <p:cNvSpPr/>
            <p:nvPr/>
          </p:nvSpPr>
          <p:spPr>
            <a:xfrm>
              <a:off x="3419373" y="411670"/>
              <a:ext cx="88900" cy="113030"/>
            </a:xfrm>
            <a:custGeom>
              <a:avLst/>
              <a:gdLst/>
              <a:ahLst/>
              <a:cxnLst/>
              <a:rect l="l" t="t" r="r" b="b"/>
              <a:pathLst>
                <a:path w="88900" h="113029">
                  <a:moveTo>
                    <a:pt x="12192" y="12"/>
                  </a:moveTo>
                  <a:lnTo>
                    <a:pt x="0" y="12"/>
                  </a:lnTo>
                  <a:lnTo>
                    <a:pt x="0" y="112979"/>
                  </a:lnTo>
                  <a:lnTo>
                    <a:pt x="12192" y="112979"/>
                  </a:lnTo>
                  <a:lnTo>
                    <a:pt x="12192" y="12"/>
                  </a:lnTo>
                  <a:close/>
                </a:path>
                <a:path w="88900" h="113029">
                  <a:moveTo>
                    <a:pt x="48856" y="12"/>
                  </a:moveTo>
                  <a:lnTo>
                    <a:pt x="36664" y="12"/>
                  </a:lnTo>
                  <a:lnTo>
                    <a:pt x="36664" y="112979"/>
                  </a:lnTo>
                  <a:lnTo>
                    <a:pt x="48856" y="112979"/>
                  </a:lnTo>
                  <a:lnTo>
                    <a:pt x="48856" y="12"/>
                  </a:lnTo>
                  <a:close/>
                </a:path>
                <a:path w="88900" h="113029">
                  <a:moveTo>
                    <a:pt x="85534" y="36576"/>
                  </a:moveTo>
                  <a:lnTo>
                    <a:pt x="73342" y="36576"/>
                  </a:lnTo>
                  <a:lnTo>
                    <a:pt x="73342" y="112966"/>
                  </a:lnTo>
                  <a:lnTo>
                    <a:pt x="85534" y="112966"/>
                  </a:lnTo>
                  <a:lnTo>
                    <a:pt x="85534" y="36576"/>
                  </a:lnTo>
                  <a:close/>
                </a:path>
                <a:path w="88900" h="113029">
                  <a:moveTo>
                    <a:pt x="88671" y="7620"/>
                  </a:moveTo>
                  <a:lnTo>
                    <a:pt x="87147" y="4572"/>
                  </a:lnTo>
                  <a:lnTo>
                    <a:pt x="85534" y="3048"/>
                  </a:lnTo>
                  <a:lnTo>
                    <a:pt x="82486" y="0"/>
                  </a:lnTo>
                  <a:lnTo>
                    <a:pt x="77914" y="0"/>
                  </a:lnTo>
                  <a:lnTo>
                    <a:pt x="74866" y="1524"/>
                  </a:lnTo>
                  <a:lnTo>
                    <a:pt x="71818" y="4572"/>
                  </a:lnTo>
                  <a:lnTo>
                    <a:pt x="70294" y="7620"/>
                  </a:lnTo>
                  <a:lnTo>
                    <a:pt x="70294" y="12192"/>
                  </a:lnTo>
                  <a:lnTo>
                    <a:pt x="74866" y="16764"/>
                  </a:lnTo>
                  <a:lnTo>
                    <a:pt x="77914" y="18288"/>
                  </a:lnTo>
                  <a:lnTo>
                    <a:pt x="82486" y="18288"/>
                  </a:lnTo>
                  <a:lnTo>
                    <a:pt x="85534" y="15240"/>
                  </a:lnTo>
                  <a:lnTo>
                    <a:pt x="87147" y="13716"/>
                  </a:lnTo>
                  <a:lnTo>
                    <a:pt x="88671" y="12192"/>
                  </a:lnTo>
                  <a:lnTo>
                    <a:pt x="88671" y="7620"/>
                  </a:lnTo>
                  <a:close/>
                </a:path>
              </a:pathLst>
            </a:custGeom>
            <a:solidFill>
              <a:srgbClr val="232323"/>
            </a:solidFill>
          </p:spPr>
          <p:txBody>
            <a:bodyPr wrap="square" lIns="0" tIns="0" rIns="0" bIns="0" rtlCol="0"/>
            <a:lstStyle/>
            <a:p>
              <a:endParaRPr/>
            </a:p>
          </p:txBody>
        </p:sp>
        <p:pic>
          <p:nvPicPr>
            <p:cNvPr id="11" name="object 11"/>
            <p:cNvPicPr/>
            <p:nvPr/>
          </p:nvPicPr>
          <p:blipFill>
            <a:blip r:embed="rId7" cstate="print"/>
            <a:stretch>
              <a:fillRect/>
            </a:stretch>
          </p:blipFill>
          <p:spPr>
            <a:xfrm>
              <a:off x="3529393" y="446722"/>
              <a:ext cx="152590" cy="112966"/>
            </a:xfrm>
            <a:prstGeom prst="rect">
              <a:avLst/>
            </a:prstGeom>
          </p:spPr>
        </p:pic>
        <p:pic>
          <p:nvPicPr>
            <p:cNvPr id="12" name="object 12"/>
            <p:cNvPicPr/>
            <p:nvPr/>
          </p:nvPicPr>
          <p:blipFill>
            <a:blip r:embed="rId8" cstate="print"/>
            <a:stretch>
              <a:fillRect/>
            </a:stretch>
          </p:blipFill>
          <p:spPr>
            <a:xfrm>
              <a:off x="3743039" y="416242"/>
              <a:ext cx="161829" cy="109918"/>
            </a:xfrm>
            <a:prstGeom prst="rect">
              <a:avLst/>
            </a:prstGeom>
          </p:spPr>
        </p:pic>
        <p:pic>
          <p:nvPicPr>
            <p:cNvPr id="13" name="object 13"/>
            <p:cNvPicPr/>
            <p:nvPr/>
          </p:nvPicPr>
          <p:blipFill>
            <a:blip r:embed="rId9" cstate="print"/>
            <a:stretch>
              <a:fillRect/>
            </a:stretch>
          </p:blipFill>
          <p:spPr>
            <a:xfrm>
              <a:off x="3924776" y="417766"/>
              <a:ext cx="109918" cy="106870"/>
            </a:xfrm>
            <a:prstGeom prst="rect">
              <a:avLst/>
            </a:prstGeom>
          </p:spPr>
        </p:pic>
        <p:sp>
          <p:nvSpPr>
            <p:cNvPr id="14" name="object 14"/>
            <p:cNvSpPr/>
            <p:nvPr/>
          </p:nvSpPr>
          <p:spPr>
            <a:xfrm>
              <a:off x="1663636" y="742854"/>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5" name="object 15"/>
            <p:cNvPicPr/>
            <p:nvPr/>
          </p:nvPicPr>
          <p:blipFill>
            <a:blip r:embed="rId10" cstate="print"/>
            <a:stretch>
              <a:fillRect/>
            </a:stretch>
          </p:blipFill>
          <p:spPr>
            <a:xfrm>
              <a:off x="1857470" y="701706"/>
              <a:ext cx="169545" cy="109823"/>
            </a:xfrm>
            <a:prstGeom prst="rect">
              <a:avLst/>
            </a:prstGeom>
          </p:spPr>
        </p:pic>
        <p:pic>
          <p:nvPicPr>
            <p:cNvPr id="16" name="object 16"/>
            <p:cNvPicPr/>
            <p:nvPr/>
          </p:nvPicPr>
          <p:blipFill>
            <a:blip r:embed="rId11" cstate="print"/>
            <a:stretch>
              <a:fillRect/>
            </a:stretch>
          </p:blipFill>
          <p:spPr>
            <a:xfrm>
              <a:off x="2046827" y="695515"/>
              <a:ext cx="236696" cy="151066"/>
            </a:xfrm>
            <a:prstGeom prst="rect">
              <a:avLst/>
            </a:prstGeom>
          </p:spPr>
        </p:pic>
        <p:pic>
          <p:nvPicPr>
            <p:cNvPr id="17" name="object 17"/>
            <p:cNvPicPr/>
            <p:nvPr/>
          </p:nvPicPr>
          <p:blipFill>
            <a:blip r:embed="rId12" cstate="print"/>
            <a:stretch>
              <a:fillRect/>
            </a:stretch>
          </p:blipFill>
          <p:spPr>
            <a:xfrm>
              <a:off x="2306383" y="733710"/>
              <a:ext cx="64103" cy="77819"/>
            </a:xfrm>
            <a:prstGeom prst="rect">
              <a:avLst/>
            </a:prstGeom>
          </p:spPr>
        </p:pic>
        <p:pic>
          <p:nvPicPr>
            <p:cNvPr id="18" name="object 18"/>
            <p:cNvPicPr/>
            <p:nvPr/>
          </p:nvPicPr>
          <p:blipFill>
            <a:blip r:embed="rId13" cstate="print"/>
            <a:stretch>
              <a:fillRect/>
            </a:stretch>
          </p:blipFill>
          <p:spPr>
            <a:xfrm>
              <a:off x="2394966" y="698563"/>
              <a:ext cx="67151" cy="111442"/>
            </a:xfrm>
            <a:prstGeom prst="rect">
              <a:avLst/>
            </a:prstGeom>
          </p:spPr>
        </p:pic>
        <p:pic>
          <p:nvPicPr>
            <p:cNvPr id="19" name="object 19"/>
            <p:cNvPicPr/>
            <p:nvPr/>
          </p:nvPicPr>
          <p:blipFill>
            <a:blip r:embed="rId14" cstate="print"/>
            <a:stretch>
              <a:fillRect/>
            </a:stretch>
          </p:blipFill>
          <p:spPr>
            <a:xfrm>
              <a:off x="2485072" y="732186"/>
              <a:ext cx="151066" cy="114395"/>
            </a:xfrm>
            <a:prstGeom prst="rect">
              <a:avLst/>
            </a:prstGeom>
          </p:spPr>
        </p:pic>
        <p:pic>
          <p:nvPicPr>
            <p:cNvPr id="20" name="object 20"/>
            <p:cNvPicPr/>
            <p:nvPr/>
          </p:nvPicPr>
          <p:blipFill>
            <a:blip r:embed="rId15" cstate="print"/>
            <a:stretch>
              <a:fillRect/>
            </a:stretch>
          </p:blipFill>
          <p:spPr>
            <a:xfrm>
              <a:off x="2703385" y="697039"/>
              <a:ext cx="992314" cy="148018"/>
            </a:xfrm>
            <a:prstGeom prst="rect">
              <a:avLst/>
            </a:prstGeom>
          </p:spPr>
        </p:pic>
        <p:sp>
          <p:nvSpPr>
            <p:cNvPr id="21" name="object 21"/>
            <p:cNvSpPr/>
            <p:nvPr/>
          </p:nvSpPr>
          <p:spPr>
            <a:xfrm>
              <a:off x="3759797" y="698563"/>
              <a:ext cx="102870" cy="111760"/>
            </a:xfrm>
            <a:custGeom>
              <a:avLst/>
              <a:gdLst/>
              <a:ahLst/>
              <a:cxnLst/>
              <a:rect l="l" t="t" r="r" b="b"/>
              <a:pathLst>
                <a:path w="102870" h="111759">
                  <a:moveTo>
                    <a:pt x="15341" y="35153"/>
                  </a:moveTo>
                  <a:lnTo>
                    <a:pt x="3149" y="35153"/>
                  </a:lnTo>
                  <a:lnTo>
                    <a:pt x="3149" y="111442"/>
                  </a:lnTo>
                  <a:lnTo>
                    <a:pt x="15341" y="111442"/>
                  </a:lnTo>
                  <a:lnTo>
                    <a:pt x="15341" y="35153"/>
                  </a:lnTo>
                  <a:close/>
                </a:path>
                <a:path w="102870" h="111759">
                  <a:moveTo>
                    <a:pt x="18389" y="6096"/>
                  </a:moveTo>
                  <a:lnTo>
                    <a:pt x="13817" y="1524"/>
                  </a:lnTo>
                  <a:lnTo>
                    <a:pt x="10769" y="0"/>
                  </a:lnTo>
                  <a:lnTo>
                    <a:pt x="6197" y="0"/>
                  </a:lnTo>
                  <a:lnTo>
                    <a:pt x="1625" y="4572"/>
                  </a:lnTo>
                  <a:lnTo>
                    <a:pt x="0" y="6096"/>
                  </a:lnTo>
                  <a:lnTo>
                    <a:pt x="0" y="10668"/>
                  </a:lnTo>
                  <a:lnTo>
                    <a:pt x="1625" y="13716"/>
                  </a:lnTo>
                  <a:lnTo>
                    <a:pt x="4673" y="16764"/>
                  </a:lnTo>
                  <a:lnTo>
                    <a:pt x="13817" y="16764"/>
                  </a:lnTo>
                  <a:lnTo>
                    <a:pt x="16865" y="13716"/>
                  </a:lnTo>
                  <a:lnTo>
                    <a:pt x="18389" y="10668"/>
                  </a:lnTo>
                  <a:lnTo>
                    <a:pt x="18389" y="6096"/>
                  </a:lnTo>
                  <a:close/>
                </a:path>
                <a:path w="102870" h="111759">
                  <a:moveTo>
                    <a:pt x="102400" y="54965"/>
                  </a:moveTo>
                  <a:lnTo>
                    <a:pt x="100876" y="47345"/>
                  </a:lnTo>
                  <a:lnTo>
                    <a:pt x="98590" y="44297"/>
                  </a:lnTo>
                  <a:lnTo>
                    <a:pt x="96304" y="41249"/>
                  </a:lnTo>
                  <a:lnTo>
                    <a:pt x="91732" y="36677"/>
                  </a:lnTo>
                  <a:lnTo>
                    <a:pt x="85636" y="33629"/>
                  </a:lnTo>
                  <a:lnTo>
                    <a:pt x="71920" y="33629"/>
                  </a:lnTo>
                  <a:lnTo>
                    <a:pt x="62776" y="36677"/>
                  </a:lnTo>
                  <a:lnTo>
                    <a:pt x="58204" y="39725"/>
                  </a:lnTo>
                  <a:lnTo>
                    <a:pt x="55156" y="42773"/>
                  </a:lnTo>
                  <a:lnTo>
                    <a:pt x="52006" y="48869"/>
                  </a:lnTo>
                  <a:lnTo>
                    <a:pt x="52006" y="35153"/>
                  </a:lnTo>
                  <a:lnTo>
                    <a:pt x="39814" y="35153"/>
                  </a:lnTo>
                  <a:lnTo>
                    <a:pt x="39814" y="111455"/>
                  </a:lnTo>
                  <a:lnTo>
                    <a:pt x="52006" y="111455"/>
                  </a:lnTo>
                  <a:lnTo>
                    <a:pt x="52006" y="61061"/>
                  </a:lnTo>
                  <a:lnTo>
                    <a:pt x="53530" y="54965"/>
                  </a:lnTo>
                  <a:lnTo>
                    <a:pt x="58204" y="50393"/>
                  </a:lnTo>
                  <a:lnTo>
                    <a:pt x="59728" y="48869"/>
                  </a:lnTo>
                  <a:lnTo>
                    <a:pt x="62776" y="45821"/>
                  </a:lnTo>
                  <a:lnTo>
                    <a:pt x="67348" y="44297"/>
                  </a:lnTo>
                  <a:lnTo>
                    <a:pt x="79540" y="44297"/>
                  </a:lnTo>
                  <a:lnTo>
                    <a:pt x="84112" y="45821"/>
                  </a:lnTo>
                  <a:lnTo>
                    <a:pt x="87160" y="50393"/>
                  </a:lnTo>
                  <a:lnTo>
                    <a:pt x="88684" y="53441"/>
                  </a:lnTo>
                  <a:lnTo>
                    <a:pt x="90208" y="59537"/>
                  </a:lnTo>
                  <a:lnTo>
                    <a:pt x="90208" y="111455"/>
                  </a:lnTo>
                  <a:lnTo>
                    <a:pt x="102400" y="111455"/>
                  </a:lnTo>
                  <a:lnTo>
                    <a:pt x="102400" y="54965"/>
                  </a:lnTo>
                  <a:close/>
                </a:path>
              </a:pathLst>
            </a:custGeom>
            <a:solidFill>
              <a:srgbClr val="232323"/>
            </a:solidFill>
          </p:spPr>
          <p:txBody>
            <a:bodyPr wrap="square" lIns="0" tIns="0" rIns="0" bIns="0" rtlCol="0"/>
            <a:lstStyle/>
            <a:p>
              <a:endParaRPr/>
            </a:p>
          </p:txBody>
        </p:sp>
        <p:pic>
          <p:nvPicPr>
            <p:cNvPr id="22" name="object 22"/>
            <p:cNvPicPr/>
            <p:nvPr/>
          </p:nvPicPr>
          <p:blipFill>
            <a:blip r:embed="rId16" cstate="print"/>
            <a:stretch>
              <a:fillRect/>
            </a:stretch>
          </p:blipFill>
          <p:spPr>
            <a:xfrm>
              <a:off x="3883532" y="698468"/>
              <a:ext cx="181736" cy="113061"/>
            </a:xfrm>
            <a:prstGeom prst="rect">
              <a:avLst/>
            </a:prstGeom>
          </p:spPr>
        </p:pic>
        <p:sp>
          <p:nvSpPr>
            <p:cNvPr id="23" name="object 23"/>
            <p:cNvSpPr/>
            <p:nvPr/>
          </p:nvSpPr>
          <p:spPr>
            <a:xfrm>
              <a:off x="4089653" y="697039"/>
              <a:ext cx="12700" cy="113030"/>
            </a:xfrm>
            <a:custGeom>
              <a:avLst/>
              <a:gdLst/>
              <a:ahLst/>
              <a:cxnLst/>
              <a:rect l="l" t="t" r="r" b="b"/>
              <a:pathLst>
                <a:path w="12700" h="113029">
                  <a:moveTo>
                    <a:pt x="12192" y="112966"/>
                  </a:moveTo>
                  <a:lnTo>
                    <a:pt x="0" y="112966"/>
                  </a:lnTo>
                  <a:lnTo>
                    <a:pt x="0" y="0"/>
                  </a:lnTo>
                  <a:lnTo>
                    <a:pt x="12192" y="0"/>
                  </a:lnTo>
                  <a:lnTo>
                    <a:pt x="12192" y="112966"/>
                  </a:lnTo>
                  <a:close/>
                </a:path>
              </a:pathLst>
            </a:custGeom>
            <a:solidFill>
              <a:srgbClr val="232323"/>
            </a:solidFill>
          </p:spPr>
          <p:txBody>
            <a:bodyPr wrap="square" lIns="0" tIns="0" rIns="0" bIns="0" rtlCol="0"/>
            <a:lstStyle/>
            <a:p>
              <a:endParaRPr/>
            </a:p>
          </p:txBody>
        </p:sp>
        <p:pic>
          <p:nvPicPr>
            <p:cNvPr id="24" name="object 24"/>
            <p:cNvPicPr/>
            <p:nvPr/>
          </p:nvPicPr>
          <p:blipFill>
            <a:blip r:embed="rId17" cstate="print"/>
            <a:stretch>
              <a:fillRect/>
            </a:stretch>
          </p:blipFill>
          <p:spPr>
            <a:xfrm>
              <a:off x="4161377" y="710755"/>
              <a:ext cx="264128" cy="100774"/>
            </a:xfrm>
            <a:prstGeom prst="rect">
              <a:avLst/>
            </a:prstGeom>
          </p:spPr>
        </p:pic>
        <p:pic>
          <p:nvPicPr>
            <p:cNvPr id="25" name="object 25"/>
            <p:cNvPicPr/>
            <p:nvPr/>
          </p:nvPicPr>
          <p:blipFill>
            <a:blip r:embed="rId18" cstate="print"/>
            <a:stretch>
              <a:fillRect/>
            </a:stretch>
          </p:blipFill>
          <p:spPr>
            <a:xfrm>
              <a:off x="4451508" y="732186"/>
              <a:ext cx="70199" cy="112871"/>
            </a:xfrm>
            <a:prstGeom prst="rect">
              <a:avLst/>
            </a:prstGeom>
          </p:spPr>
        </p:pic>
        <p:sp>
          <p:nvSpPr>
            <p:cNvPr id="26" name="object 26"/>
            <p:cNvSpPr/>
            <p:nvPr/>
          </p:nvSpPr>
          <p:spPr>
            <a:xfrm>
              <a:off x="1663636" y="1028223"/>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27" name="object 27"/>
            <p:cNvPicPr/>
            <p:nvPr/>
          </p:nvPicPr>
          <p:blipFill>
            <a:blip r:embed="rId19" cstate="print"/>
            <a:stretch>
              <a:fillRect/>
            </a:stretch>
          </p:blipFill>
          <p:spPr>
            <a:xfrm>
              <a:off x="1852898" y="990028"/>
              <a:ext cx="178688" cy="141922"/>
            </a:xfrm>
            <a:prstGeom prst="rect">
              <a:avLst/>
            </a:prstGeom>
          </p:spPr>
        </p:pic>
        <p:pic>
          <p:nvPicPr>
            <p:cNvPr id="28" name="object 28"/>
            <p:cNvPicPr/>
            <p:nvPr/>
          </p:nvPicPr>
          <p:blipFill>
            <a:blip r:embed="rId20" cstate="print"/>
            <a:stretch>
              <a:fillRect/>
            </a:stretch>
          </p:blipFill>
          <p:spPr>
            <a:xfrm>
              <a:off x="2051303" y="1019079"/>
              <a:ext cx="70294" cy="112871"/>
            </a:xfrm>
            <a:prstGeom prst="rect">
              <a:avLst/>
            </a:prstGeom>
          </p:spPr>
        </p:pic>
        <p:pic>
          <p:nvPicPr>
            <p:cNvPr id="29" name="object 29"/>
            <p:cNvPicPr/>
            <p:nvPr/>
          </p:nvPicPr>
          <p:blipFill>
            <a:blip r:embed="rId21" cstate="print"/>
            <a:stretch>
              <a:fillRect/>
            </a:stretch>
          </p:blipFill>
          <p:spPr>
            <a:xfrm>
              <a:off x="2141505" y="983932"/>
              <a:ext cx="125158" cy="148018"/>
            </a:xfrm>
            <a:prstGeom prst="rect">
              <a:avLst/>
            </a:prstGeom>
          </p:spPr>
        </p:pic>
        <p:pic>
          <p:nvPicPr>
            <p:cNvPr id="30" name="object 30"/>
            <p:cNvPicPr/>
            <p:nvPr/>
          </p:nvPicPr>
          <p:blipFill>
            <a:blip r:embed="rId22" cstate="print"/>
            <a:stretch>
              <a:fillRect/>
            </a:stretch>
          </p:blipFill>
          <p:spPr>
            <a:xfrm>
              <a:off x="2289619" y="1019079"/>
              <a:ext cx="151161" cy="112871"/>
            </a:xfrm>
            <a:prstGeom prst="rect">
              <a:avLst/>
            </a:prstGeom>
          </p:spPr>
        </p:pic>
        <p:sp>
          <p:nvSpPr>
            <p:cNvPr id="31" name="object 31"/>
            <p:cNvSpPr/>
            <p:nvPr/>
          </p:nvSpPr>
          <p:spPr>
            <a:xfrm>
              <a:off x="2506408" y="983932"/>
              <a:ext cx="12700" cy="113030"/>
            </a:xfrm>
            <a:custGeom>
              <a:avLst/>
              <a:gdLst/>
              <a:ahLst/>
              <a:cxnLst/>
              <a:rect l="l" t="t" r="r" b="b"/>
              <a:pathLst>
                <a:path w="12700" h="113030">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32" name="object 32"/>
            <p:cNvPicPr/>
            <p:nvPr/>
          </p:nvPicPr>
          <p:blipFill>
            <a:blip r:embed="rId23" cstate="print"/>
            <a:stretch>
              <a:fillRect/>
            </a:stretch>
          </p:blipFill>
          <p:spPr>
            <a:xfrm>
              <a:off x="2541460" y="983932"/>
              <a:ext cx="355758" cy="114490"/>
            </a:xfrm>
            <a:prstGeom prst="rect">
              <a:avLst/>
            </a:prstGeom>
          </p:spPr>
        </p:pic>
        <p:pic>
          <p:nvPicPr>
            <p:cNvPr id="33" name="object 33"/>
            <p:cNvPicPr/>
            <p:nvPr/>
          </p:nvPicPr>
          <p:blipFill>
            <a:blip r:embed="rId24" cstate="print"/>
            <a:stretch>
              <a:fillRect/>
            </a:stretch>
          </p:blipFill>
          <p:spPr>
            <a:xfrm>
              <a:off x="2920174" y="1019079"/>
              <a:ext cx="151161" cy="112871"/>
            </a:xfrm>
            <a:prstGeom prst="rect">
              <a:avLst/>
            </a:prstGeom>
          </p:spPr>
        </p:pic>
        <p:sp>
          <p:nvSpPr>
            <p:cNvPr id="34" name="object 34"/>
            <p:cNvSpPr/>
            <p:nvPr/>
          </p:nvSpPr>
          <p:spPr>
            <a:xfrm>
              <a:off x="1405604" y="1315116"/>
              <a:ext cx="38735" cy="36830"/>
            </a:xfrm>
            <a:custGeom>
              <a:avLst/>
              <a:gdLst/>
              <a:ahLst/>
              <a:cxnLst/>
              <a:rect l="l" t="t" r="r" b="b"/>
              <a:pathLst>
                <a:path w="38734" h="36830">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35" name="object 35"/>
            <p:cNvPicPr/>
            <p:nvPr/>
          </p:nvPicPr>
          <p:blipFill>
            <a:blip r:embed="rId25" cstate="print"/>
            <a:stretch>
              <a:fillRect/>
            </a:stretch>
          </p:blipFill>
          <p:spPr>
            <a:xfrm>
              <a:off x="1596390" y="1269301"/>
              <a:ext cx="342042" cy="114490"/>
            </a:xfrm>
            <a:prstGeom prst="rect">
              <a:avLst/>
            </a:prstGeom>
          </p:spPr>
        </p:pic>
        <p:pic>
          <p:nvPicPr>
            <p:cNvPr id="36" name="object 36"/>
            <p:cNvPicPr/>
            <p:nvPr/>
          </p:nvPicPr>
          <p:blipFill>
            <a:blip r:embed="rId26" cstate="print"/>
            <a:stretch>
              <a:fillRect/>
            </a:stretch>
          </p:blipFill>
          <p:spPr>
            <a:xfrm>
              <a:off x="1990344" y="1275397"/>
              <a:ext cx="116014" cy="108394"/>
            </a:xfrm>
            <a:prstGeom prst="rect">
              <a:avLst/>
            </a:prstGeom>
          </p:spPr>
        </p:pic>
        <p:pic>
          <p:nvPicPr>
            <p:cNvPr id="37" name="object 37"/>
            <p:cNvPicPr/>
            <p:nvPr/>
          </p:nvPicPr>
          <p:blipFill>
            <a:blip r:embed="rId27" cstate="print"/>
            <a:stretch>
              <a:fillRect/>
            </a:stretch>
          </p:blipFill>
          <p:spPr>
            <a:xfrm>
              <a:off x="2167413" y="1275397"/>
              <a:ext cx="348138" cy="108394"/>
            </a:xfrm>
            <a:prstGeom prst="rect">
              <a:avLst/>
            </a:prstGeom>
          </p:spPr>
        </p:pic>
        <p:sp>
          <p:nvSpPr>
            <p:cNvPr id="38" name="object 38"/>
            <p:cNvSpPr/>
            <p:nvPr/>
          </p:nvSpPr>
          <p:spPr>
            <a:xfrm>
              <a:off x="2538412" y="1275397"/>
              <a:ext cx="23495" cy="107314"/>
            </a:xfrm>
            <a:custGeom>
              <a:avLst/>
              <a:gdLst/>
              <a:ahLst/>
              <a:cxnLst/>
              <a:rect l="l" t="t" r="r" b="b"/>
              <a:pathLst>
                <a:path w="23494" h="107315">
                  <a:moveTo>
                    <a:pt x="22955" y="106870"/>
                  </a:moveTo>
                  <a:lnTo>
                    <a:pt x="0" y="106870"/>
                  </a:lnTo>
                  <a:lnTo>
                    <a:pt x="0" y="0"/>
                  </a:lnTo>
                  <a:lnTo>
                    <a:pt x="22955" y="0"/>
                  </a:lnTo>
                  <a:lnTo>
                    <a:pt x="22955" y="106870"/>
                  </a:lnTo>
                  <a:close/>
                </a:path>
              </a:pathLst>
            </a:custGeom>
            <a:solidFill>
              <a:srgbClr val="232323"/>
            </a:solidFill>
          </p:spPr>
          <p:txBody>
            <a:bodyPr wrap="square" lIns="0" tIns="0" rIns="0" bIns="0" rtlCol="0"/>
            <a:lstStyle/>
            <a:p>
              <a:endParaRPr/>
            </a:p>
          </p:txBody>
        </p:sp>
        <p:pic>
          <p:nvPicPr>
            <p:cNvPr id="39" name="object 39"/>
            <p:cNvPicPr/>
            <p:nvPr/>
          </p:nvPicPr>
          <p:blipFill>
            <a:blip r:embed="rId28" cstate="print"/>
            <a:stretch>
              <a:fillRect/>
            </a:stretch>
          </p:blipFill>
          <p:spPr>
            <a:xfrm>
              <a:off x="2584227" y="1269301"/>
              <a:ext cx="323659" cy="114490"/>
            </a:xfrm>
            <a:prstGeom prst="rect">
              <a:avLst/>
            </a:prstGeom>
          </p:spPr>
        </p:pic>
        <p:pic>
          <p:nvPicPr>
            <p:cNvPr id="40" name="object 40"/>
            <p:cNvPicPr/>
            <p:nvPr/>
          </p:nvPicPr>
          <p:blipFill>
            <a:blip r:embed="rId29" cstate="print"/>
            <a:stretch>
              <a:fillRect/>
            </a:stretch>
          </p:blipFill>
          <p:spPr>
            <a:xfrm>
              <a:off x="2927794" y="1269301"/>
              <a:ext cx="395382" cy="114490"/>
            </a:xfrm>
            <a:prstGeom prst="rect">
              <a:avLst/>
            </a:prstGeom>
          </p:spPr>
        </p:pic>
        <p:pic>
          <p:nvPicPr>
            <p:cNvPr id="41" name="object 41"/>
            <p:cNvPicPr/>
            <p:nvPr/>
          </p:nvPicPr>
          <p:blipFill>
            <a:blip r:embed="rId30" cstate="print"/>
            <a:stretch>
              <a:fillRect/>
            </a:stretch>
          </p:blipFill>
          <p:spPr>
            <a:xfrm>
              <a:off x="3376707" y="1269301"/>
              <a:ext cx="369379" cy="114490"/>
            </a:xfrm>
            <a:prstGeom prst="rect">
              <a:avLst/>
            </a:prstGeom>
          </p:spPr>
        </p:pic>
        <p:sp>
          <p:nvSpPr>
            <p:cNvPr id="42" name="object 42"/>
            <p:cNvSpPr/>
            <p:nvPr/>
          </p:nvSpPr>
          <p:spPr>
            <a:xfrm>
              <a:off x="1663636" y="1600580"/>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43" name="object 43"/>
            <p:cNvPicPr/>
            <p:nvPr/>
          </p:nvPicPr>
          <p:blipFill>
            <a:blip r:embed="rId31" cstate="print"/>
            <a:stretch>
              <a:fillRect/>
            </a:stretch>
          </p:blipFill>
          <p:spPr>
            <a:xfrm>
              <a:off x="1855946" y="1556289"/>
              <a:ext cx="2513075" cy="148018"/>
            </a:xfrm>
            <a:prstGeom prst="rect">
              <a:avLst/>
            </a:prstGeom>
          </p:spPr>
        </p:pic>
        <p:sp>
          <p:nvSpPr>
            <p:cNvPr id="44" name="object 44"/>
            <p:cNvSpPr/>
            <p:nvPr/>
          </p:nvSpPr>
          <p:spPr>
            <a:xfrm>
              <a:off x="1663636" y="1887473"/>
              <a:ext cx="38100" cy="36830"/>
            </a:xfrm>
            <a:custGeom>
              <a:avLst/>
              <a:gdLst/>
              <a:ahLst/>
              <a:cxnLst/>
              <a:rect l="l" t="t" r="r" b="b"/>
              <a:pathLst>
                <a:path w="38100" h="36830">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45" name="object 45"/>
            <p:cNvPicPr/>
            <p:nvPr/>
          </p:nvPicPr>
          <p:blipFill>
            <a:blip r:embed="rId32" cstate="print"/>
            <a:stretch>
              <a:fillRect/>
            </a:stretch>
          </p:blipFill>
          <p:spPr>
            <a:xfrm>
              <a:off x="1857470" y="1846230"/>
              <a:ext cx="87058" cy="109823"/>
            </a:xfrm>
            <a:prstGeom prst="rect">
              <a:avLst/>
            </a:prstGeom>
          </p:spPr>
        </p:pic>
        <p:pic>
          <p:nvPicPr>
            <p:cNvPr id="46" name="object 46"/>
            <p:cNvPicPr/>
            <p:nvPr/>
          </p:nvPicPr>
          <p:blipFill>
            <a:blip r:embed="rId33" cstate="print"/>
            <a:stretch>
              <a:fillRect/>
            </a:stretch>
          </p:blipFill>
          <p:spPr>
            <a:xfrm>
              <a:off x="1967484" y="1847754"/>
              <a:ext cx="80867" cy="108299"/>
            </a:xfrm>
            <a:prstGeom prst="rect">
              <a:avLst/>
            </a:prstGeom>
          </p:spPr>
        </p:pic>
        <p:sp>
          <p:nvSpPr>
            <p:cNvPr id="47" name="object 47"/>
            <p:cNvSpPr/>
            <p:nvPr/>
          </p:nvSpPr>
          <p:spPr>
            <a:xfrm>
              <a:off x="2074341" y="1847760"/>
              <a:ext cx="134620" cy="108585"/>
            </a:xfrm>
            <a:custGeom>
              <a:avLst/>
              <a:gdLst/>
              <a:ahLst/>
              <a:cxnLst/>
              <a:rect l="l" t="t" r="r" b="b"/>
              <a:pathLst>
                <a:path w="134619" h="108585">
                  <a:moveTo>
                    <a:pt x="12192" y="0"/>
                  </a:moveTo>
                  <a:lnTo>
                    <a:pt x="0" y="0"/>
                  </a:lnTo>
                  <a:lnTo>
                    <a:pt x="0" y="106768"/>
                  </a:lnTo>
                  <a:lnTo>
                    <a:pt x="12192" y="106768"/>
                  </a:lnTo>
                  <a:lnTo>
                    <a:pt x="12192" y="0"/>
                  </a:lnTo>
                  <a:close/>
                </a:path>
                <a:path w="134619" h="108585">
                  <a:moveTo>
                    <a:pt x="134315" y="48768"/>
                  </a:moveTo>
                  <a:lnTo>
                    <a:pt x="132791" y="41148"/>
                  </a:lnTo>
                  <a:lnTo>
                    <a:pt x="131267" y="39624"/>
                  </a:lnTo>
                  <a:lnTo>
                    <a:pt x="123647" y="32004"/>
                  </a:lnTo>
                  <a:lnTo>
                    <a:pt x="116027" y="28956"/>
                  </a:lnTo>
                  <a:lnTo>
                    <a:pt x="100685" y="28956"/>
                  </a:lnTo>
                  <a:lnTo>
                    <a:pt x="91541" y="32004"/>
                  </a:lnTo>
                  <a:lnTo>
                    <a:pt x="85445" y="33528"/>
                  </a:lnTo>
                  <a:lnTo>
                    <a:pt x="80873" y="36576"/>
                  </a:lnTo>
                  <a:lnTo>
                    <a:pt x="77825" y="41148"/>
                  </a:lnTo>
                  <a:lnTo>
                    <a:pt x="83921" y="48768"/>
                  </a:lnTo>
                  <a:lnTo>
                    <a:pt x="86969" y="45720"/>
                  </a:lnTo>
                  <a:lnTo>
                    <a:pt x="91541" y="42672"/>
                  </a:lnTo>
                  <a:lnTo>
                    <a:pt x="97637" y="39624"/>
                  </a:lnTo>
                  <a:lnTo>
                    <a:pt x="111455" y="39624"/>
                  </a:lnTo>
                  <a:lnTo>
                    <a:pt x="117551" y="42672"/>
                  </a:lnTo>
                  <a:lnTo>
                    <a:pt x="120599" y="45720"/>
                  </a:lnTo>
                  <a:lnTo>
                    <a:pt x="122123" y="50292"/>
                  </a:lnTo>
                  <a:lnTo>
                    <a:pt x="122123" y="59436"/>
                  </a:lnTo>
                  <a:lnTo>
                    <a:pt x="122123" y="68668"/>
                  </a:lnTo>
                  <a:lnTo>
                    <a:pt x="122123" y="82384"/>
                  </a:lnTo>
                  <a:lnTo>
                    <a:pt x="120599" y="88480"/>
                  </a:lnTo>
                  <a:lnTo>
                    <a:pt x="116027" y="93052"/>
                  </a:lnTo>
                  <a:lnTo>
                    <a:pt x="112979" y="97624"/>
                  </a:lnTo>
                  <a:lnTo>
                    <a:pt x="106883" y="99148"/>
                  </a:lnTo>
                  <a:lnTo>
                    <a:pt x="97637" y="99148"/>
                  </a:lnTo>
                  <a:lnTo>
                    <a:pt x="91541" y="96100"/>
                  </a:lnTo>
                  <a:lnTo>
                    <a:pt x="88493" y="93052"/>
                  </a:lnTo>
                  <a:lnTo>
                    <a:pt x="86969" y="90004"/>
                  </a:lnTo>
                  <a:lnTo>
                    <a:pt x="86969" y="80860"/>
                  </a:lnTo>
                  <a:lnTo>
                    <a:pt x="88493" y="77812"/>
                  </a:lnTo>
                  <a:lnTo>
                    <a:pt x="91541" y="74764"/>
                  </a:lnTo>
                  <a:lnTo>
                    <a:pt x="94589" y="73240"/>
                  </a:lnTo>
                  <a:lnTo>
                    <a:pt x="99161" y="71716"/>
                  </a:lnTo>
                  <a:lnTo>
                    <a:pt x="103835" y="71716"/>
                  </a:lnTo>
                  <a:lnTo>
                    <a:pt x="122123" y="68668"/>
                  </a:lnTo>
                  <a:lnTo>
                    <a:pt x="122123" y="59436"/>
                  </a:lnTo>
                  <a:lnTo>
                    <a:pt x="100685" y="60960"/>
                  </a:lnTo>
                  <a:lnTo>
                    <a:pt x="93065" y="62484"/>
                  </a:lnTo>
                  <a:lnTo>
                    <a:pt x="86969" y="65620"/>
                  </a:lnTo>
                  <a:lnTo>
                    <a:pt x="77825" y="74764"/>
                  </a:lnTo>
                  <a:lnTo>
                    <a:pt x="74777" y="79336"/>
                  </a:lnTo>
                  <a:lnTo>
                    <a:pt x="74777" y="93052"/>
                  </a:lnTo>
                  <a:lnTo>
                    <a:pt x="77825" y="99148"/>
                  </a:lnTo>
                  <a:lnTo>
                    <a:pt x="82397" y="102196"/>
                  </a:lnTo>
                  <a:lnTo>
                    <a:pt x="85445" y="106768"/>
                  </a:lnTo>
                  <a:lnTo>
                    <a:pt x="91541" y="108292"/>
                  </a:lnTo>
                  <a:lnTo>
                    <a:pt x="108407" y="108292"/>
                  </a:lnTo>
                  <a:lnTo>
                    <a:pt x="112979" y="105244"/>
                  </a:lnTo>
                  <a:lnTo>
                    <a:pt x="116027" y="103720"/>
                  </a:lnTo>
                  <a:lnTo>
                    <a:pt x="119075" y="99148"/>
                  </a:lnTo>
                  <a:lnTo>
                    <a:pt x="122123" y="94576"/>
                  </a:lnTo>
                  <a:lnTo>
                    <a:pt x="122123" y="106768"/>
                  </a:lnTo>
                  <a:lnTo>
                    <a:pt x="134315" y="106768"/>
                  </a:lnTo>
                  <a:lnTo>
                    <a:pt x="134315" y="94576"/>
                  </a:lnTo>
                  <a:lnTo>
                    <a:pt x="134315" y="68668"/>
                  </a:lnTo>
                  <a:lnTo>
                    <a:pt x="134315" y="48768"/>
                  </a:lnTo>
                  <a:close/>
                </a:path>
              </a:pathLst>
            </a:custGeom>
            <a:solidFill>
              <a:srgbClr val="232323"/>
            </a:solidFill>
          </p:spPr>
          <p:txBody>
            <a:bodyPr wrap="square" lIns="0" tIns="0" rIns="0" bIns="0" rtlCol="0"/>
            <a:lstStyle/>
            <a:p>
              <a:endParaRPr/>
            </a:p>
          </p:txBody>
        </p:sp>
        <p:pic>
          <p:nvPicPr>
            <p:cNvPr id="48" name="object 48"/>
            <p:cNvPicPr/>
            <p:nvPr/>
          </p:nvPicPr>
          <p:blipFill>
            <a:blip r:embed="rId34" cstate="print"/>
            <a:stretch>
              <a:fillRect/>
            </a:stretch>
          </p:blipFill>
          <p:spPr>
            <a:xfrm>
              <a:off x="2233136" y="1841563"/>
              <a:ext cx="151066" cy="114490"/>
            </a:xfrm>
            <a:prstGeom prst="rect">
              <a:avLst/>
            </a:prstGeom>
          </p:spPr>
        </p:pic>
        <p:pic>
          <p:nvPicPr>
            <p:cNvPr id="49" name="object 49"/>
            <p:cNvPicPr/>
            <p:nvPr/>
          </p:nvPicPr>
          <p:blipFill>
            <a:blip r:embed="rId35" cstate="print"/>
            <a:stretch>
              <a:fillRect/>
            </a:stretch>
          </p:blipFill>
          <p:spPr>
            <a:xfrm>
              <a:off x="2445353" y="1846230"/>
              <a:ext cx="82391" cy="109823"/>
            </a:xfrm>
            <a:prstGeom prst="rect">
              <a:avLst/>
            </a:prstGeom>
          </p:spPr>
        </p:pic>
        <p:sp>
          <p:nvSpPr>
            <p:cNvPr id="50" name="object 50"/>
            <p:cNvSpPr/>
            <p:nvPr/>
          </p:nvSpPr>
          <p:spPr>
            <a:xfrm>
              <a:off x="2547645" y="1847849"/>
              <a:ext cx="55244" cy="106680"/>
            </a:xfrm>
            <a:custGeom>
              <a:avLst/>
              <a:gdLst/>
              <a:ahLst/>
              <a:cxnLst/>
              <a:rect l="l" t="t" r="r" b="b"/>
              <a:pathLst>
                <a:path w="55244" h="106680">
                  <a:moveTo>
                    <a:pt x="54952" y="96520"/>
                  </a:moveTo>
                  <a:lnTo>
                    <a:pt x="12192" y="96520"/>
                  </a:lnTo>
                  <a:lnTo>
                    <a:pt x="12192" y="0"/>
                  </a:lnTo>
                  <a:lnTo>
                    <a:pt x="0" y="0"/>
                  </a:lnTo>
                  <a:lnTo>
                    <a:pt x="0" y="96520"/>
                  </a:lnTo>
                  <a:lnTo>
                    <a:pt x="0" y="106680"/>
                  </a:lnTo>
                  <a:lnTo>
                    <a:pt x="54952" y="106680"/>
                  </a:lnTo>
                  <a:lnTo>
                    <a:pt x="54952" y="96520"/>
                  </a:lnTo>
                  <a:close/>
                </a:path>
              </a:pathLst>
            </a:custGeom>
            <a:solidFill>
              <a:srgbClr val="232323"/>
            </a:solidFill>
          </p:spPr>
          <p:txBody>
            <a:bodyPr wrap="square" lIns="0" tIns="0" rIns="0" bIns="0" rtlCol="0"/>
            <a:lstStyle/>
            <a:p>
              <a:endParaRPr/>
            </a:p>
          </p:txBody>
        </p:sp>
        <p:pic>
          <p:nvPicPr>
            <p:cNvPr id="51" name="object 51"/>
            <p:cNvPicPr/>
            <p:nvPr/>
          </p:nvPicPr>
          <p:blipFill>
            <a:blip r:embed="rId36" cstate="print"/>
            <a:stretch>
              <a:fillRect/>
            </a:stretch>
          </p:blipFill>
          <p:spPr>
            <a:xfrm>
              <a:off x="2619375" y="1840039"/>
              <a:ext cx="1029080" cy="151161"/>
            </a:xfrm>
            <a:prstGeom prst="rect">
              <a:avLst/>
            </a:prstGeom>
          </p:spPr>
        </p:pic>
        <p:sp>
          <p:nvSpPr>
            <p:cNvPr id="52" name="object 52"/>
            <p:cNvSpPr/>
            <p:nvPr/>
          </p:nvSpPr>
          <p:spPr>
            <a:xfrm>
              <a:off x="1663636" y="2172842"/>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53" name="object 53"/>
            <p:cNvPicPr/>
            <p:nvPr/>
          </p:nvPicPr>
          <p:blipFill>
            <a:blip r:embed="rId37" cstate="print"/>
            <a:stretch>
              <a:fillRect/>
            </a:stretch>
          </p:blipFill>
          <p:spPr>
            <a:xfrm>
              <a:off x="1855946" y="2128551"/>
              <a:ext cx="287083" cy="114395"/>
            </a:xfrm>
            <a:prstGeom prst="rect">
              <a:avLst/>
            </a:prstGeom>
          </p:spPr>
        </p:pic>
        <p:pic>
          <p:nvPicPr>
            <p:cNvPr id="54" name="object 54"/>
            <p:cNvPicPr/>
            <p:nvPr/>
          </p:nvPicPr>
          <p:blipFill>
            <a:blip r:embed="rId38" cstate="print"/>
            <a:stretch>
              <a:fillRect/>
            </a:stretch>
          </p:blipFill>
          <p:spPr>
            <a:xfrm>
              <a:off x="2164365" y="2163603"/>
              <a:ext cx="151161" cy="112966"/>
            </a:xfrm>
            <a:prstGeom prst="rect">
              <a:avLst/>
            </a:prstGeom>
          </p:spPr>
        </p:pic>
        <p:sp>
          <p:nvSpPr>
            <p:cNvPr id="55" name="object 55"/>
            <p:cNvSpPr/>
            <p:nvPr/>
          </p:nvSpPr>
          <p:spPr>
            <a:xfrm>
              <a:off x="2381154" y="2165127"/>
              <a:ext cx="62865" cy="78105"/>
            </a:xfrm>
            <a:custGeom>
              <a:avLst/>
              <a:gdLst/>
              <a:ahLst/>
              <a:cxnLst/>
              <a:rect l="l" t="t" r="r" b="b"/>
              <a:pathLst>
                <a:path w="62864" h="78105">
                  <a:moveTo>
                    <a:pt x="32099" y="77819"/>
                  </a:moveTo>
                  <a:lnTo>
                    <a:pt x="18383" y="77819"/>
                  </a:lnTo>
                  <a:lnTo>
                    <a:pt x="10763" y="74771"/>
                  </a:lnTo>
                  <a:lnTo>
                    <a:pt x="6191" y="70199"/>
                  </a:lnTo>
                  <a:lnTo>
                    <a:pt x="1524" y="64103"/>
                  </a:lnTo>
                  <a:lnTo>
                    <a:pt x="0" y="56483"/>
                  </a:lnTo>
                  <a:lnTo>
                    <a:pt x="0" y="0"/>
                  </a:lnTo>
                  <a:lnTo>
                    <a:pt x="12287" y="0"/>
                  </a:lnTo>
                  <a:lnTo>
                    <a:pt x="12287" y="51911"/>
                  </a:lnTo>
                  <a:lnTo>
                    <a:pt x="13811" y="58007"/>
                  </a:lnTo>
                  <a:lnTo>
                    <a:pt x="16859" y="61055"/>
                  </a:lnTo>
                  <a:lnTo>
                    <a:pt x="19907" y="65627"/>
                  </a:lnTo>
                  <a:lnTo>
                    <a:pt x="24479" y="67151"/>
                  </a:lnTo>
                  <a:lnTo>
                    <a:pt x="48355" y="67151"/>
                  </a:lnTo>
                  <a:lnTo>
                    <a:pt x="47339" y="68675"/>
                  </a:lnTo>
                  <a:lnTo>
                    <a:pt x="41243" y="74771"/>
                  </a:lnTo>
                  <a:lnTo>
                    <a:pt x="32099" y="77819"/>
                  </a:lnTo>
                  <a:close/>
                </a:path>
                <a:path w="62864" h="78105">
                  <a:moveTo>
                    <a:pt x="48355" y="67151"/>
                  </a:moveTo>
                  <a:lnTo>
                    <a:pt x="36671" y="67151"/>
                  </a:lnTo>
                  <a:lnTo>
                    <a:pt x="41243" y="65627"/>
                  </a:lnTo>
                  <a:lnTo>
                    <a:pt x="45815" y="61055"/>
                  </a:lnTo>
                  <a:lnTo>
                    <a:pt x="48863" y="56483"/>
                  </a:lnTo>
                  <a:lnTo>
                    <a:pt x="50387" y="50387"/>
                  </a:lnTo>
                  <a:lnTo>
                    <a:pt x="50387" y="0"/>
                  </a:lnTo>
                  <a:lnTo>
                    <a:pt x="62674" y="0"/>
                  </a:lnTo>
                  <a:lnTo>
                    <a:pt x="62674" y="64103"/>
                  </a:lnTo>
                  <a:lnTo>
                    <a:pt x="50387" y="64103"/>
                  </a:lnTo>
                  <a:lnTo>
                    <a:pt x="48355" y="67151"/>
                  </a:lnTo>
                  <a:close/>
                </a:path>
                <a:path w="62864" h="78105">
                  <a:moveTo>
                    <a:pt x="62674" y="76295"/>
                  </a:moveTo>
                  <a:lnTo>
                    <a:pt x="50387" y="76295"/>
                  </a:lnTo>
                  <a:lnTo>
                    <a:pt x="50387" y="64103"/>
                  </a:lnTo>
                  <a:lnTo>
                    <a:pt x="62674" y="64103"/>
                  </a:lnTo>
                  <a:lnTo>
                    <a:pt x="62674" y="76295"/>
                  </a:lnTo>
                  <a:close/>
                </a:path>
              </a:pathLst>
            </a:custGeom>
            <a:solidFill>
              <a:srgbClr val="232323"/>
            </a:solidFill>
          </p:spPr>
          <p:txBody>
            <a:bodyPr wrap="square" lIns="0" tIns="0" rIns="0" bIns="0" rtlCol="0"/>
            <a:lstStyle/>
            <a:p>
              <a:endParaRPr/>
            </a:p>
          </p:txBody>
        </p:sp>
        <p:pic>
          <p:nvPicPr>
            <p:cNvPr id="56" name="object 56"/>
            <p:cNvPicPr/>
            <p:nvPr/>
          </p:nvPicPr>
          <p:blipFill>
            <a:blip r:embed="rId39" cstate="print"/>
            <a:stretch>
              <a:fillRect/>
            </a:stretch>
          </p:blipFill>
          <p:spPr>
            <a:xfrm>
              <a:off x="2468213" y="2163603"/>
              <a:ext cx="70199" cy="112966"/>
            </a:xfrm>
            <a:prstGeom prst="rect">
              <a:avLst/>
            </a:prstGeom>
          </p:spPr>
        </p:pic>
        <p:pic>
          <p:nvPicPr>
            <p:cNvPr id="57" name="object 57"/>
            <p:cNvPicPr/>
            <p:nvPr/>
          </p:nvPicPr>
          <p:blipFill>
            <a:blip r:embed="rId40" cstate="print"/>
            <a:stretch>
              <a:fillRect/>
            </a:stretch>
          </p:blipFill>
          <p:spPr>
            <a:xfrm>
              <a:off x="2602610" y="2128551"/>
              <a:ext cx="1346549" cy="114395"/>
            </a:xfrm>
            <a:prstGeom prst="rect">
              <a:avLst/>
            </a:prstGeom>
          </p:spPr>
        </p:pic>
        <p:sp>
          <p:nvSpPr>
            <p:cNvPr id="58" name="object 58"/>
            <p:cNvSpPr/>
            <p:nvPr/>
          </p:nvSpPr>
          <p:spPr>
            <a:xfrm>
              <a:off x="1335309" y="2517648"/>
              <a:ext cx="5124450" cy="20320"/>
            </a:xfrm>
            <a:custGeom>
              <a:avLst/>
              <a:gdLst/>
              <a:ahLst/>
              <a:cxnLst/>
              <a:rect l="l" t="t" r="r" b="b"/>
              <a:pathLst>
                <a:path w="5124450" h="20319">
                  <a:moveTo>
                    <a:pt x="5117782" y="19812"/>
                  </a:moveTo>
                  <a:lnTo>
                    <a:pt x="7715" y="19812"/>
                  </a:lnTo>
                  <a:lnTo>
                    <a:pt x="4667" y="18288"/>
                  </a:lnTo>
                  <a:lnTo>
                    <a:pt x="3143" y="16764"/>
                  </a:lnTo>
                  <a:lnTo>
                    <a:pt x="1524" y="13716"/>
                  </a:lnTo>
                  <a:lnTo>
                    <a:pt x="0" y="12192"/>
                  </a:lnTo>
                  <a:lnTo>
                    <a:pt x="0" y="9144"/>
                  </a:lnTo>
                  <a:lnTo>
                    <a:pt x="0" y="7620"/>
                  </a:lnTo>
                  <a:lnTo>
                    <a:pt x="1524" y="4572"/>
                  </a:lnTo>
                  <a:lnTo>
                    <a:pt x="4667" y="1524"/>
                  </a:lnTo>
                  <a:lnTo>
                    <a:pt x="7715" y="0"/>
                  </a:lnTo>
                  <a:lnTo>
                    <a:pt x="5117782" y="0"/>
                  </a:lnTo>
                  <a:lnTo>
                    <a:pt x="5120830" y="3048"/>
                  </a:lnTo>
                  <a:lnTo>
                    <a:pt x="5123878" y="4572"/>
                  </a:lnTo>
                  <a:lnTo>
                    <a:pt x="5123878" y="13716"/>
                  </a:lnTo>
                  <a:lnTo>
                    <a:pt x="5117782" y="19812"/>
                  </a:lnTo>
                  <a:close/>
                </a:path>
              </a:pathLst>
            </a:custGeom>
            <a:solidFill>
              <a:srgbClr val="707070"/>
            </a:solidFill>
          </p:spPr>
          <p:txBody>
            <a:bodyPr wrap="square" lIns="0" tIns="0" rIns="0" bIns="0" rtlCol="0"/>
            <a:lstStyle/>
            <a:p>
              <a:endParaRPr/>
            </a:p>
          </p:txBody>
        </p:sp>
        <p:pic>
          <p:nvPicPr>
            <p:cNvPr id="59" name="object 59"/>
            <p:cNvPicPr/>
            <p:nvPr/>
          </p:nvPicPr>
          <p:blipFill>
            <a:blip r:embed="rId41" cstate="print"/>
            <a:stretch>
              <a:fillRect/>
            </a:stretch>
          </p:blipFill>
          <p:spPr>
            <a:xfrm>
              <a:off x="1339977" y="2899219"/>
              <a:ext cx="137350" cy="135826"/>
            </a:xfrm>
            <a:prstGeom prst="rect">
              <a:avLst/>
            </a:prstGeom>
          </p:spPr>
        </p:pic>
        <p:pic>
          <p:nvPicPr>
            <p:cNvPr id="60" name="object 60"/>
            <p:cNvPicPr/>
            <p:nvPr/>
          </p:nvPicPr>
          <p:blipFill>
            <a:blip r:embed="rId42" cstate="print"/>
            <a:stretch>
              <a:fillRect/>
            </a:stretch>
          </p:blipFill>
          <p:spPr>
            <a:xfrm>
              <a:off x="1546002" y="2899219"/>
              <a:ext cx="143541" cy="134302"/>
            </a:xfrm>
            <a:prstGeom prst="rect">
              <a:avLst/>
            </a:prstGeom>
          </p:spPr>
        </p:pic>
        <p:pic>
          <p:nvPicPr>
            <p:cNvPr id="61" name="object 61"/>
            <p:cNvPicPr/>
            <p:nvPr/>
          </p:nvPicPr>
          <p:blipFill>
            <a:blip r:embed="rId43" cstate="print"/>
            <a:stretch>
              <a:fillRect/>
            </a:stretch>
          </p:blipFill>
          <p:spPr>
            <a:xfrm>
              <a:off x="1710975" y="2935890"/>
              <a:ext cx="80867" cy="99155"/>
            </a:xfrm>
            <a:prstGeom prst="rect">
              <a:avLst/>
            </a:prstGeom>
          </p:spPr>
        </p:pic>
        <p:pic>
          <p:nvPicPr>
            <p:cNvPr id="62" name="object 62"/>
            <p:cNvPicPr/>
            <p:nvPr/>
          </p:nvPicPr>
          <p:blipFill>
            <a:blip r:embed="rId44" cstate="print"/>
            <a:stretch>
              <a:fillRect/>
            </a:stretch>
          </p:blipFill>
          <p:spPr>
            <a:xfrm>
              <a:off x="1816322" y="2935795"/>
              <a:ext cx="294608" cy="141922"/>
            </a:xfrm>
            <a:prstGeom prst="rect">
              <a:avLst/>
            </a:prstGeom>
          </p:spPr>
        </p:pic>
        <p:sp>
          <p:nvSpPr>
            <p:cNvPr id="63" name="object 63"/>
            <p:cNvSpPr/>
            <p:nvPr/>
          </p:nvSpPr>
          <p:spPr>
            <a:xfrm>
              <a:off x="2133885" y="2893123"/>
              <a:ext cx="29209" cy="140970"/>
            </a:xfrm>
            <a:custGeom>
              <a:avLst/>
              <a:gdLst/>
              <a:ahLst/>
              <a:cxnLst/>
              <a:rect l="l" t="t" r="r" b="b"/>
              <a:pathLst>
                <a:path w="29210" h="140969">
                  <a:moveTo>
                    <a:pt x="18288" y="27432"/>
                  </a:moveTo>
                  <a:lnTo>
                    <a:pt x="10668" y="27432"/>
                  </a:lnTo>
                  <a:lnTo>
                    <a:pt x="7620" y="25908"/>
                  </a:lnTo>
                  <a:lnTo>
                    <a:pt x="1524" y="19812"/>
                  </a:lnTo>
                  <a:lnTo>
                    <a:pt x="0" y="16764"/>
                  </a:lnTo>
                  <a:lnTo>
                    <a:pt x="0" y="9144"/>
                  </a:lnTo>
                  <a:lnTo>
                    <a:pt x="1524" y="6096"/>
                  </a:lnTo>
                  <a:lnTo>
                    <a:pt x="4572" y="3048"/>
                  </a:lnTo>
                  <a:lnTo>
                    <a:pt x="10668" y="0"/>
                  </a:lnTo>
                  <a:lnTo>
                    <a:pt x="18288" y="0"/>
                  </a:lnTo>
                  <a:lnTo>
                    <a:pt x="24384" y="3048"/>
                  </a:lnTo>
                  <a:lnTo>
                    <a:pt x="27432" y="6096"/>
                  </a:lnTo>
                  <a:lnTo>
                    <a:pt x="28956" y="9144"/>
                  </a:lnTo>
                  <a:lnTo>
                    <a:pt x="28956" y="16764"/>
                  </a:lnTo>
                  <a:lnTo>
                    <a:pt x="27432" y="19812"/>
                  </a:lnTo>
                  <a:lnTo>
                    <a:pt x="21336" y="25908"/>
                  </a:lnTo>
                  <a:lnTo>
                    <a:pt x="18288" y="27432"/>
                  </a:lnTo>
                  <a:close/>
                </a:path>
                <a:path w="29210" h="140969">
                  <a:moveTo>
                    <a:pt x="25908" y="140398"/>
                  </a:moveTo>
                  <a:lnTo>
                    <a:pt x="3048" y="140398"/>
                  </a:lnTo>
                  <a:lnTo>
                    <a:pt x="3048" y="44196"/>
                  </a:lnTo>
                  <a:lnTo>
                    <a:pt x="25908" y="44196"/>
                  </a:lnTo>
                  <a:lnTo>
                    <a:pt x="25908" y="140398"/>
                  </a:lnTo>
                  <a:close/>
                </a:path>
              </a:pathLst>
            </a:custGeom>
            <a:solidFill>
              <a:srgbClr val="232323"/>
            </a:solidFill>
          </p:spPr>
          <p:txBody>
            <a:bodyPr wrap="square" lIns="0" tIns="0" rIns="0" bIns="0" rtlCol="0"/>
            <a:lstStyle/>
            <a:p>
              <a:endParaRPr/>
            </a:p>
          </p:txBody>
        </p:sp>
        <p:pic>
          <p:nvPicPr>
            <p:cNvPr id="64" name="object 64"/>
            <p:cNvPicPr/>
            <p:nvPr/>
          </p:nvPicPr>
          <p:blipFill>
            <a:blip r:embed="rId45" cstate="print"/>
            <a:stretch>
              <a:fillRect/>
            </a:stretch>
          </p:blipFill>
          <p:spPr>
            <a:xfrm>
              <a:off x="2185797" y="2935795"/>
              <a:ext cx="196881" cy="141922"/>
            </a:xfrm>
            <a:prstGeom prst="rect">
              <a:avLst/>
            </a:prstGeom>
          </p:spPr>
        </p:pic>
        <p:pic>
          <p:nvPicPr>
            <p:cNvPr id="65" name="object 65"/>
            <p:cNvPicPr/>
            <p:nvPr/>
          </p:nvPicPr>
          <p:blipFill>
            <a:blip r:embed="rId46" cstate="print"/>
            <a:stretch>
              <a:fillRect/>
            </a:stretch>
          </p:blipFill>
          <p:spPr>
            <a:xfrm>
              <a:off x="2448401" y="2897695"/>
              <a:ext cx="230505" cy="137350"/>
            </a:xfrm>
            <a:prstGeom prst="rect">
              <a:avLst/>
            </a:prstGeom>
          </p:spPr>
        </p:pic>
        <p:pic>
          <p:nvPicPr>
            <p:cNvPr id="66" name="object 66"/>
            <p:cNvPicPr/>
            <p:nvPr/>
          </p:nvPicPr>
          <p:blipFill>
            <a:blip r:embed="rId47" cstate="print"/>
            <a:stretch>
              <a:fillRect/>
            </a:stretch>
          </p:blipFill>
          <p:spPr>
            <a:xfrm>
              <a:off x="2701861" y="2899219"/>
              <a:ext cx="143446" cy="134302"/>
            </a:xfrm>
            <a:prstGeom prst="rect">
              <a:avLst/>
            </a:prstGeom>
          </p:spPr>
        </p:pic>
        <p:sp>
          <p:nvSpPr>
            <p:cNvPr id="67" name="object 67"/>
            <p:cNvSpPr/>
            <p:nvPr/>
          </p:nvSpPr>
          <p:spPr>
            <a:xfrm>
              <a:off x="1405604" y="3240976"/>
              <a:ext cx="38735" cy="38735"/>
            </a:xfrm>
            <a:custGeom>
              <a:avLst/>
              <a:gdLst/>
              <a:ahLst/>
              <a:cxnLst/>
              <a:rect l="l" t="t" r="r" b="b"/>
              <a:pathLst>
                <a:path w="38734" h="38735">
                  <a:moveTo>
                    <a:pt x="24384" y="38195"/>
                  </a:moveTo>
                  <a:lnTo>
                    <a:pt x="19812" y="38195"/>
                  </a:lnTo>
                  <a:lnTo>
                    <a:pt x="13716" y="38195"/>
                  </a:lnTo>
                  <a:lnTo>
                    <a:pt x="9144" y="36671"/>
                  </a:lnTo>
                  <a:lnTo>
                    <a:pt x="6096" y="33528"/>
                  </a:lnTo>
                  <a:lnTo>
                    <a:pt x="1524" y="28956"/>
                  </a:lnTo>
                  <a:lnTo>
                    <a:pt x="0" y="24384"/>
                  </a:lnTo>
                  <a:lnTo>
                    <a:pt x="0" y="15240"/>
                  </a:lnTo>
                  <a:lnTo>
                    <a:pt x="1524" y="10668"/>
                  </a:lnTo>
                  <a:lnTo>
                    <a:pt x="9144" y="3048"/>
                  </a:lnTo>
                  <a:lnTo>
                    <a:pt x="13716" y="0"/>
                  </a:lnTo>
                  <a:lnTo>
                    <a:pt x="24384" y="0"/>
                  </a:lnTo>
                  <a:lnTo>
                    <a:pt x="28956" y="3048"/>
                  </a:lnTo>
                  <a:lnTo>
                    <a:pt x="36671" y="10668"/>
                  </a:lnTo>
                  <a:lnTo>
                    <a:pt x="38195" y="13716"/>
                  </a:lnTo>
                  <a:lnTo>
                    <a:pt x="38195" y="24384"/>
                  </a:lnTo>
                  <a:lnTo>
                    <a:pt x="36671" y="28956"/>
                  </a:lnTo>
                  <a:lnTo>
                    <a:pt x="32004" y="33528"/>
                  </a:lnTo>
                  <a:lnTo>
                    <a:pt x="28956" y="36671"/>
                  </a:lnTo>
                  <a:lnTo>
                    <a:pt x="24384" y="38195"/>
                  </a:lnTo>
                  <a:close/>
                </a:path>
              </a:pathLst>
            </a:custGeom>
            <a:solidFill>
              <a:srgbClr val="232323"/>
            </a:solidFill>
          </p:spPr>
          <p:txBody>
            <a:bodyPr wrap="square" lIns="0" tIns="0" rIns="0" bIns="0" rtlCol="0"/>
            <a:lstStyle/>
            <a:p>
              <a:endParaRPr/>
            </a:p>
          </p:txBody>
        </p:sp>
        <p:pic>
          <p:nvPicPr>
            <p:cNvPr id="68" name="object 68"/>
            <p:cNvPicPr/>
            <p:nvPr/>
          </p:nvPicPr>
          <p:blipFill>
            <a:blip r:embed="rId48" cstate="print"/>
            <a:stretch>
              <a:fillRect/>
            </a:stretch>
          </p:blipFill>
          <p:spPr>
            <a:xfrm>
              <a:off x="1596390" y="3196780"/>
              <a:ext cx="342042" cy="114585"/>
            </a:xfrm>
            <a:prstGeom prst="rect">
              <a:avLst/>
            </a:prstGeom>
          </p:spPr>
        </p:pic>
        <p:sp>
          <p:nvSpPr>
            <p:cNvPr id="69" name="object 69"/>
            <p:cNvSpPr/>
            <p:nvPr/>
          </p:nvSpPr>
          <p:spPr>
            <a:xfrm>
              <a:off x="1985772" y="3199840"/>
              <a:ext cx="99695" cy="111760"/>
            </a:xfrm>
            <a:custGeom>
              <a:avLst/>
              <a:gdLst/>
              <a:ahLst/>
              <a:cxnLst/>
              <a:rect l="l" t="t" r="r" b="b"/>
              <a:pathLst>
                <a:path w="99694" h="111760">
                  <a:moveTo>
                    <a:pt x="48856" y="0"/>
                  </a:moveTo>
                  <a:lnTo>
                    <a:pt x="35140" y="0"/>
                  </a:lnTo>
                  <a:lnTo>
                    <a:pt x="30480" y="4572"/>
                  </a:lnTo>
                  <a:lnTo>
                    <a:pt x="12192" y="13716"/>
                  </a:lnTo>
                  <a:lnTo>
                    <a:pt x="6096" y="15240"/>
                  </a:lnTo>
                  <a:lnTo>
                    <a:pt x="0" y="18288"/>
                  </a:lnTo>
                  <a:lnTo>
                    <a:pt x="6096" y="36576"/>
                  </a:lnTo>
                  <a:lnTo>
                    <a:pt x="10668" y="35052"/>
                  </a:lnTo>
                  <a:lnTo>
                    <a:pt x="16764" y="32004"/>
                  </a:lnTo>
                  <a:lnTo>
                    <a:pt x="19812" y="32004"/>
                  </a:lnTo>
                  <a:lnTo>
                    <a:pt x="22860" y="30480"/>
                  </a:lnTo>
                  <a:lnTo>
                    <a:pt x="25908" y="27432"/>
                  </a:lnTo>
                  <a:lnTo>
                    <a:pt x="25908" y="109918"/>
                  </a:lnTo>
                  <a:lnTo>
                    <a:pt x="48856" y="109918"/>
                  </a:lnTo>
                  <a:lnTo>
                    <a:pt x="48856" y="0"/>
                  </a:lnTo>
                  <a:close/>
                </a:path>
                <a:path w="99694" h="111760">
                  <a:moveTo>
                    <a:pt x="99148" y="91617"/>
                  </a:moveTo>
                  <a:lnTo>
                    <a:pt x="96100" y="90093"/>
                  </a:lnTo>
                  <a:lnTo>
                    <a:pt x="93052" y="87045"/>
                  </a:lnTo>
                  <a:lnTo>
                    <a:pt x="90004" y="85521"/>
                  </a:lnTo>
                  <a:lnTo>
                    <a:pt x="82384" y="85521"/>
                  </a:lnTo>
                  <a:lnTo>
                    <a:pt x="79336" y="87045"/>
                  </a:lnTo>
                  <a:lnTo>
                    <a:pt x="76288" y="90093"/>
                  </a:lnTo>
                  <a:lnTo>
                    <a:pt x="73240" y="91617"/>
                  </a:lnTo>
                  <a:lnTo>
                    <a:pt x="71716" y="94665"/>
                  </a:lnTo>
                  <a:lnTo>
                    <a:pt x="71716" y="102285"/>
                  </a:lnTo>
                  <a:lnTo>
                    <a:pt x="73240" y="105333"/>
                  </a:lnTo>
                  <a:lnTo>
                    <a:pt x="76288" y="108381"/>
                  </a:lnTo>
                  <a:lnTo>
                    <a:pt x="82384" y="111429"/>
                  </a:lnTo>
                  <a:lnTo>
                    <a:pt x="90004" y="111429"/>
                  </a:lnTo>
                  <a:lnTo>
                    <a:pt x="96100" y="108381"/>
                  </a:lnTo>
                  <a:lnTo>
                    <a:pt x="99148" y="105333"/>
                  </a:lnTo>
                  <a:lnTo>
                    <a:pt x="99148" y="91617"/>
                  </a:lnTo>
                  <a:close/>
                </a:path>
                <a:path w="99694" h="111760">
                  <a:moveTo>
                    <a:pt x="99148" y="38188"/>
                  </a:moveTo>
                  <a:lnTo>
                    <a:pt x="96100" y="36664"/>
                  </a:lnTo>
                  <a:lnTo>
                    <a:pt x="93052" y="33616"/>
                  </a:lnTo>
                  <a:lnTo>
                    <a:pt x="90004" y="32092"/>
                  </a:lnTo>
                  <a:lnTo>
                    <a:pt x="82384" y="32092"/>
                  </a:lnTo>
                  <a:lnTo>
                    <a:pt x="79336" y="33616"/>
                  </a:lnTo>
                  <a:lnTo>
                    <a:pt x="76288" y="36664"/>
                  </a:lnTo>
                  <a:lnTo>
                    <a:pt x="73240" y="38188"/>
                  </a:lnTo>
                  <a:lnTo>
                    <a:pt x="71716" y="41236"/>
                  </a:lnTo>
                  <a:lnTo>
                    <a:pt x="71716" y="48856"/>
                  </a:lnTo>
                  <a:lnTo>
                    <a:pt x="73240" y="51904"/>
                  </a:lnTo>
                  <a:lnTo>
                    <a:pt x="76288" y="54952"/>
                  </a:lnTo>
                  <a:lnTo>
                    <a:pt x="82384" y="58000"/>
                  </a:lnTo>
                  <a:lnTo>
                    <a:pt x="90004" y="58000"/>
                  </a:lnTo>
                  <a:lnTo>
                    <a:pt x="96100" y="54952"/>
                  </a:lnTo>
                  <a:lnTo>
                    <a:pt x="99148" y="51904"/>
                  </a:lnTo>
                  <a:lnTo>
                    <a:pt x="99148" y="38188"/>
                  </a:lnTo>
                  <a:close/>
                </a:path>
              </a:pathLst>
            </a:custGeom>
            <a:solidFill>
              <a:srgbClr val="232323"/>
            </a:solidFill>
          </p:spPr>
          <p:txBody>
            <a:bodyPr wrap="square" lIns="0" tIns="0" rIns="0" bIns="0" rtlCol="0"/>
            <a:lstStyle/>
            <a:p>
              <a:endParaRPr/>
            </a:p>
          </p:txBody>
        </p:sp>
        <p:pic>
          <p:nvPicPr>
            <p:cNvPr id="70" name="object 70"/>
            <p:cNvPicPr/>
            <p:nvPr/>
          </p:nvPicPr>
          <p:blipFill>
            <a:blip r:embed="rId49" cstate="print"/>
            <a:stretch>
              <a:fillRect/>
            </a:stretch>
          </p:blipFill>
          <p:spPr>
            <a:xfrm>
              <a:off x="2136933" y="3196780"/>
              <a:ext cx="311467" cy="114585"/>
            </a:xfrm>
            <a:prstGeom prst="rect">
              <a:avLst/>
            </a:prstGeom>
          </p:spPr>
        </p:pic>
        <p:pic>
          <p:nvPicPr>
            <p:cNvPr id="71" name="object 71"/>
            <p:cNvPicPr/>
            <p:nvPr/>
          </p:nvPicPr>
          <p:blipFill>
            <a:blip r:embed="rId50" cstate="print"/>
            <a:stretch>
              <a:fillRect/>
            </a:stretch>
          </p:blipFill>
          <p:spPr>
            <a:xfrm>
              <a:off x="2498788" y="3196780"/>
              <a:ext cx="341947" cy="114490"/>
            </a:xfrm>
            <a:prstGeom prst="rect">
              <a:avLst/>
            </a:prstGeom>
          </p:spPr>
        </p:pic>
        <p:sp>
          <p:nvSpPr>
            <p:cNvPr id="72" name="object 72"/>
            <p:cNvSpPr/>
            <p:nvPr/>
          </p:nvSpPr>
          <p:spPr>
            <a:xfrm>
              <a:off x="1663636" y="3527964"/>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73" name="object 73"/>
            <p:cNvPicPr/>
            <p:nvPr/>
          </p:nvPicPr>
          <p:blipFill>
            <a:blip r:embed="rId51" cstate="print"/>
            <a:stretch>
              <a:fillRect/>
            </a:stretch>
          </p:blipFill>
          <p:spPr>
            <a:xfrm>
              <a:off x="1852898" y="3482149"/>
              <a:ext cx="190881" cy="114490"/>
            </a:xfrm>
            <a:prstGeom prst="rect">
              <a:avLst/>
            </a:prstGeom>
          </p:spPr>
        </p:pic>
        <p:pic>
          <p:nvPicPr>
            <p:cNvPr id="74" name="object 74"/>
            <p:cNvPicPr/>
            <p:nvPr/>
          </p:nvPicPr>
          <p:blipFill>
            <a:blip r:embed="rId52" cstate="print"/>
            <a:stretch>
              <a:fillRect/>
            </a:stretch>
          </p:blipFill>
          <p:spPr>
            <a:xfrm>
              <a:off x="2063591" y="3517296"/>
              <a:ext cx="97726" cy="79343"/>
            </a:xfrm>
            <a:prstGeom prst="rect">
              <a:avLst/>
            </a:prstGeom>
          </p:spPr>
        </p:pic>
        <p:pic>
          <p:nvPicPr>
            <p:cNvPr id="75" name="object 75"/>
            <p:cNvPicPr/>
            <p:nvPr/>
          </p:nvPicPr>
          <p:blipFill>
            <a:blip r:embed="rId53" cstate="print"/>
            <a:stretch>
              <a:fillRect/>
            </a:stretch>
          </p:blipFill>
          <p:spPr>
            <a:xfrm>
              <a:off x="2225421" y="3488245"/>
              <a:ext cx="108489" cy="106870"/>
            </a:xfrm>
            <a:prstGeom prst="rect">
              <a:avLst/>
            </a:prstGeom>
          </p:spPr>
        </p:pic>
        <p:sp>
          <p:nvSpPr>
            <p:cNvPr id="76" name="object 76"/>
            <p:cNvSpPr/>
            <p:nvPr/>
          </p:nvSpPr>
          <p:spPr>
            <a:xfrm>
              <a:off x="2355246" y="3517296"/>
              <a:ext cx="59690" cy="79375"/>
            </a:xfrm>
            <a:custGeom>
              <a:avLst/>
              <a:gdLst/>
              <a:ahLst/>
              <a:cxnLst/>
              <a:rect l="l" t="t" r="r" b="b"/>
              <a:pathLst>
                <a:path w="59689" h="79375">
                  <a:moveTo>
                    <a:pt x="9144" y="19812"/>
                  </a:moveTo>
                  <a:lnTo>
                    <a:pt x="1524" y="12192"/>
                  </a:lnTo>
                  <a:lnTo>
                    <a:pt x="6096" y="7620"/>
                  </a:lnTo>
                  <a:lnTo>
                    <a:pt x="10668" y="4572"/>
                  </a:lnTo>
                  <a:lnTo>
                    <a:pt x="19812" y="1524"/>
                  </a:lnTo>
                  <a:lnTo>
                    <a:pt x="25908" y="0"/>
                  </a:lnTo>
                  <a:lnTo>
                    <a:pt x="41243" y="0"/>
                  </a:lnTo>
                  <a:lnTo>
                    <a:pt x="47339" y="3048"/>
                  </a:lnTo>
                  <a:lnTo>
                    <a:pt x="54959" y="10668"/>
                  </a:lnTo>
                  <a:lnTo>
                    <a:pt x="22860" y="10668"/>
                  </a:lnTo>
                  <a:lnTo>
                    <a:pt x="19812" y="12192"/>
                  </a:lnTo>
                  <a:lnTo>
                    <a:pt x="15240" y="13716"/>
                  </a:lnTo>
                  <a:lnTo>
                    <a:pt x="9144" y="19812"/>
                  </a:lnTo>
                  <a:close/>
                </a:path>
                <a:path w="59689" h="79375">
                  <a:moveTo>
                    <a:pt x="33623" y="79343"/>
                  </a:moveTo>
                  <a:lnTo>
                    <a:pt x="16764" y="79343"/>
                  </a:lnTo>
                  <a:lnTo>
                    <a:pt x="10668" y="77819"/>
                  </a:lnTo>
                  <a:lnTo>
                    <a:pt x="6096" y="73247"/>
                  </a:lnTo>
                  <a:lnTo>
                    <a:pt x="1524" y="70199"/>
                  </a:lnTo>
                  <a:lnTo>
                    <a:pt x="0" y="64103"/>
                  </a:lnTo>
                  <a:lnTo>
                    <a:pt x="0" y="50292"/>
                  </a:lnTo>
                  <a:lnTo>
                    <a:pt x="47339" y="30480"/>
                  </a:lnTo>
                  <a:lnTo>
                    <a:pt x="47339" y="21336"/>
                  </a:lnTo>
                  <a:lnTo>
                    <a:pt x="45815" y="16764"/>
                  </a:lnTo>
                  <a:lnTo>
                    <a:pt x="42767" y="13716"/>
                  </a:lnTo>
                  <a:lnTo>
                    <a:pt x="39719" y="12192"/>
                  </a:lnTo>
                  <a:lnTo>
                    <a:pt x="35147" y="10668"/>
                  </a:lnTo>
                  <a:lnTo>
                    <a:pt x="54959" y="10668"/>
                  </a:lnTo>
                  <a:lnTo>
                    <a:pt x="56483" y="12192"/>
                  </a:lnTo>
                  <a:lnTo>
                    <a:pt x="59531" y="19812"/>
                  </a:lnTo>
                  <a:lnTo>
                    <a:pt x="59531" y="39624"/>
                  </a:lnTo>
                  <a:lnTo>
                    <a:pt x="47339" y="39624"/>
                  </a:lnTo>
                  <a:lnTo>
                    <a:pt x="28956" y="42672"/>
                  </a:lnTo>
                  <a:lnTo>
                    <a:pt x="22860" y="42672"/>
                  </a:lnTo>
                  <a:lnTo>
                    <a:pt x="18288" y="44196"/>
                  </a:lnTo>
                  <a:lnTo>
                    <a:pt x="13716" y="48768"/>
                  </a:lnTo>
                  <a:lnTo>
                    <a:pt x="12192" y="51816"/>
                  </a:lnTo>
                  <a:lnTo>
                    <a:pt x="12192" y="60960"/>
                  </a:lnTo>
                  <a:lnTo>
                    <a:pt x="13716" y="64103"/>
                  </a:lnTo>
                  <a:lnTo>
                    <a:pt x="15240" y="67151"/>
                  </a:lnTo>
                  <a:lnTo>
                    <a:pt x="21336" y="70199"/>
                  </a:lnTo>
                  <a:lnTo>
                    <a:pt x="44291" y="70199"/>
                  </a:lnTo>
                  <a:lnTo>
                    <a:pt x="41243" y="74771"/>
                  </a:lnTo>
                  <a:lnTo>
                    <a:pt x="36671" y="76295"/>
                  </a:lnTo>
                  <a:lnTo>
                    <a:pt x="33623" y="79343"/>
                  </a:lnTo>
                  <a:close/>
                </a:path>
                <a:path w="59689" h="79375">
                  <a:moveTo>
                    <a:pt x="44291" y="70199"/>
                  </a:moveTo>
                  <a:lnTo>
                    <a:pt x="32099" y="70199"/>
                  </a:lnTo>
                  <a:lnTo>
                    <a:pt x="36671" y="68675"/>
                  </a:lnTo>
                  <a:lnTo>
                    <a:pt x="41243" y="64103"/>
                  </a:lnTo>
                  <a:lnTo>
                    <a:pt x="45815" y="59436"/>
                  </a:lnTo>
                  <a:lnTo>
                    <a:pt x="47339" y="53340"/>
                  </a:lnTo>
                  <a:lnTo>
                    <a:pt x="47339" y="39624"/>
                  </a:lnTo>
                  <a:lnTo>
                    <a:pt x="59531" y="39624"/>
                  </a:lnTo>
                  <a:lnTo>
                    <a:pt x="59531" y="65627"/>
                  </a:lnTo>
                  <a:lnTo>
                    <a:pt x="47339" y="65627"/>
                  </a:lnTo>
                  <a:lnTo>
                    <a:pt x="44291" y="70199"/>
                  </a:lnTo>
                  <a:close/>
                </a:path>
                <a:path w="59689" h="79375">
                  <a:moveTo>
                    <a:pt x="59531" y="77819"/>
                  </a:moveTo>
                  <a:lnTo>
                    <a:pt x="47339" y="77819"/>
                  </a:lnTo>
                  <a:lnTo>
                    <a:pt x="47339" y="65627"/>
                  </a:lnTo>
                  <a:lnTo>
                    <a:pt x="59531" y="65627"/>
                  </a:lnTo>
                  <a:lnTo>
                    <a:pt x="59531" y="77819"/>
                  </a:lnTo>
                  <a:close/>
                </a:path>
              </a:pathLst>
            </a:custGeom>
            <a:solidFill>
              <a:srgbClr val="232323"/>
            </a:solidFill>
          </p:spPr>
          <p:txBody>
            <a:bodyPr wrap="square" lIns="0" tIns="0" rIns="0" bIns="0" rtlCol="0"/>
            <a:lstStyle/>
            <a:p>
              <a:endParaRPr/>
            </a:p>
          </p:txBody>
        </p:sp>
        <p:pic>
          <p:nvPicPr>
            <p:cNvPr id="77" name="object 77"/>
            <p:cNvPicPr/>
            <p:nvPr/>
          </p:nvPicPr>
          <p:blipFill>
            <a:blip r:embed="rId54" cstate="print"/>
            <a:stretch>
              <a:fillRect/>
            </a:stretch>
          </p:blipFill>
          <p:spPr>
            <a:xfrm>
              <a:off x="2437638" y="3517296"/>
              <a:ext cx="230600" cy="114395"/>
            </a:xfrm>
            <a:prstGeom prst="rect">
              <a:avLst/>
            </a:prstGeom>
          </p:spPr>
        </p:pic>
        <p:sp>
          <p:nvSpPr>
            <p:cNvPr id="78" name="object 78"/>
            <p:cNvSpPr/>
            <p:nvPr/>
          </p:nvSpPr>
          <p:spPr>
            <a:xfrm>
              <a:off x="2689478" y="3483673"/>
              <a:ext cx="18415" cy="111760"/>
            </a:xfrm>
            <a:custGeom>
              <a:avLst/>
              <a:gdLst/>
              <a:ahLst/>
              <a:cxnLst/>
              <a:rect l="l" t="t" r="r" b="b"/>
              <a:pathLst>
                <a:path w="18414" h="111760">
                  <a:moveTo>
                    <a:pt x="13811" y="16764"/>
                  </a:moveTo>
                  <a:lnTo>
                    <a:pt x="4667" y="16764"/>
                  </a:lnTo>
                  <a:lnTo>
                    <a:pt x="1619" y="13716"/>
                  </a:lnTo>
                  <a:lnTo>
                    <a:pt x="0" y="10668"/>
                  </a:lnTo>
                  <a:lnTo>
                    <a:pt x="0" y="6096"/>
                  </a:lnTo>
                  <a:lnTo>
                    <a:pt x="1619" y="4572"/>
                  </a:lnTo>
                  <a:lnTo>
                    <a:pt x="6191" y="0"/>
                  </a:lnTo>
                  <a:lnTo>
                    <a:pt x="10763" y="0"/>
                  </a:lnTo>
                  <a:lnTo>
                    <a:pt x="13811" y="1524"/>
                  </a:lnTo>
                  <a:lnTo>
                    <a:pt x="18383" y="6096"/>
                  </a:lnTo>
                  <a:lnTo>
                    <a:pt x="18383" y="10668"/>
                  </a:lnTo>
                  <a:lnTo>
                    <a:pt x="16859" y="13716"/>
                  </a:lnTo>
                  <a:lnTo>
                    <a:pt x="13811" y="16764"/>
                  </a:lnTo>
                  <a:close/>
                </a:path>
                <a:path w="18414" h="111760">
                  <a:moveTo>
                    <a:pt x="15335" y="111442"/>
                  </a:moveTo>
                  <a:lnTo>
                    <a:pt x="3143" y="111442"/>
                  </a:lnTo>
                  <a:lnTo>
                    <a:pt x="3143" y="35147"/>
                  </a:lnTo>
                  <a:lnTo>
                    <a:pt x="15335" y="35147"/>
                  </a:lnTo>
                  <a:lnTo>
                    <a:pt x="15335" y="111442"/>
                  </a:lnTo>
                  <a:close/>
                </a:path>
              </a:pathLst>
            </a:custGeom>
            <a:solidFill>
              <a:srgbClr val="232323"/>
            </a:solidFill>
          </p:spPr>
          <p:txBody>
            <a:bodyPr wrap="square" lIns="0" tIns="0" rIns="0" bIns="0" rtlCol="0"/>
            <a:lstStyle/>
            <a:p>
              <a:endParaRPr/>
            </a:p>
          </p:txBody>
        </p:sp>
        <p:pic>
          <p:nvPicPr>
            <p:cNvPr id="79" name="object 79"/>
            <p:cNvPicPr/>
            <p:nvPr/>
          </p:nvPicPr>
          <p:blipFill>
            <a:blip r:embed="rId55" cstate="print"/>
            <a:stretch>
              <a:fillRect/>
            </a:stretch>
          </p:blipFill>
          <p:spPr>
            <a:xfrm>
              <a:off x="2729293" y="3517296"/>
              <a:ext cx="151161" cy="114395"/>
            </a:xfrm>
            <a:prstGeom prst="rect">
              <a:avLst/>
            </a:prstGeom>
          </p:spPr>
        </p:pic>
        <p:pic>
          <p:nvPicPr>
            <p:cNvPr id="80" name="object 80"/>
            <p:cNvPicPr/>
            <p:nvPr/>
          </p:nvPicPr>
          <p:blipFill>
            <a:blip r:embed="rId56" cstate="print"/>
            <a:stretch>
              <a:fillRect/>
            </a:stretch>
          </p:blipFill>
          <p:spPr>
            <a:xfrm>
              <a:off x="2949130" y="3483673"/>
              <a:ext cx="1864232" cy="148018"/>
            </a:xfrm>
            <a:prstGeom prst="rect">
              <a:avLst/>
            </a:prstGeom>
          </p:spPr>
        </p:pic>
        <p:sp>
          <p:nvSpPr>
            <p:cNvPr id="81" name="object 81"/>
            <p:cNvSpPr/>
            <p:nvPr/>
          </p:nvSpPr>
          <p:spPr>
            <a:xfrm>
              <a:off x="1405604" y="3813238"/>
              <a:ext cx="38735" cy="38735"/>
            </a:xfrm>
            <a:custGeom>
              <a:avLst/>
              <a:gdLst/>
              <a:ahLst/>
              <a:cxnLst/>
              <a:rect l="l" t="t" r="r" b="b"/>
              <a:pathLst>
                <a:path w="38734" h="38735">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82" name="object 82"/>
            <p:cNvPicPr/>
            <p:nvPr/>
          </p:nvPicPr>
          <p:blipFill>
            <a:blip r:embed="rId57" cstate="print"/>
            <a:stretch>
              <a:fillRect/>
            </a:stretch>
          </p:blipFill>
          <p:spPr>
            <a:xfrm>
              <a:off x="1596390" y="3769042"/>
              <a:ext cx="2500883" cy="148113"/>
            </a:xfrm>
            <a:prstGeom prst="rect">
              <a:avLst/>
            </a:prstGeom>
          </p:spPr>
        </p:pic>
        <p:sp>
          <p:nvSpPr>
            <p:cNvPr id="83" name="object 83"/>
            <p:cNvSpPr/>
            <p:nvPr/>
          </p:nvSpPr>
          <p:spPr>
            <a:xfrm>
              <a:off x="1663636" y="4100322"/>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84" name="object 84"/>
            <p:cNvPicPr/>
            <p:nvPr/>
          </p:nvPicPr>
          <p:blipFill>
            <a:blip r:embed="rId58" cstate="print"/>
            <a:stretch>
              <a:fillRect/>
            </a:stretch>
          </p:blipFill>
          <p:spPr>
            <a:xfrm>
              <a:off x="1852898" y="4054411"/>
              <a:ext cx="174117" cy="114490"/>
            </a:xfrm>
            <a:prstGeom prst="rect">
              <a:avLst/>
            </a:prstGeom>
          </p:spPr>
        </p:pic>
        <p:pic>
          <p:nvPicPr>
            <p:cNvPr id="85" name="object 85"/>
            <p:cNvPicPr/>
            <p:nvPr/>
          </p:nvPicPr>
          <p:blipFill>
            <a:blip r:embed="rId59" cstate="print"/>
            <a:stretch>
              <a:fillRect/>
            </a:stretch>
          </p:blipFill>
          <p:spPr>
            <a:xfrm>
              <a:off x="2046827" y="4054411"/>
              <a:ext cx="70199" cy="114490"/>
            </a:xfrm>
            <a:prstGeom prst="rect">
              <a:avLst/>
            </a:prstGeom>
          </p:spPr>
        </p:pic>
        <p:sp>
          <p:nvSpPr>
            <p:cNvPr id="86" name="object 86"/>
            <p:cNvSpPr/>
            <p:nvPr/>
          </p:nvSpPr>
          <p:spPr>
            <a:xfrm>
              <a:off x="2138457" y="4056030"/>
              <a:ext cx="18415" cy="111760"/>
            </a:xfrm>
            <a:custGeom>
              <a:avLst/>
              <a:gdLst/>
              <a:ahLst/>
              <a:cxnLst/>
              <a:rect l="l" t="t" r="r" b="b"/>
              <a:pathLst>
                <a:path w="18414" h="111760">
                  <a:moveTo>
                    <a:pt x="13811" y="16764"/>
                  </a:moveTo>
                  <a:lnTo>
                    <a:pt x="4572" y="16764"/>
                  </a:lnTo>
                  <a:lnTo>
                    <a:pt x="1524" y="13716"/>
                  </a:lnTo>
                  <a:lnTo>
                    <a:pt x="0" y="10668"/>
                  </a:lnTo>
                  <a:lnTo>
                    <a:pt x="0" y="6096"/>
                  </a:lnTo>
                  <a:lnTo>
                    <a:pt x="6096" y="0"/>
                  </a:lnTo>
                  <a:lnTo>
                    <a:pt x="12192" y="0"/>
                  </a:lnTo>
                  <a:lnTo>
                    <a:pt x="13811" y="1524"/>
                  </a:lnTo>
                  <a:lnTo>
                    <a:pt x="18383" y="6096"/>
                  </a:lnTo>
                  <a:lnTo>
                    <a:pt x="18383" y="10668"/>
                  </a:lnTo>
                  <a:lnTo>
                    <a:pt x="16859" y="13716"/>
                  </a:lnTo>
                  <a:lnTo>
                    <a:pt x="13811" y="16764"/>
                  </a:lnTo>
                  <a:close/>
                </a:path>
                <a:path w="18414" h="111760">
                  <a:moveTo>
                    <a:pt x="15335" y="111442"/>
                  </a:moveTo>
                  <a:lnTo>
                    <a:pt x="3048" y="111442"/>
                  </a:lnTo>
                  <a:lnTo>
                    <a:pt x="3048" y="35147"/>
                  </a:lnTo>
                  <a:lnTo>
                    <a:pt x="15335" y="35147"/>
                  </a:lnTo>
                  <a:lnTo>
                    <a:pt x="15335" y="111442"/>
                  </a:lnTo>
                  <a:close/>
                </a:path>
              </a:pathLst>
            </a:custGeom>
            <a:solidFill>
              <a:srgbClr val="232323"/>
            </a:solidFill>
          </p:spPr>
          <p:txBody>
            <a:bodyPr wrap="square" lIns="0" tIns="0" rIns="0" bIns="0" rtlCol="0"/>
            <a:lstStyle/>
            <a:p>
              <a:endParaRPr/>
            </a:p>
          </p:txBody>
        </p:sp>
        <p:pic>
          <p:nvPicPr>
            <p:cNvPr id="87" name="object 87"/>
            <p:cNvPicPr/>
            <p:nvPr/>
          </p:nvPicPr>
          <p:blipFill>
            <a:blip r:embed="rId60" cstate="print"/>
            <a:stretch>
              <a:fillRect/>
            </a:stretch>
          </p:blipFill>
          <p:spPr>
            <a:xfrm>
              <a:off x="2178177" y="4089558"/>
              <a:ext cx="151066" cy="114395"/>
            </a:xfrm>
            <a:prstGeom prst="rect">
              <a:avLst/>
            </a:prstGeom>
          </p:spPr>
        </p:pic>
        <p:sp>
          <p:nvSpPr>
            <p:cNvPr id="88" name="object 88"/>
            <p:cNvSpPr/>
            <p:nvPr/>
          </p:nvSpPr>
          <p:spPr>
            <a:xfrm>
              <a:off x="2390393" y="4089558"/>
              <a:ext cx="59690" cy="79375"/>
            </a:xfrm>
            <a:custGeom>
              <a:avLst/>
              <a:gdLst/>
              <a:ahLst/>
              <a:cxnLst/>
              <a:rect l="l" t="t" r="r" b="b"/>
              <a:pathLst>
                <a:path w="59689" h="79375">
                  <a:moveTo>
                    <a:pt x="9144" y="19812"/>
                  </a:moveTo>
                  <a:lnTo>
                    <a:pt x="3048" y="12192"/>
                  </a:lnTo>
                  <a:lnTo>
                    <a:pt x="6096" y="7620"/>
                  </a:lnTo>
                  <a:lnTo>
                    <a:pt x="10668" y="4572"/>
                  </a:lnTo>
                  <a:lnTo>
                    <a:pt x="16764" y="3048"/>
                  </a:lnTo>
                  <a:lnTo>
                    <a:pt x="25908" y="0"/>
                  </a:lnTo>
                  <a:lnTo>
                    <a:pt x="41148" y="0"/>
                  </a:lnTo>
                  <a:lnTo>
                    <a:pt x="48863" y="3048"/>
                  </a:lnTo>
                  <a:lnTo>
                    <a:pt x="56483" y="10668"/>
                  </a:lnTo>
                  <a:lnTo>
                    <a:pt x="24384" y="10668"/>
                  </a:lnTo>
                  <a:lnTo>
                    <a:pt x="19812" y="12192"/>
                  </a:lnTo>
                  <a:lnTo>
                    <a:pt x="16764" y="13716"/>
                  </a:lnTo>
                  <a:lnTo>
                    <a:pt x="12192" y="16764"/>
                  </a:lnTo>
                  <a:lnTo>
                    <a:pt x="9144" y="19812"/>
                  </a:lnTo>
                  <a:close/>
                </a:path>
                <a:path w="59689" h="79375">
                  <a:moveTo>
                    <a:pt x="33528" y="79343"/>
                  </a:moveTo>
                  <a:lnTo>
                    <a:pt x="16764" y="79343"/>
                  </a:lnTo>
                  <a:lnTo>
                    <a:pt x="12192" y="77819"/>
                  </a:lnTo>
                  <a:lnTo>
                    <a:pt x="7620" y="73247"/>
                  </a:lnTo>
                  <a:lnTo>
                    <a:pt x="3048" y="70199"/>
                  </a:lnTo>
                  <a:lnTo>
                    <a:pt x="0" y="64103"/>
                  </a:lnTo>
                  <a:lnTo>
                    <a:pt x="0" y="50387"/>
                  </a:lnTo>
                  <a:lnTo>
                    <a:pt x="47244" y="30480"/>
                  </a:lnTo>
                  <a:lnTo>
                    <a:pt x="47244" y="21336"/>
                  </a:lnTo>
                  <a:lnTo>
                    <a:pt x="45720" y="16764"/>
                  </a:lnTo>
                  <a:lnTo>
                    <a:pt x="42672" y="13716"/>
                  </a:lnTo>
                  <a:lnTo>
                    <a:pt x="36576" y="10668"/>
                  </a:lnTo>
                  <a:lnTo>
                    <a:pt x="56483" y="10668"/>
                  </a:lnTo>
                  <a:lnTo>
                    <a:pt x="58007" y="12192"/>
                  </a:lnTo>
                  <a:lnTo>
                    <a:pt x="59531" y="19812"/>
                  </a:lnTo>
                  <a:lnTo>
                    <a:pt x="59531" y="39624"/>
                  </a:lnTo>
                  <a:lnTo>
                    <a:pt x="47244" y="39624"/>
                  </a:lnTo>
                  <a:lnTo>
                    <a:pt x="28956" y="42672"/>
                  </a:lnTo>
                  <a:lnTo>
                    <a:pt x="24384" y="42672"/>
                  </a:lnTo>
                  <a:lnTo>
                    <a:pt x="19812" y="44196"/>
                  </a:lnTo>
                  <a:lnTo>
                    <a:pt x="16764" y="45720"/>
                  </a:lnTo>
                  <a:lnTo>
                    <a:pt x="13716" y="48863"/>
                  </a:lnTo>
                  <a:lnTo>
                    <a:pt x="12192" y="51911"/>
                  </a:lnTo>
                  <a:lnTo>
                    <a:pt x="12192" y="61055"/>
                  </a:lnTo>
                  <a:lnTo>
                    <a:pt x="13716" y="64103"/>
                  </a:lnTo>
                  <a:lnTo>
                    <a:pt x="16764" y="67151"/>
                  </a:lnTo>
                  <a:lnTo>
                    <a:pt x="22860" y="70199"/>
                  </a:lnTo>
                  <a:lnTo>
                    <a:pt x="44196" y="70199"/>
                  </a:lnTo>
                  <a:lnTo>
                    <a:pt x="41148" y="74771"/>
                  </a:lnTo>
                  <a:lnTo>
                    <a:pt x="38100" y="76295"/>
                  </a:lnTo>
                  <a:lnTo>
                    <a:pt x="33528" y="79343"/>
                  </a:lnTo>
                  <a:close/>
                </a:path>
                <a:path w="59689" h="79375">
                  <a:moveTo>
                    <a:pt x="44196" y="70199"/>
                  </a:moveTo>
                  <a:lnTo>
                    <a:pt x="33528" y="70199"/>
                  </a:lnTo>
                  <a:lnTo>
                    <a:pt x="38100" y="68675"/>
                  </a:lnTo>
                  <a:lnTo>
                    <a:pt x="42672" y="64103"/>
                  </a:lnTo>
                  <a:lnTo>
                    <a:pt x="45720" y="59531"/>
                  </a:lnTo>
                  <a:lnTo>
                    <a:pt x="47244" y="53435"/>
                  </a:lnTo>
                  <a:lnTo>
                    <a:pt x="47244" y="39624"/>
                  </a:lnTo>
                  <a:lnTo>
                    <a:pt x="59531" y="39624"/>
                  </a:lnTo>
                  <a:lnTo>
                    <a:pt x="59531" y="65627"/>
                  </a:lnTo>
                  <a:lnTo>
                    <a:pt x="47244" y="65627"/>
                  </a:lnTo>
                  <a:lnTo>
                    <a:pt x="44196" y="70199"/>
                  </a:lnTo>
                  <a:close/>
                </a:path>
                <a:path w="59689" h="79375">
                  <a:moveTo>
                    <a:pt x="59531" y="77819"/>
                  </a:moveTo>
                  <a:lnTo>
                    <a:pt x="47244" y="77819"/>
                  </a:lnTo>
                  <a:lnTo>
                    <a:pt x="47244" y="65627"/>
                  </a:lnTo>
                  <a:lnTo>
                    <a:pt x="59531" y="65627"/>
                  </a:lnTo>
                  <a:lnTo>
                    <a:pt x="59531" y="77819"/>
                  </a:lnTo>
                  <a:close/>
                </a:path>
              </a:pathLst>
            </a:custGeom>
            <a:solidFill>
              <a:srgbClr val="232323"/>
            </a:solidFill>
          </p:spPr>
          <p:txBody>
            <a:bodyPr wrap="square" lIns="0" tIns="0" rIns="0" bIns="0" rtlCol="0"/>
            <a:lstStyle/>
            <a:p>
              <a:endParaRPr/>
            </a:p>
          </p:txBody>
        </p:sp>
        <p:pic>
          <p:nvPicPr>
            <p:cNvPr id="89" name="object 89"/>
            <p:cNvPicPr/>
            <p:nvPr/>
          </p:nvPicPr>
          <p:blipFill>
            <a:blip r:embed="rId61" cstate="print"/>
            <a:stretch>
              <a:fillRect/>
            </a:stretch>
          </p:blipFill>
          <p:spPr>
            <a:xfrm>
              <a:off x="2474213" y="4054506"/>
              <a:ext cx="151352" cy="114490"/>
            </a:xfrm>
            <a:prstGeom prst="rect">
              <a:avLst/>
            </a:prstGeom>
          </p:spPr>
        </p:pic>
        <p:pic>
          <p:nvPicPr>
            <p:cNvPr id="90" name="object 90"/>
            <p:cNvPicPr/>
            <p:nvPr/>
          </p:nvPicPr>
          <p:blipFill>
            <a:blip r:embed="rId62" cstate="print"/>
            <a:stretch>
              <a:fillRect/>
            </a:stretch>
          </p:blipFill>
          <p:spPr>
            <a:xfrm>
              <a:off x="2692622" y="4056030"/>
              <a:ext cx="1743646" cy="148018"/>
            </a:xfrm>
            <a:prstGeom prst="rect">
              <a:avLst/>
            </a:prstGeom>
          </p:spPr>
        </p:pic>
        <p:sp>
          <p:nvSpPr>
            <p:cNvPr id="91" name="object 91"/>
            <p:cNvSpPr/>
            <p:nvPr/>
          </p:nvSpPr>
          <p:spPr>
            <a:xfrm>
              <a:off x="1663636" y="4385691"/>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92" name="object 92"/>
            <p:cNvPicPr/>
            <p:nvPr/>
          </p:nvPicPr>
          <p:blipFill>
            <a:blip r:embed="rId63" cstate="print"/>
            <a:stretch>
              <a:fillRect/>
            </a:stretch>
          </p:blipFill>
          <p:spPr>
            <a:xfrm>
              <a:off x="1855946" y="4341304"/>
              <a:ext cx="2545175" cy="148018"/>
            </a:xfrm>
            <a:prstGeom prst="rect">
              <a:avLst/>
            </a:prstGeom>
          </p:spPr>
        </p:pic>
        <p:sp>
          <p:nvSpPr>
            <p:cNvPr id="93" name="object 93"/>
            <p:cNvSpPr/>
            <p:nvPr/>
          </p:nvSpPr>
          <p:spPr>
            <a:xfrm>
              <a:off x="1663636" y="4672584"/>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94" name="object 94"/>
            <p:cNvPicPr/>
            <p:nvPr/>
          </p:nvPicPr>
          <p:blipFill>
            <a:blip r:embed="rId64" cstate="print"/>
            <a:stretch>
              <a:fillRect/>
            </a:stretch>
          </p:blipFill>
          <p:spPr>
            <a:xfrm>
              <a:off x="1865090" y="4625244"/>
              <a:ext cx="1430655" cy="149542"/>
            </a:xfrm>
            <a:prstGeom prst="rect">
              <a:avLst/>
            </a:prstGeom>
          </p:spPr>
        </p:pic>
        <p:sp>
          <p:nvSpPr>
            <p:cNvPr id="95" name="object 95"/>
            <p:cNvSpPr/>
            <p:nvPr/>
          </p:nvSpPr>
          <p:spPr>
            <a:xfrm>
              <a:off x="3353752" y="4632864"/>
              <a:ext cx="12700" cy="107314"/>
            </a:xfrm>
            <a:custGeom>
              <a:avLst/>
              <a:gdLst/>
              <a:ahLst/>
              <a:cxnLst/>
              <a:rect l="l" t="t" r="r" b="b"/>
              <a:pathLst>
                <a:path w="12700" h="107314">
                  <a:moveTo>
                    <a:pt x="12191" y="106775"/>
                  </a:moveTo>
                  <a:lnTo>
                    <a:pt x="0" y="106775"/>
                  </a:lnTo>
                  <a:lnTo>
                    <a:pt x="0" y="0"/>
                  </a:lnTo>
                  <a:lnTo>
                    <a:pt x="12191" y="0"/>
                  </a:lnTo>
                  <a:lnTo>
                    <a:pt x="12191" y="106775"/>
                  </a:lnTo>
                  <a:close/>
                </a:path>
              </a:pathLst>
            </a:custGeom>
            <a:solidFill>
              <a:srgbClr val="232323"/>
            </a:solidFill>
          </p:spPr>
          <p:txBody>
            <a:bodyPr wrap="square" lIns="0" tIns="0" rIns="0" bIns="0" rtlCol="0"/>
            <a:lstStyle/>
            <a:p>
              <a:endParaRPr/>
            </a:p>
          </p:txBody>
        </p:sp>
        <p:pic>
          <p:nvPicPr>
            <p:cNvPr id="96" name="object 96"/>
            <p:cNvPicPr/>
            <p:nvPr/>
          </p:nvPicPr>
          <p:blipFill>
            <a:blip r:embed="rId65" cstate="print"/>
            <a:stretch>
              <a:fillRect/>
            </a:stretch>
          </p:blipFill>
          <p:spPr>
            <a:xfrm>
              <a:off x="3481958" y="4632864"/>
              <a:ext cx="108394" cy="106775"/>
            </a:xfrm>
            <a:prstGeom prst="rect">
              <a:avLst/>
            </a:prstGeom>
          </p:spPr>
        </p:pic>
        <p:pic>
          <p:nvPicPr>
            <p:cNvPr id="97" name="object 97"/>
            <p:cNvPicPr/>
            <p:nvPr/>
          </p:nvPicPr>
          <p:blipFill>
            <a:blip r:embed="rId66" cstate="print"/>
            <a:stretch>
              <a:fillRect/>
            </a:stretch>
          </p:blipFill>
          <p:spPr>
            <a:xfrm>
              <a:off x="3393471" y="4632864"/>
              <a:ext cx="65627" cy="106775"/>
            </a:xfrm>
            <a:prstGeom prst="rect">
              <a:avLst/>
            </a:prstGeom>
          </p:spPr>
        </p:pic>
        <p:pic>
          <p:nvPicPr>
            <p:cNvPr id="98" name="object 98"/>
            <p:cNvPicPr/>
            <p:nvPr/>
          </p:nvPicPr>
          <p:blipFill>
            <a:blip r:embed="rId67" cstate="print"/>
            <a:stretch>
              <a:fillRect/>
            </a:stretch>
          </p:blipFill>
          <p:spPr>
            <a:xfrm>
              <a:off x="3660648" y="4632864"/>
              <a:ext cx="277844" cy="143351"/>
            </a:xfrm>
            <a:prstGeom prst="rect">
              <a:avLst/>
            </a:prstGeom>
          </p:spPr>
        </p:pic>
        <p:pic>
          <p:nvPicPr>
            <p:cNvPr id="99" name="object 99"/>
            <p:cNvPicPr/>
            <p:nvPr/>
          </p:nvPicPr>
          <p:blipFill>
            <a:blip r:embed="rId68" cstate="print"/>
            <a:stretch>
              <a:fillRect/>
            </a:stretch>
          </p:blipFill>
          <p:spPr>
            <a:xfrm>
              <a:off x="3984212" y="4628293"/>
              <a:ext cx="245935" cy="112871"/>
            </a:xfrm>
            <a:prstGeom prst="rect">
              <a:avLst/>
            </a:prstGeom>
          </p:spPr>
        </p:pic>
        <p:sp>
          <p:nvSpPr>
            <p:cNvPr id="100" name="object 100"/>
            <p:cNvSpPr/>
            <p:nvPr/>
          </p:nvSpPr>
          <p:spPr>
            <a:xfrm>
              <a:off x="1405604" y="4957857"/>
              <a:ext cx="38735" cy="38735"/>
            </a:xfrm>
            <a:custGeom>
              <a:avLst/>
              <a:gdLst/>
              <a:ahLst/>
              <a:cxnLst/>
              <a:rect l="l" t="t" r="r" b="b"/>
              <a:pathLst>
                <a:path w="38734" h="38735">
                  <a:moveTo>
                    <a:pt x="24384" y="38195"/>
                  </a:moveTo>
                  <a:lnTo>
                    <a:pt x="19812" y="38195"/>
                  </a:lnTo>
                  <a:lnTo>
                    <a:pt x="13716" y="38195"/>
                  </a:lnTo>
                  <a:lnTo>
                    <a:pt x="9144" y="36671"/>
                  </a:lnTo>
                  <a:lnTo>
                    <a:pt x="6096" y="32099"/>
                  </a:lnTo>
                  <a:lnTo>
                    <a:pt x="1524" y="29051"/>
                  </a:lnTo>
                  <a:lnTo>
                    <a:pt x="0" y="24383"/>
                  </a:lnTo>
                  <a:lnTo>
                    <a:pt x="0" y="13715"/>
                  </a:lnTo>
                  <a:lnTo>
                    <a:pt x="1524" y="9143"/>
                  </a:lnTo>
                  <a:lnTo>
                    <a:pt x="6096" y="6095"/>
                  </a:lnTo>
                  <a:lnTo>
                    <a:pt x="9144" y="1523"/>
                  </a:lnTo>
                  <a:lnTo>
                    <a:pt x="13716" y="0"/>
                  </a:lnTo>
                  <a:lnTo>
                    <a:pt x="24384" y="0"/>
                  </a:lnTo>
                  <a:lnTo>
                    <a:pt x="28956" y="1523"/>
                  </a:lnTo>
                  <a:lnTo>
                    <a:pt x="32004" y="6095"/>
                  </a:lnTo>
                  <a:lnTo>
                    <a:pt x="36671" y="9143"/>
                  </a:lnTo>
                  <a:lnTo>
                    <a:pt x="38195" y="13715"/>
                  </a:lnTo>
                  <a:lnTo>
                    <a:pt x="38195" y="24383"/>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101" name="object 101"/>
            <p:cNvPicPr/>
            <p:nvPr/>
          </p:nvPicPr>
          <p:blipFill>
            <a:blip r:embed="rId69" cstate="print"/>
            <a:stretch>
              <a:fillRect/>
            </a:stretch>
          </p:blipFill>
          <p:spPr>
            <a:xfrm>
              <a:off x="1596390" y="4913566"/>
              <a:ext cx="2935985" cy="148113"/>
            </a:xfrm>
            <a:prstGeom prst="rect">
              <a:avLst/>
            </a:prstGeom>
          </p:spPr>
        </p:pic>
        <p:sp>
          <p:nvSpPr>
            <p:cNvPr id="102" name="object 102"/>
            <p:cNvSpPr/>
            <p:nvPr/>
          </p:nvSpPr>
          <p:spPr>
            <a:xfrm>
              <a:off x="1663636" y="5244845"/>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03" name="object 103"/>
            <p:cNvPicPr/>
            <p:nvPr/>
          </p:nvPicPr>
          <p:blipFill>
            <a:blip r:embed="rId70" cstate="print"/>
            <a:stretch>
              <a:fillRect/>
            </a:stretch>
          </p:blipFill>
          <p:spPr>
            <a:xfrm>
              <a:off x="3620928" y="5205126"/>
              <a:ext cx="108394" cy="106775"/>
            </a:xfrm>
            <a:prstGeom prst="rect">
              <a:avLst/>
            </a:prstGeom>
          </p:spPr>
        </p:pic>
        <p:pic>
          <p:nvPicPr>
            <p:cNvPr id="104" name="object 104"/>
            <p:cNvPicPr/>
            <p:nvPr/>
          </p:nvPicPr>
          <p:blipFill>
            <a:blip r:embed="rId71" cstate="print"/>
            <a:stretch>
              <a:fillRect/>
            </a:stretch>
          </p:blipFill>
          <p:spPr>
            <a:xfrm>
              <a:off x="3750754" y="5212746"/>
              <a:ext cx="259556" cy="100679"/>
            </a:xfrm>
            <a:prstGeom prst="rect">
              <a:avLst/>
            </a:prstGeom>
          </p:spPr>
        </p:pic>
        <p:pic>
          <p:nvPicPr>
            <p:cNvPr id="105" name="object 105"/>
            <p:cNvPicPr/>
            <p:nvPr/>
          </p:nvPicPr>
          <p:blipFill>
            <a:blip r:embed="rId72" cstate="print"/>
            <a:stretch>
              <a:fillRect/>
            </a:stretch>
          </p:blipFill>
          <p:spPr>
            <a:xfrm>
              <a:off x="4074414" y="5205126"/>
              <a:ext cx="108394" cy="106775"/>
            </a:xfrm>
            <a:prstGeom prst="rect">
              <a:avLst/>
            </a:prstGeom>
          </p:spPr>
        </p:pic>
        <p:sp>
          <p:nvSpPr>
            <p:cNvPr id="106" name="object 106"/>
            <p:cNvSpPr/>
            <p:nvPr/>
          </p:nvSpPr>
          <p:spPr>
            <a:xfrm>
              <a:off x="4207192" y="5200554"/>
              <a:ext cx="17145" cy="111760"/>
            </a:xfrm>
            <a:custGeom>
              <a:avLst/>
              <a:gdLst/>
              <a:ahLst/>
              <a:cxnLst/>
              <a:rect l="l" t="t" r="r" b="b"/>
              <a:pathLst>
                <a:path w="17145" h="111760">
                  <a:moveTo>
                    <a:pt x="12287" y="16764"/>
                  </a:moveTo>
                  <a:lnTo>
                    <a:pt x="3048" y="16764"/>
                  </a:lnTo>
                  <a:lnTo>
                    <a:pt x="0" y="13716"/>
                  </a:lnTo>
                  <a:lnTo>
                    <a:pt x="0" y="4572"/>
                  </a:lnTo>
                  <a:lnTo>
                    <a:pt x="3048" y="1524"/>
                  </a:lnTo>
                  <a:lnTo>
                    <a:pt x="6096" y="0"/>
                  </a:lnTo>
                  <a:lnTo>
                    <a:pt x="10763" y="0"/>
                  </a:lnTo>
                  <a:lnTo>
                    <a:pt x="13811" y="3048"/>
                  </a:lnTo>
                  <a:lnTo>
                    <a:pt x="16859" y="4572"/>
                  </a:lnTo>
                  <a:lnTo>
                    <a:pt x="16859" y="13716"/>
                  </a:lnTo>
                  <a:lnTo>
                    <a:pt x="13811" y="15240"/>
                  </a:lnTo>
                  <a:lnTo>
                    <a:pt x="12287" y="16764"/>
                  </a:lnTo>
                  <a:close/>
                </a:path>
                <a:path w="17145" h="111760">
                  <a:moveTo>
                    <a:pt x="13811" y="111442"/>
                  </a:moveTo>
                  <a:lnTo>
                    <a:pt x="1524" y="111442"/>
                  </a:lnTo>
                  <a:lnTo>
                    <a:pt x="1524" y="35147"/>
                  </a:lnTo>
                  <a:lnTo>
                    <a:pt x="13811" y="35147"/>
                  </a:lnTo>
                  <a:lnTo>
                    <a:pt x="13811" y="111442"/>
                  </a:lnTo>
                  <a:close/>
                </a:path>
              </a:pathLst>
            </a:custGeom>
            <a:solidFill>
              <a:srgbClr val="232323"/>
            </a:solidFill>
          </p:spPr>
          <p:txBody>
            <a:bodyPr wrap="square" lIns="0" tIns="0" rIns="0" bIns="0" rtlCol="0"/>
            <a:lstStyle/>
            <a:p>
              <a:endParaRPr/>
            </a:p>
          </p:txBody>
        </p:sp>
        <p:pic>
          <p:nvPicPr>
            <p:cNvPr id="107" name="object 107"/>
            <p:cNvPicPr/>
            <p:nvPr/>
          </p:nvPicPr>
          <p:blipFill>
            <a:blip r:embed="rId73" cstate="print"/>
            <a:stretch>
              <a:fillRect/>
            </a:stretch>
          </p:blipFill>
          <p:spPr>
            <a:xfrm>
              <a:off x="4245387" y="5234082"/>
              <a:ext cx="177069" cy="79343"/>
            </a:xfrm>
            <a:prstGeom prst="rect">
              <a:avLst/>
            </a:prstGeom>
          </p:spPr>
        </p:pic>
        <p:pic>
          <p:nvPicPr>
            <p:cNvPr id="108" name="object 108"/>
            <p:cNvPicPr/>
            <p:nvPr/>
          </p:nvPicPr>
          <p:blipFill>
            <a:blip r:embed="rId74" cstate="print"/>
            <a:stretch>
              <a:fillRect/>
            </a:stretch>
          </p:blipFill>
          <p:spPr>
            <a:xfrm>
              <a:off x="4442365" y="5234082"/>
              <a:ext cx="64103" cy="97726"/>
            </a:xfrm>
            <a:prstGeom prst="rect">
              <a:avLst/>
            </a:prstGeom>
          </p:spPr>
        </p:pic>
        <p:pic>
          <p:nvPicPr>
            <p:cNvPr id="109" name="object 109"/>
            <p:cNvPicPr/>
            <p:nvPr/>
          </p:nvPicPr>
          <p:blipFill>
            <a:blip r:embed="rId75" cstate="print"/>
            <a:stretch>
              <a:fillRect/>
            </a:stretch>
          </p:blipFill>
          <p:spPr>
            <a:xfrm>
              <a:off x="4564475" y="5203602"/>
              <a:ext cx="87058" cy="109823"/>
            </a:xfrm>
            <a:prstGeom prst="rect">
              <a:avLst/>
            </a:prstGeom>
          </p:spPr>
        </p:pic>
        <p:sp>
          <p:nvSpPr>
            <p:cNvPr id="110" name="object 110"/>
            <p:cNvSpPr/>
            <p:nvPr/>
          </p:nvSpPr>
          <p:spPr>
            <a:xfrm>
              <a:off x="4674393" y="5199031"/>
              <a:ext cx="12700" cy="113030"/>
            </a:xfrm>
            <a:custGeom>
              <a:avLst/>
              <a:gdLst/>
              <a:ahLst/>
              <a:cxnLst/>
              <a:rect l="l" t="t" r="r" b="b"/>
              <a:pathLst>
                <a:path w="12700" h="113029">
                  <a:moveTo>
                    <a:pt x="12191" y="112871"/>
                  </a:moveTo>
                  <a:lnTo>
                    <a:pt x="0" y="112871"/>
                  </a:lnTo>
                  <a:lnTo>
                    <a:pt x="0" y="0"/>
                  </a:lnTo>
                  <a:lnTo>
                    <a:pt x="12191" y="0"/>
                  </a:lnTo>
                  <a:lnTo>
                    <a:pt x="12191" y="112871"/>
                  </a:lnTo>
                  <a:close/>
                </a:path>
              </a:pathLst>
            </a:custGeom>
            <a:solidFill>
              <a:srgbClr val="232323"/>
            </a:solidFill>
          </p:spPr>
          <p:txBody>
            <a:bodyPr wrap="square" lIns="0" tIns="0" rIns="0" bIns="0" rtlCol="0"/>
            <a:lstStyle/>
            <a:p>
              <a:endParaRPr/>
            </a:p>
          </p:txBody>
        </p:sp>
        <p:pic>
          <p:nvPicPr>
            <p:cNvPr id="111" name="object 111"/>
            <p:cNvPicPr/>
            <p:nvPr/>
          </p:nvPicPr>
          <p:blipFill>
            <a:blip r:embed="rId76" cstate="print"/>
            <a:stretch>
              <a:fillRect/>
            </a:stretch>
          </p:blipFill>
          <p:spPr>
            <a:xfrm>
              <a:off x="4706493" y="5234083"/>
              <a:ext cx="74771" cy="79343"/>
            </a:xfrm>
            <a:prstGeom prst="rect">
              <a:avLst/>
            </a:prstGeom>
          </p:spPr>
        </p:pic>
        <p:pic>
          <p:nvPicPr>
            <p:cNvPr id="112" name="object 112"/>
            <p:cNvPicPr/>
            <p:nvPr/>
          </p:nvPicPr>
          <p:blipFill>
            <a:blip r:embed="rId77" cstate="print"/>
            <a:stretch>
              <a:fillRect/>
            </a:stretch>
          </p:blipFill>
          <p:spPr>
            <a:xfrm>
              <a:off x="4801171" y="5199030"/>
              <a:ext cx="143446" cy="114395"/>
            </a:xfrm>
            <a:prstGeom prst="rect">
              <a:avLst/>
            </a:prstGeom>
          </p:spPr>
        </p:pic>
        <p:sp>
          <p:nvSpPr>
            <p:cNvPr id="113" name="object 113"/>
            <p:cNvSpPr/>
            <p:nvPr/>
          </p:nvSpPr>
          <p:spPr>
            <a:xfrm>
              <a:off x="4969097" y="5199031"/>
              <a:ext cx="12700" cy="113030"/>
            </a:xfrm>
            <a:custGeom>
              <a:avLst/>
              <a:gdLst/>
              <a:ahLst/>
              <a:cxnLst/>
              <a:rect l="l" t="t" r="r" b="b"/>
              <a:pathLst>
                <a:path w="12700" h="113029">
                  <a:moveTo>
                    <a:pt x="12191" y="112871"/>
                  </a:moveTo>
                  <a:lnTo>
                    <a:pt x="0" y="112871"/>
                  </a:lnTo>
                  <a:lnTo>
                    <a:pt x="0" y="0"/>
                  </a:lnTo>
                  <a:lnTo>
                    <a:pt x="12191" y="0"/>
                  </a:lnTo>
                  <a:lnTo>
                    <a:pt x="12191" y="112871"/>
                  </a:lnTo>
                  <a:close/>
                </a:path>
              </a:pathLst>
            </a:custGeom>
            <a:solidFill>
              <a:srgbClr val="232323"/>
            </a:solidFill>
          </p:spPr>
          <p:txBody>
            <a:bodyPr wrap="square" lIns="0" tIns="0" rIns="0" bIns="0" rtlCol="0"/>
            <a:lstStyle/>
            <a:p>
              <a:endParaRPr/>
            </a:p>
          </p:txBody>
        </p:sp>
        <p:pic>
          <p:nvPicPr>
            <p:cNvPr id="114" name="object 114"/>
            <p:cNvPicPr/>
            <p:nvPr/>
          </p:nvPicPr>
          <p:blipFill>
            <a:blip r:embed="rId78" cstate="print"/>
            <a:stretch>
              <a:fillRect/>
            </a:stretch>
          </p:blipFill>
          <p:spPr>
            <a:xfrm>
              <a:off x="5048440" y="5205126"/>
              <a:ext cx="109918" cy="106775"/>
            </a:xfrm>
            <a:prstGeom prst="rect">
              <a:avLst/>
            </a:prstGeom>
          </p:spPr>
        </p:pic>
        <p:sp>
          <p:nvSpPr>
            <p:cNvPr id="115" name="object 115"/>
            <p:cNvSpPr/>
            <p:nvPr/>
          </p:nvSpPr>
          <p:spPr>
            <a:xfrm>
              <a:off x="5181314" y="5200554"/>
              <a:ext cx="18415" cy="111760"/>
            </a:xfrm>
            <a:custGeom>
              <a:avLst/>
              <a:gdLst/>
              <a:ahLst/>
              <a:cxnLst/>
              <a:rect l="l" t="t" r="r" b="b"/>
              <a:pathLst>
                <a:path w="18414" h="111760">
                  <a:moveTo>
                    <a:pt x="13811" y="16764"/>
                  </a:moveTo>
                  <a:lnTo>
                    <a:pt x="4572" y="16764"/>
                  </a:lnTo>
                  <a:lnTo>
                    <a:pt x="1524" y="13716"/>
                  </a:lnTo>
                  <a:lnTo>
                    <a:pt x="0" y="10668"/>
                  </a:lnTo>
                  <a:lnTo>
                    <a:pt x="0" y="6096"/>
                  </a:lnTo>
                  <a:lnTo>
                    <a:pt x="6096" y="0"/>
                  </a:lnTo>
                  <a:lnTo>
                    <a:pt x="12192" y="0"/>
                  </a:lnTo>
                  <a:lnTo>
                    <a:pt x="13811" y="1524"/>
                  </a:lnTo>
                  <a:lnTo>
                    <a:pt x="18383" y="6096"/>
                  </a:lnTo>
                  <a:lnTo>
                    <a:pt x="18383" y="10668"/>
                  </a:lnTo>
                  <a:lnTo>
                    <a:pt x="16859" y="13716"/>
                  </a:lnTo>
                  <a:lnTo>
                    <a:pt x="13811" y="16764"/>
                  </a:lnTo>
                  <a:close/>
                </a:path>
                <a:path w="18414" h="111760">
                  <a:moveTo>
                    <a:pt x="15335" y="111442"/>
                  </a:moveTo>
                  <a:lnTo>
                    <a:pt x="3048" y="111442"/>
                  </a:lnTo>
                  <a:lnTo>
                    <a:pt x="3048" y="35147"/>
                  </a:lnTo>
                  <a:lnTo>
                    <a:pt x="15335" y="35147"/>
                  </a:lnTo>
                  <a:lnTo>
                    <a:pt x="15335" y="111442"/>
                  </a:lnTo>
                  <a:close/>
                </a:path>
              </a:pathLst>
            </a:custGeom>
            <a:solidFill>
              <a:srgbClr val="232323"/>
            </a:solidFill>
          </p:spPr>
          <p:txBody>
            <a:bodyPr wrap="square" lIns="0" tIns="0" rIns="0" bIns="0" rtlCol="0"/>
            <a:lstStyle/>
            <a:p>
              <a:endParaRPr/>
            </a:p>
          </p:txBody>
        </p:sp>
        <p:pic>
          <p:nvPicPr>
            <p:cNvPr id="116" name="object 116"/>
            <p:cNvPicPr/>
            <p:nvPr/>
          </p:nvPicPr>
          <p:blipFill>
            <a:blip r:embed="rId79" cstate="print"/>
            <a:stretch>
              <a:fillRect/>
            </a:stretch>
          </p:blipFill>
          <p:spPr>
            <a:xfrm>
              <a:off x="1855946" y="5199030"/>
              <a:ext cx="2249042" cy="358616"/>
            </a:xfrm>
            <a:prstGeom prst="rect">
              <a:avLst/>
            </a:prstGeom>
          </p:spPr>
        </p:pic>
        <p:pic>
          <p:nvPicPr>
            <p:cNvPr id="117" name="object 117"/>
            <p:cNvPicPr/>
            <p:nvPr/>
          </p:nvPicPr>
          <p:blipFill>
            <a:blip r:embed="rId80" cstate="print"/>
            <a:stretch>
              <a:fillRect/>
            </a:stretch>
          </p:blipFill>
          <p:spPr>
            <a:xfrm>
              <a:off x="5220938" y="5234082"/>
              <a:ext cx="175640" cy="79343"/>
            </a:xfrm>
            <a:prstGeom prst="rect">
              <a:avLst/>
            </a:prstGeom>
          </p:spPr>
        </p:pic>
        <p:pic>
          <p:nvPicPr>
            <p:cNvPr id="118" name="object 118"/>
            <p:cNvPicPr/>
            <p:nvPr/>
          </p:nvPicPr>
          <p:blipFill>
            <a:blip r:embed="rId81" cstate="print"/>
            <a:stretch>
              <a:fillRect/>
            </a:stretch>
          </p:blipFill>
          <p:spPr>
            <a:xfrm>
              <a:off x="5416390" y="5234082"/>
              <a:ext cx="64103" cy="97726"/>
            </a:xfrm>
            <a:prstGeom prst="rect">
              <a:avLst/>
            </a:prstGeom>
          </p:spPr>
        </p:pic>
        <p:pic>
          <p:nvPicPr>
            <p:cNvPr id="119" name="object 119"/>
            <p:cNvPicPr/>
            <p:nvPr/>
          </p:nvPicPr>
          <p:blipFill>
            <a:blip r:embed="rId82" cstate="print"/>
            <a:stretch>
              <a:fillRect/>
            </a:stretch>
          </p:blipFill>
          <p:spPr>
            <a:xfrm>
              <a:off x="5546217" y="5205126"/>
              <a:ext cx="109918" cy="106775"/>
            </a:xfrm>
            <a:prstGeom prst="rect">
              <a:avLst/>
            </a:prstGeom>
          </p:spPr>
        </p:pic>
        <p:pic>
          <p:nvPicPr>
            <p:cNvPr id="120" name="object 120"/>
            <p:cNvPicPr/>
            <p:nvPr/>
          </p:nvPicPr>
          <p:blipFill>
            <a:blip r:embed="rId83" cstate="print"/>
            <a:stretch>
              <a:fillRect/>
            </a:stretch>
          </p:blipFill>
          <p:spPr>
            <a:xfrm>
              <a:off x="5677400" y="5212651"/>
              <a:ext cx="259532" cy="100774"/>
            </a:xfrm>
            <a:prstGeom prst="rect">
              <a:avLst/>
            </a:prstGeom>
          </p:spPr>
        </p:pic>
        <p:sp>
          <p:nvSpPr>
            <p:cNvPr id="121" name="object 121"/>
            <p:cNvSpPr/>
            <p:nvPr/>
          </p:nvSpPr>
          <p:spPr>
            <a:xfrm>
              <a:off x="1663636" y="5740812"/>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22" name="object 122"/>
            <p:cNvPicPr/>
            <p:nvPr/>
          </p:nvPicPr>
          <p:blipFill>
            <a:blip r:embed="rId84" cstate="print"/>
            <a:stretch>
              <a:fillRect/>
            </a:stretch>
          </p:blipFill>
          <p:spPr>
            <a:xfrm>
              <a:off x="1854422" y="5693473"/>
              <a:ext cx="4155852" cy="360140"/>
            </a:xfrm>
            <a:prstGeom prst="rect">
              <a:avLst/>
            </a:prstGeom>
          </p:spPr>
        </p:pic>
        <p:sp>
          <p:nvSpPr>
            <p:cNvPr id="123" name="object 123"/>
            <p:cNvSpPr/>
            <p:nvPr/>
          </p:nvSpPr>
          <p:spPr>
            <a:xfrm>
              <a:off x="1335309" y="6294787"/>
              <a:ext cx="5124450" cy="20320"/>
            </a:xfrm>
            <a:custGeom>
              <a:avLst/>
              <a:gdLst/>
              <a:ahLst/>
              <a:cxnLst/>
              <a:rect l="l" t="t" r="r" b="b"/>
              <a:pathLst>
                <a:path w="5124450" h="20320">
                  <a:moveTo>
                    <a:pt x="5114734" y="19812"/>
                  </a:moveTo>
                  <a:lnTo>
                    <a:pt x="9239" y="19812"/>
                  </a:lnTo>
                  <a:lnTo>
                    <a:pt x="7715" y="18288"/>
                  </a:lnTo>
                  <a:lnTo>
                    <a:pt x="4667" y="18288"/>
                  </a:lnTo>
                  <a:lnTo>
                    <a:pt x="3143" y="16764"/>
                  </a:lnTo>
                  <a:lnTo>
                    <a:pt x="1524" y="13716"/>
                  </a:lnTo>
                  <a:lnTo>
                    <a:pt x="0" y="12192"/>
                  </a:lnTo>
                  <a:lnTo>
                    <a:pt x="0" y="9144"/>
                  </a:lnTo>
                  <a:lnTo>
                    <a:pt x="0" y="7620"/>
                  </a:lnTo>
                  <a:lnTo>
                    <a:pt x="1524" y="4572"/>
                  </a:lnTo>
                  <a:lnTo>
                    <a:pt x="4667" y="1524"/>
                  </a:lnTo>
                  <a:lnTo>
                    <a:pt x="7715" y="0"/>
                  </a:lnTo>
                  <a:lnTo>
                    <a:pt x="5117782" y="0"/>
                  </a:lnTo>
                  <a:lnTo>
                    <a:pt x="5120830" y="3048"/>
                  </a:lnTo>
                  <a:lnTo>
                    <a:pt x="5123878" y="4572"/>
                  </a:lnTo>
                  <a:lnTo>
                    <a:pt x="5123878" y="13716"/>
                  </a:lnTo>
                  <a:lnTo>
                    <a:pt x="5119306" y="18288"/>
                  </a:lnTo>
                  <a:lnTo>
                    <a:pt x="5117782" y="18288"/>
                  </a:lnTo>
                  <a:lnTo>
                    <a:pt x="5114734" y="19812"/>
                  </a:lnTo>
                  <a:close/>
                </a:path>
              </a:pathLst>
            </a:custGeom>
            <a:solidFill>
              <a:srgbClr val="707070"/>
            </a:solidFill>
          </p:spPr>
          <p:txBody>
            <a:bodyPr wrap="square" lIns="0" tIns="0" rIns="0" bIns="0" rtlCol="0"/>
            <a:lstStyle/>
            <a:p>
              <a:endParaRPr/>
            </a:p>
          </p:txBody>
        </p:sp>
        <p:pic>
          <p:nvPicPr>
            <p:cNvPr id="124" name="object 124"/>
            <p:cNvPicPr/>
            <p:nvPr/>
          </p:nvPicPr>
          <p:blipFill>
            <a:blip r:embed="rId85" cstate="print"/>
            <a:stretch>
              <a:fillRect/>
            </a:stretch>
          </p:blipFill>
          <p:spPr>
            <a:xfrm>
              <a:off x="1343025" y="6676262"/>
              <a:ext cx="134302" cy="135826"/>
            </a:xfrm>
            <a:prstGeom prst="rect">
              <a:avLst/>
            </a:prstGeom>
          </p:spPr>
        </p:pic>
        <p:pic>
          <p:nvPicPr>
            <p:cNvPr id="125" name="object 125"/>
            <p:cNvPicPr/>
            <p:nvPr/>
          </p:nvPicPr>
          <p:blipFill>
            <a:blip r:embed="rId86" cstate="print"/>
            <a:stretch>
              <a:fillRect/>
            </a:stretch>
          </p:blipFill>
          <p:spPr>
            <a:xfrm>
              <a:off x="1546002" y="6676263"/>
              <a:ext cx="355758" cy="135921"/>
            </a:xfrm>
            <a:prstGeom prst="rect">
              <a:avLst/>
            </a:prstGeom>
          </p:spPr>
        </p:pic>
        <p:pic>
          <p:nvPicPr>
            <p:cNvPr id="126" name="object 126"/>
            <p:cNvPicPr/>
            <p:nvPr/>
          </p:nvPicPr>
          <p:blipFill>
            <a:blip r:embed="rId87" cstate="print"/>
            <a:stretch>
              <a:fillRect/>
            </a:stretch>
          </p:blipFill>
          <p:spPr>
            <a:xfrm>
              <a:off x="1965864" y="6667118"/>
              <a:ext cx="1522285" cy="144970"/>
            </a:xfrm>
            <a:prstGeom prst="rect">
              <a:avLst/>
            </a:prstGeom>
          </p:spPr>
        </p:pic>
        <p:sp>
          <p:nvSpPr>
            <p:cNvPr id="127" name="object 127"/>
            <p:cNvSpPr/>
            <p:nvPr/>
          </p:nvSpPr>
          <p:spPr>
            <a:xfrm>
              <a:off x="1405604" y="7018114"/>
              <a:ext cx="38735" cy="38735"/>
            </a:xfrm>
            <a:custGeom>
              <a:avLst/>
              <a:gdLst/>
              <a:ahLst/>
              <a:cxnLst/>
              <a:rect l="l" t="t" r="r" b="b"/>
              <a:pathLst>
                <a:path w="38734" h="38734">
                  <a:moveTo>
                    <a:pt x="24384" y="38195"/>
                  </a:moveTo>
                  <a:lnTo>
                    <a:pt x="19812" y="38195"/>
                  </a:lnTo>
                  <a:lnTo>
                    <a:pt x="13716" y="38195"/>
                  </a:lnTo>
                  <a:lnTo>
                    <a:pt x="9144" y="36671"/>
                  </a:lnTo>
                  <a:lnTo>
                    <a:pt x="6096" y="32099"/>
                  </a:lnTo>
                  <a:lnTo>
                    <a:pt x="1524" y="29051"/>
                  </a:lnTo>
                  <a:lnTo>
                    <a:pt x="0" y="24383"/>
                  </a:lnTo>
                  <a:lnTo>
                    <a:pt x="0" y="13715"/>
                  </a:lnTo>
                  <a:lnTo>
                    <a:pt x="1524" y="9143"/>
                  </a:lnTo>
                  <a:lnTo>
                    <a:pt x="6096" y="6095"/>
                  </a:lnTo>
                  <a:lnTo>
                    <a:pt x="9144" y="1523"/>
                  </a:lnTo>
                  <a:lnTo>
                    <a:pt x="13716" y="0"/>
                  </a:lnTo>
                  <a:lnTo>
                    <a:pt x="24384" y="0"/>
                  </a:lnTo>
                  <a:lnTo>
                    <a:pt x="28956" y="1523"/>
                  </a:lnTo>
                  <a:lnTo>
                    <a:pt x="32004" y="6095"/>
                  </a:lnTo>
                  <a:lnTo>
                    <a:pt x="36671" y="9143"/>
                  </a:lnTo>
                  <a:lnTo>
                    <a:pt x="38195" y="13715"/>
                  </a:lnTo>
                  <a:lnTo>
                    <a:pt x="38195" y="24383"/>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128" name="object 128"/>
            <p:cNvPicPr/>
            <p:nvPr/>
          </p:nvPicPr>
          <p:blipFill>
            <a:blip r:embed="rId88" cstate="print"/>
            <a:stretch>
              <a:fillRect/>
            </a:stretch>
          </p:blipFill>
          <p:spPr>
            <a:xfrm>
              <a:off x="1596390" y="6973823"/>
              <a:ext cx="342042" cy="114586"/>
            </a:xfrm>
            <a:prstGeom prst="rect">
              <a:avLst/>
            </a:prstGeom>
          </p:spPr>
        </p:pic>
        <p:sp>
          <p:nvSpPr>
            <p:cNvPr id="129" name="object 129"/>
            <p:cNvSpPr/>
            <p:nvPr/>
          </p:nvSpPr>
          <p:spPr>
            <a:xfrm>
              <a:off x="1985772" y="6976884"/>
              <a:ext cx="99695" cy="111760"/>
            </a:xfrm>
            <a:custGeom>
              <a:avLst/>
              <a:gdLst/>
              <a:ahLst/>
              <a:cxnLst/>
              <a:rect l="l" t="t" r="r" b="b"/>
              <a:pathLst>
                <a:path w="99694" h="111759">
                  <a:moveTo>
                    <a:pt x="48856" y="0"/>
                  </a:moveTo>
                  <a:lnTo>
                    <a:pt x="35140" y="0"/>
                  </a:lnTo>
                  <a:lnTo>
                    <a:pt x="30480" y="4572"/>
                  </a:lnTo>
                  <a:lnTo>
                    <a:pt x="12192" y="13716"/>
                  </a:lnTo>
                  <a:lnTo>
                    <a:pt x="6096" y="15240"/>
                  </a:lnTo>
                  <a:lnTo>
                    <a:pt x="0" y="18288"/>
                  </a:lnTo>
                  <a:lnTo>
                    <a:pt x="6096" y="36576"/>
                  </a:lnTo>
                  <a:lnTo>
                    <a:pt x="10668" y="35052"/>
                  </a:lnTo>
                  <a:lnTo>
                    <a:pt x="16764" y="32004"/>
                  </a:lnTo>
                  <a:lnTo>
                    <a:pt x="19812" y="32004"/>
                  </a:lnTo>
                  <a:lnTo>
                    <a:pt x="22860" y="30480"/>
                  </a:lnTo>
                  <a:lnTo>
                    <a:pt x="25908" y="27432"/>
                  </a:lnTo>
                  <a:lnTo>
                    <a:pt x="25908" y="109918"/>
                  </a:lnTo>
                  <a:lnTo>
                    <a:pt x="48856" y="109918"/>
                  </a:lnTo>
                  <a:lnTo>
                    <a:pt x="48856" y="0"/>
                  </a:lnTo>
                  <a:close/>
                </a:path>
                <a:path w="99694" h="111759">
                  <a:moveTo>
                    <a:pt x="99148" y="91630"/>
                  </a:moveTo>
                  <a:lnTo>
                    <a:pt x="96100" y="90106"/>
                  </a:lnTo>
                  <a:lnTo>
                    <a:pt x="93052" y="87058"/>
                  </a:lnTo>
                  <a:lnTo>
                    <a:pt x="90004" y="85534"/>
                  </a:lnTo>
                  <a:lnTo>
                    <a:pt x="82384" y="85534"/>
                  </a:lnTo>
                  <a:lnTo>
                    <a:pt x="79336" y="87058"/>
                  </a:lnTo>
                  <a:lnTo>
                    <a:pt x="76288" y="90106"/>
                  </a:lnTo>
                  <a:lnTo>
                    <a:pt x="73240" y="91630"/>
                  </a:lnTo>
                  <a:lnTo>
                    <a:pt x="71716" y="94678"/>
                  </a:lnTo>
                  <a:lnTo>
                    <a:pt x="71716" y="102298"/>
                  </a:lnTo>
                  <a:lnTo>
                    <a:pt x="73240" y="105346"/>
                  </a:lnTo>
                  <a:lnTo>
                    <a:pt x="76288" y="108394"/>
                  </a:lnTo>
                  <a:lnTo>
                    <a:pt x="82384" y="111442"/>
                  </a:lnTo>
                  <a:lnTo>
                    <a:pt x="90004" y="111442"/>
                  </a:lnTo>
                  <a:lnTo>
                    <a:pt x="96100" y="108394"/>
                  </a:lnTo>
                  <a:lnTo>
                    <a:pt x="99148" y="105346"/>
                  </a:lnTo>
                  <a:lnTo>
                    <a:pt x="99148" y="91630"/>
                  </a:lnTo>
                  <a:close/>
                </a:path>
                <a:path w="99694" h="111759">
                  <a:moveTo>
                    <a:pt x="99148" y="38188"/>
                  </a:moveTo>
                  <a:lnTo>
                    <a:pt x="96100" y="36664"/>
                  </a:lnTo>
                  <a:lnTo>
                    <a:pt x="93052" y="33616"/>
                  </a:lnTo>
                  <a:lnTo>
                    <a:pt x="90004" y="32092"/>
                  </a:lnTo>
                  <a:lnTo>
                    <a:pt x="82384" y="32092"/>
                  </a:lnTo>
                  <a:lnTo>
                    <a:pt x="79336" y="33616"/>
                  </a:lnTo>
                  <a:lnTo>
                    <a:pt x="76288" y="36664"/>
                  </a:lnTo>
                  <a:lnTo>
                    <a:pt x="73240" y="38188"/>
                  </a:lnTo>
                  <a:lnTo>
                    <a:pt x="71716" y="41236"/>
                  </a:lnTo>
                  <a:lnTo>
                    <a:pt x="71716" y="48856"/>
                  </a:lnTo>
                  <a:lnTo>
                    <a:pt x="73240" y="51904"/>
                  </a:lnTo>
                  <a:lnTo>
                    <a:pt x="76288" y="54952"/>
                  </a:lnTo>
                  <a:lnTo>
                    <a:pt x="82384" y="58000"/>
                  </a:lnTo>
                  <a:lnTo>
                    <a:pt x="90004" y="58000"/>
                  </a:lnTo>
                  <a:lnTo>
                    <a:pt x="96100" y="54952"/>
                  </a:lnTo>
                  <a:lnTo>
                    <a:pt x="99148" y="51904"/>
                  </a:lnTo>
                  <a:lnTo>
                    <a:pt x="99148" y="38188"/>
                  </a:lnTo>
                  <a:close/>
                </a:path>
              </a:pathLst>
            </a:custGeom>
            <a:solidFill>
              <a:srgbClr val="232323"/>
            </a:solidFill>
          </p:spPr>
          <p:txBody>
            <a:bodyPr wrap="square" lIns="0" tIns="0" rIns="0" bIns="0" rtlCol="0"/>
            <a:lstStyle/>
            <a:p>
              <a:endParaRPr/>
            </a:p>
          </p:txBody>
        </p:sp>
        <p:pic>
          <p:nvPicPr>
            <p:cNvPr id="130" name="object 130"/>
            <p:cNvPicPr/>
            <p:nvPr/>
          </p:nvPicPr>
          <p:blipFill>
            <a:blip r:embed="rId89" cstate="print"/>
            <a:stretch>
              <a:fillRect/>
            </a:stretch>
          </p:blipFill>
          <p:spPr>
            <a:xfrm>
              <a:off x="2136933" y="6973823"/>
              <a:ext cx="311467" cy="114585"/>
            </a:xfrm>
            <a:prstGeom prst="rect">
              <a:avLst/>
            </a:prstGeom>
          </p:spPr>
        </p:pic>
        <p:pic>
          <p:nvPicPr>
            <p:cNvPr id="131" name="object 131"/>
            <p:cNvPicPr/>
            <p:nvPr/>
          </p:nvPicPr>
          <p:blipFill>
            <a:blip r:embed="rId90" cstate="print"/>
            <a:stretch>
              <a:fillRect/>
            </a:stretch>
          </p:blipFill>
          <p:spPr>
            <a:xfrm>
              <a:off x="2498788" y="6973823"/>
              <a:ext cx="341947" cy="114586"/>
            </a:xfrm>
            <a:prstGeom prst="rect">
              <a:avLst/>
            </a:prstGeom>
          </p:spPr>
        </p:pic>
        <p:sp>
          <p:nvSpPr>
            <p:cNvPr id="132" name="object 132"/>
            <p:cNvSpPr/>
            <p:nvPr/>
          </p:nvSpPr>
          <p:spPr>
            <a:xfrm>
              <a:off x="1663636" y="7305103"/>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33" name="object 133"/>
            <p:cNvPicPr/>
            <p:nvPr/>
          </p:nvPicPr>
          <p:blipFill>
            <a:blip r:embed="rId91" cstate="print"/>
            <a:stretch>
              <a:fillRect/>
            </a:stretch>
          </p:blipFill>
          <p:spPr>
            <a:xfrm>
              <a:off x="1852898" y="7259193"/>
              <a:ext cx="190881" cy="114490"/>
            </a:xfrm>
            <a:prstGeom prst="rect">
              <a:avLst/>
            </a:prstGeom>
          </p:spPr>
        </p:pic>
        <p:pic>
          <p:nvPicPr>
            <p:cNvPr id="134" name="object 134"/>
            <p:cNvPicPr/>
            <p:nvPr/>
          </p:nvPicPr>
          <p:blipFill>
            <a:blip r:embed="rId92" cstate="print"/>
            <a:stretch>
              <a:fillRect/>
            </a:stretch>
          </p:blipFill>
          <p:spPr>
            <a:xfrm>
              <a:off x="2063591" y="7294339"/>
              <a:ext cx="97726" cy="79438"/>
            </a:xfrm>
            <a:prstGeom prst="rect">
              <a:avLst/>
            </a:prstGeom>
          </p:spPr>
        </p:pic>
        <p:pic>
          <p:nvPicPr>
            <p:cNvPr id="135" name="object 135"/>
            <p:cNvPicPr/>
            <p:nvPr/>
          </p:nvPicPr>
          <p:blipFill>
            <a:blip r:embed="rId93" cstate="print"/>
            <a:stretch>
              <a:fillRect/>
            </a:stretch>
          </p:blipFill>
          <p:spPr>
            <a:xfrm>
              <a:off x="2225421" y="7257763"/>
              <a:ext cx="1132903" cy="116014"/>
            </a:xfrm>
            <a:prstGeom prst="rect">
              <a:avLst/>
            </a:prstGeom>
          </p:spPr>
        </p:pic>
        <p:pic>
          <p:nvPicPr>
            <p:cNvPr id="136" name="object 136"/>
            <p:cNvPicPr/>
            <p:nvPr/>
          </p:nvPicPr>
          <p:blipFill>
            <a:blip r:embed="rId94" cstate="print"/>
            <a:stretch>
              <a:fillRect/>
            </a:stretch>
          </p:blipFill>
          <p:spPr>
            <a:xfrm>
              <a:off x="3414807" y="7260717"/>
              <a:ext cx="1864232" cy="148113"/>
            </a:xfrm>
            <a:prstGeom prst="rect">
              <a:avLst/>
            </a:prstGeom>
          </p:spPr>
        </p:pic>
        <p:sp>
          <p:nvSpPr>
            <p:cNvPr id="137" name="object 137"/>
            <p:cNvSpPr/>
            <p:nvPr/>
          </p:nvSpPr>
          <p:spPr>
            <a:xfrm>
              <a:off x="1405604" y="7590377"/>
              <a:ext cx="38735" cy="38735"/>
            </a:xfrm>
            <a:custGeom>
              <a:avLst/>
              <a:gdLst/>
              <a:ahLst/>
              <a:cxnLst/>
              <a:rect l="l" t="t" r="r" b="b"/>
              <a:pathLst>
                <a:path w="38734" h="38734">
                  <a:moveTo>
                    <a:pt x="24384" y="38195"/>
                  </a:moveTo>
                  <a:lnTo>
                    <a:pt x="19812" y="38195"/>
                  </a:lnTo>
                  <a:lnTo>
                    <a:pt x="13716" y="38195"/>
                  </a:lnTo>
                  <a:lnTo>
                    <a:pt x="9144" y="36671"/>
                  </a:lnTo>
                  <a:lnTo>
                    <a:pt x="6096" y="32099"/>
                  </a:lnTo>
                  <a:lnTo>
                    <a:pt x="1524" y="29051"/>
                  </a:lnTo>
                  <a:lnTo>
                    <a:pt x="0" y="24384"/>
                  </a:lnTo>
                  <a:lnTo>
                    <a:pt x="0" y="13716"/>
                  </a:lnTo>
                  <a:lnTo>
                    <a:pt x="1524" y="9144"/>
                  </a:lnTo>
                  <a:lnTo>
                    <a:pt x="6096" y="6096"/>
                  </a:lnTo>
                  <a:lnTo>
                    <a:pt x="9144" y="1524"/>
                  </a:lnTo>
                  <a:lnTo>
                    <a:pt x="13716" y="0"/>
                  </a:lnTo>
                  <a:lnTo>
                    <a:pt x="24384" y="0"/>
                  </a:lnTo>
                  <a:lnTo>
                    <a:pt x="28956" y="1524"/>
                  </a:lnTo>
                  <a:lnTo>
                    <a:pt x="32004" y="6096"/>
                  </a:lnTo>
                  <a:lnTo>
                    <a:pt x="36671" y="9144"/>
                  </a:lnTo>
                  <a:lnTo>
                    <a:pt x="38195" y="13716"/>
                  </a:lnTo>
                  <a:lnTo>
                    <a:pt x="38195" y="24384"/>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138" name="object 138"/>
            <p:cNvPicPr/>
            <p:nvPr/>
          </p:nvPicPr>
          <p:blipFill>
            <a:blip r:embed="rId95" cstate="print"/>
            <a:stretch>
              <a:fillRect/>
            </a:stretch>
          </p:blipFill>
          <p:spPr>
            <a:xfrm>
              <a:off x="1596390" y="7546181"/>
              <a:ext cx="1349692" cy="148018"/>
            </a:xfrm>
            <a:prstGeom prst="rect">
              <a:avLst/>
            </a:prstGeom>
          </p:spPr>
        </p:pic>
        <p:sp>
          <p:nvSpPr>
            <p:cNvPr id="139" name="object 139"/>
            <p:cNvSpPr/>
            <p:nvPr/>
          </p:nvSpPr>
          <p:spPr>
            <a:xfrm>
              <a:off x="1663636" y="7546187"/>
              <a:ext cx="2128520" cy="368300"/>
            </a:xfrm>
            <a:custGeom>
              <a:avLst/>
              <a:gdLst/>
              <a:ahLst/>
              <a:cxnLst/>
              <a:rect l="l" t="t" r="r" b="b"/>
              <a:pathLst>
                <a:path w="2128520" h="368300">
                  <a:moveTo>
                    <a:pt x="38100" y="344893"/>
                  </a:moveTo>
                  <a:lnTo>
                    <a:pt x="32004" y="335749"/>
                  </a:lnTo>
                  <a:lnTo>
                    <a:pt x="28956" y="332701"/>
                  </a:lnTo>
                  <a:lnTo>
                    <a:pt x="24384" y="331177"/>
                  </a:lnTo>
                  <a:lnTo>
                    <a:pt x="13716" y="331177"/>
                  </a:lnTo>
                  <a:lnTo>
                    <a:pt x="9144" y="332701"/>
                  </a:lnTo>
                  <a:lnTo>
                    <a:pt x="1524" y="340321"/>
                  </a:lnTo>
                  <a:lnTo>
                    <a:pt x="0" y="344893"/>
                  </a:lnTo>
                  <a:lnTo>
                    <a:pt x="0" y="355561"/>
                  </a:lnTo>
                  <a:lnTo>
                    <a:pt x="1524" y="358609"/>
                  </a:lnTo>
                  <a:lnTo>
                    <a:pt x="9144" y="366229"/>
                  </a:lnTo>
                  <a:lnTo>
                    <a:pt x="13716" y="367753"/>
                  </a:lnTo>
                  <a:lnTo>
                    <a:pt x="18288" y="367753"/>
                  </a:lnTo>
                  <a:lnTo>
                    <a:pt x="24384" y="367753"/>
                  </a:lnTo>
                  <a:lnTo>
                    <a:pt x="28956" y="366229"/>
                  </a:lnTo>
                  <a:lnTo>
                    <a:pt x="32004" y="363181"/>
                  </a:lnTo>
                  <a:lnTo>
                    <a:pt x="38100" y="354037"/>
                  </a:lnTo>
                  <a:lnTo>
                    <a:pt x="38100" y="344893"/>
                  </a:lnTo>
                  <a:close/>
                </a:path>
                <a:path w="2128520" h="368300">
                  <a:moveTo>
                    <a:pt x="1433601" y="112864"/>
                  </a:moveTo>
                  <a:lnTo>
                    <a:pt x="1416837" y="82384"/>
                  </a:lnTo>
                  <a:lnTo>
                    <a:pt x="1413789" y="79336"/>
                  </a:lnTo>
                  <a:lnTo>
                    <a:pt x="1412265" y="74764"/>
                  </a:lnTo>
                  <a:lnTo>
                    <a:pt x="1410741" y="73240"/>
                  </a:lnTo>
                  <a:lnTo>
                    <a:pt x="1406169" y="68668"/>
                  </a:lnTo>
                  <a:lnTo>
                    <a:pt x="1400073" y="65620"/>
                  </a:lnTo>
                  <a:lnTo>
                    <a:pt x="1407693" y="62572"/>
                  </a:lnTo>
                  <a:lnTo>
                    <a:pt x="1413789" y="59524"/>
                  </a:lnTo>
                  <a:lnTo>
                    <a:pt x="1416837" y="54864"/>
                  </a:lnTo>
                  <a:lnTo>
                    <a:pt x="1421409" y="48768"/>
                  </a:lnTo>
                  <a:lnTo>
                    <a:pt x="1422933" y="42672"/>
                  </a:lnTo>
                  <a:lnTo>
                    <a:pt x="1422933" y="25908"/>
                  </a:lnTo>
                  <a:lnTo>
                    <a:pt x="1422323" y="24384"/>
                  </a:lnTo>
                  <a:lnTo>
                    <a:pt x="1419885" y="18288"/>
                  </a:lnTo>
                  <a:lnTo>
                    <a:pt x="1413789" y="13716"/>
                  </a:lnTo>
                  <a:lnTo>
                    <a:pt x="1408391" y="9956"/>
                  </a:lnTo>
                  <a:lnTo>
                    <a:pt x="1401546" y="7620"/>
                  </a:lnTo>
                  <a:lnTo>
                    <a:pt x="1398549" y="7175"/>
                  </a:lnTo>
                  <a:lnTo>
                    <a:pt x="1398549" y="33528"/>
                  </a:lnTo>
                  <a:lnTo>
                    <a:pt x="1398549" y="42672"/>
                  </a:lnTo>
                  <a:lnTo>
                    <a:pt x="1396936" y="47244"/>
                  </a:lnTo>
                  <a:lnTo>
                    <a:pt x="1390840" y="53340"/>
                  </a:lnTo>
                  <a:lnTo>
                    <a:pt x="1386268" y="54864"/>
                  </a:lnTo>
                  <a:lnTo>
                    <a:pt x="1371028" y="54864"/>
                  </a:lnTo>
                  <a:lnTo>
                    <a:pt x="1371028" y="24384"/>
                  </a:lnTo>
                  <a:lnTo>
                    <a:pt x="1390840" y="24384"/>
                  </a:lnTo>
                  <a:lnTo>
                    <a:pt x="1396936" y="30480"/>
                  </a:lnTo>
                  <a:lnTo>
                    <a:pt x="1398549" y="33528"/>
                  </a:lnTo>
                  <a:lnTo>
                    <a:pt x="1398549" y="7175"/>
                  </a:lnTo>
                  <a:lnTo>
                    <a:pt x="1393558" y="6426"/>
                  </a:lnTo>
                  <a:lnTo>
                    <a:pt x="1384744" y="6096"/>
                  </a:lnTo>
                  <a:lnTo>
                    <a:pt x="1346644" y="6096"/>
                  </a:lnTo>
                  <a:lnTo>
                    <a:pt x="1346644" y="112864"/>
                  </a:lnTo>
                  <a:lnTo>
                    <a:pt x="1371028" y="112864"/>
                  </a:lnTo>
                  <a:lnTo>
                    <a:pt x="1371028" y="73240"/>
                  </a:lnTo>
                  <a:lnTo>
                    <a:pt x="1380172" y="73240"/>
                  </a:lnTo>
                  <a:lnTo>
                    <a:pt x="1383220" y="74764"/>
                  </a:lnTo>
                  <a:lnTo>
                    <a:pt x="1387792" y="79336"/>
                  </a:lnTo>
                  <a:lnTo>
                    <a:pt x="1389316" y="82384"/>
                  </a:lnTo>
                  <a:lnTo>
                    <a:pt x="1392364" y="86956"/>
                  </a:lnTo>
                  <a:lnTo>
                    <a:pt x="1406169" y="112864"/>
                  </a:lnTo>
                  <a:lnTo>
                    <a:pt x="1433601" y="112864"/>
                  </a:lnTo>
                  <a:close/>
                </a:path>
                <a:path w="2128520" h="368300">
                  <a:moveTo>
                    <a:pt x="1508366" y="71716"/>
                  </a:moveTo>
                  <a:lnTo>
                    <a:pt x="1508061" y="67144"/>
                  </a:lnTo>
                  <a:lnTo>
                    <a:pt x="1507782" y="63093"/>
                  </a:lnTo>
                  <a:lnTo>
                    <a:pt x="1505889" y="55638"/>
                  </a:lnTo>
                  <a:lnTo>
                    <a:pt x="1503083" y="50292"/>
                  </a:lnTo>
                  <a:lnTo>
                    <a:pt x="1502587" y="49339"/>
                  </a:lnTo>
                  <a:lnTo>
                    <a:pt x="1497698" y="44196"/>
                  </a:lnTo>
                  <a:lnTo>
                    <a:pt x="1492821" y="40195"/>
                  </a:lnTo>
                  <a:lnTo>
                    <a:pt x="1487220" y="37338"/>
                  </a:lnTo>
                  <a:lnTo>
                    <a:pt x="1485506" y="36893"/>
                  </a:lnTo>
                  <a:lnTo>
                    <a:pt x="1485506" y="56388"/>
                  </a:lnTo>
                  <a:lnTo>
                    <a:pt x="1485506" y="67144"/>
                  </a:lnTo>
                  <a:lnTo>
                    <a:pt x="1458074" y="67144"/>
                  </a:lnTo>
                  <a:lnTo>
                    <a:pt x="1458074" y="60960"/>
                  </a:lnTo>
                  <a:lnTo>
                    <a:pt x="1461122" y="57912"/>
                  </a:lnTo>
                  <a:lnTo>
                    <a:pt x="1462646" y="54864"/>
                  </a:lnTo>
                  <a:lnTo>
                    <a:pt x="1465694" y="51816"/>
                  </a:lnTo>
                  <a:lnTo>
                    <a:pt x="1468742" y="50292"/>
                  </a:lnTo>
                  <a:lnTo>
                    <a:pt x="1477886" y="50292"/>
                  </a:lnTo>
                  <a:lnTo>
                    <a:pt x="1480934" y="51816"/>
                  </a:lnTo>
                  <a:lnTo>
                    <a:pt x="1485506" y="56388"/>
                  </a:lnTo>
                  <a:lnTo>
                    <a:pt x="1485506" y="36893"/>
                  </a:lnTo>
                  <a:lnTo>
                    <a:pt x="1480769" y="35623"/>
                  </a:lnTo>
                  <a:lnTo>
                    <a:pt x="1473314" y="35052"/>
                  </a:lnTo>
                  <a:lnTo>
                    <a:pt x="1465897" y="35623"/>
                  </a:lnTo>
                  <a:lnTo>
                    <a:pt x="1465681" y="35623"/>
                  </a:lnTo>
                  <a:lnTo>
                    <a:pt x="1435722" y="67411"/>
                  </a:lnTo>
                  <a:lnTo>
                    <a:pt x="1435125" y="76288"/>
                  </a:lnTo>
                  <a:lnTo>
                    <a:pt x="1435722" y="84861"/>
                  </a:lnTo>
                  <a:lnTo>
                    <a:pt x="1464729" y="113804"/>
                  </a:lnTo>
                  <a:lnTo>
                    <a:pt x="1473314" y="114388"/>
                  </a:lnTo>
                  <a:lnTo>
                    <a:pt x="1480934" y="114388"/>
                  </a:lnTo>
                  <a:lnTo>
                    <a:pt x="1487030" y="112864"/>
                  </a:lnTo>
                  <a:lnTo>
                    <a:pt x="1491602" y="111340"/>
                  </a:lnTo>
                  <a:lnTo>
                    <a:pt x="1497698" y="109816"/>
                  </a:lnTo>
                  <a:lnTo>
                    <a:pt x="1502270" y="106768"/>
                  </a:lnTo>
                  <a:lnTo>
                    <a:pt x="1508366" y="102196"/>
                  </a:lnTo>
                  <a:lnTo>
                    <a:pt x="1504810" y="97624"/>
                  </a:lnTo>
                  <a:lnTo>
                    <a:pt x="1497698" y="88480"/>
                  </a:lnTo>
                  <a:lnTo>
                    <a:pt x="1494650" y="91528"/>
                  </a:lnTo>
                  <a:lnTo>
                    <a:pt x="1490078" y="94576"/>
                  </a:lnTo>
                  <a:lnTo>
                    <a:pt x="1487030" y="96100"/>
                  </a:lnTo>
                  <a:lnTo>
                    <a:pt x="1482458" y="96100"/>
                  </a:lnTo>
                  <a:lnTo>
                    <a:pt x="1479410" y="97624"/>
                  </a:lnTo>
                  <a:lnTo>
                    <a:pt x="1471790" y="97624"/>
                  </a:lnTo>
                  <a:lnTo>
                    <a:pt x="1467218" y="96100"/>
                  </a:lnTo>
                  <a:lnTo>
                    <a:pt x="1458074" y="86956"/>
                  </a:lnTo>
                  <a:lnTo>
                    <a:pt x="1458074" y="80860"/>
                  </a:lnTo>
                  <a:lnTo>
                    <a:pt x="1508366" y="80860"/>
                  </a:lnTo>
                  <a:lnTo>
                    <a:pt x="1508366" y="71716"/>
                  </a:lnTo>
                  <a:close/>
                </a:path>
                <a:path w="2128520" h="368300">
                  <a:moveTo>
                    <a:pt x="1601520" y="71729"/>
                  </a:moveTo>
                  <a:lnTo>
                    <a:pt x="1580184" y="35052"/>
                  </a:lnTo>
                  <a:lnTo>
                    <a:pt x="1577136" y="35052"/>
                  </a:lnTo>
                  <a:lnTo>
                    <a:pt x="1577136" y="65532"/>
                  </a:lnTo>
                  <a:lnTo>
                    <a:pt x="1577035" y="81203"/>
                  </a:lnTo>
                  <a:lnTo>
                    <a:pt x="1575612" y="85445"/>
                  </a:lnTo>
                  <a:lnTo>
                    <a:pt x="1569516" y="94589"/>
                  </a:lnTo>
                  <a:lnTo>
                    <a:pt x="1566468" y="96113"/>
                  </a:lnTo>
                  <a:lnTo>
                    <a:pt x="1555711" y="96113"/>
                  </a:lnTo>
                  <a:lnTo>
                    <a:pt x="1552663" y="94589"/>
                  </a:lnTo>
                  <a:lnTo>
                    <a:pt x="1546567" y="88493"/>
                  </a:lnTo>
                  <a:lnTo>
                    <a:pt x="1545043" y="83921"/>
                  </a:lnTo>
                  <a:lnTo>
                    <a:pt x="1545043" y="65532"/>
                  </a:lnTo>
                  <a:lnTo>
                    <a:pt x="1546567" y="60960"/>
                  </a:lnTo>
                  <a:lnTo>
                    <a:pt x="1552663" y="54864"/>
                  </a:lnTo>
                  <a:lnTo>
                    <a:pt x="1557235" y="51816"/>
                  </a:lnTo>
                  <a:lnTo>
                    <a:pt x="1566468" y="51816"/>
                  </a:lnTo>
                  <a:lnTo>
                    <a:pt x="1571040" y="53340"/>
                  </a:lnTo>
                  <a:lnTo>
                    <a:pt x="1574088" y="57912"/>
                  </a:lnTo>
                  <a:lnTo>
                    <a:pt x="1575612" y="60960"/>
                  </a:lnTo>
                  <a:lnTo>
                    <a:pt x="1577136" y="65532"/>
                  </a:lnTo>
                  <a:lnTo>
                    <a:pt x="1577136" y="35052"/>
                  </a:lnTo>
                  <a:lnTo>
                    <a:pt x="1560283" y="35052"/>
                  </a:lnTo>
                  <a:lnTo>
                    <a:pt x="1555711" y="38100"/>
                  </a:lnTo>
                  <a:lnTo>
                    <a:pt x="1552663" y="39624"/>
                  </a:lnTo>
                  <a:lnTo>
                    <a:pt x="1548091" y="42672"/>
                  </a:lnTo>
                  <a:lnTo>
                    <a:pt x="1546567" y="47244"/>
                  </a:lnTo>
                  <a:lnTo>
                    <a:pt x="1545043" y="47244"/>
                  </a:lnTo>
                  <a:lnTo>
                    <a:pt x="1545043" y="36576"/>
                  </a:lnTo>
                  <a:lnTo>
                    <a:pt x="1522183" y="36576"/>
                  </a:lnTo>
                  <a:lnTo>
                    <a:pt x="1522183" y="148018"/>
                  </a:lnTo>
                  <a:lnTo>
                    <a:pt x="1545043" y="148018"/>
                  </a:lnTo>
                  <a:lnTo>
                    <a:pt x="1545043" y="103733"/>
                  </a:lnTo>
                  <a:lnTo>
                    <a:pt x="1546567" y="103733"/>
                  </a:lnTo>
                  <a:lnTo>
                    <a:pt x="1548091" y="106781"/>
                  </a:lnTo>
                  <a:lnTo>
                    <a:pt x="1551139" y="109829"/>
                  </a:lnTo>
                  <a:lnTo>
                    <a:pt x="1554187" y="111353"/>
                  </a:lnTo>
                  <a:lnTo>
                    <a:pt x="1558759" y="112877"/>
                  </a:lnTo>
                  <a:lnTo>
                    <a:pt x="1561896" y="114401"/>
                  </a:lnTo>
                  <a:lnTo>
                    <a:pt x="1566468" y="114401"/>
                  </a:lnTo>
                  <a:lnTo>
                    <a:pt x="1574165" y="113563"/>
                  </a:lnTo>
                  <a:lnTo>
                    <a:pt x="1581137" y="111163"/>
                  </a:lnTo>
                  <a:lnTo>
                    <a:pt x="1587258" y="107327"/>
                  </a:lnTo>
                  <a:lnTo>
                    <a:pt x="1590852" y="103733"/>
                  </a:lnTo>
                  <a:lnTo>
                    <a:pt x="1592376" y="102209"/>
                  </a:lnTo>
                  <a:lnTo>
                    <a:pt x="1596415" y="96113"/>
                  </a:lnTo>
                  <a:lnTo>
                    <a:pt x="1599234" y="89255"/>
                  </a:lnTo>
                  <a:lnTo>
                    <a:pt x="1600949" y="81203"/>
                  </a:lnTo>
                  <a:lnTo>
                    <a:pt x="1600974" y="80873"/>
                  </a:lnTo>
                  <a:lnTo>
                    <a:pt x="1601520" y="71729"/>
                  </a:lnTo>
                  <a:close/>
                </a:path>
                <a:path w="2128520" h="368300">
                  <a:moveTo>
                    <a:pt x="1639722" y="0"/>
                  </a:moveTo>
                  <a:lnTo>
                    <a:pt x="1616862" y="0"/>
                  </a:lnTo>
                  <a:lnTo>
                    <a:pt x="1616862" y="112864"/>
                  </a:lnTo>
                  <a:lnTo>
                    <a:pt x="1639722" y="112864"/>
                  </a:lnTo>
                  <a:lnTo>
                    <a:pt x="1639722" y="0"/>
                  </a:lnTo>
                  <a:close/>
                </a:path>
                <a:path w="2128520" h="368300">
                  <a:moveTo>
                    <a:pt x="1684007" y="36576"/>
                  </a:moveTo>
                  <a:lnTo>
                    <a:pt x="1659534" y="36576"/>
                  </a:lnTo>
                  <a:lnTo>
                    <a:pt x="1659534" y="112864"/>
                  </a:lnTo>
                  <a:lnTo>
                    <a:pt x="1684007" y="112864"/>
                  </a:lnTo>
                  <a:lnTo>
                    <a:pt x="1684007" y="36576"/>
                  </a:lnTo>
                  <a:close/>
                </a:path>
                <a:path w="2128520" h="368300">
                  <a:moveTo>
                    <a:pt x="1685531" y="9144"/>
                  </a:moveTo>
                  <a:lnTo>
                    <a:pt x="1682483" y="3048"/>
                  </a:lnTo>
                  <a:lnTo>
                    <a:pt x="1676387" y="0"/>
                  </a:lnTo>
                  <a:lnTo>
                    <a:pt x="1667243" y="0"/>
                  </a:lnTo>
                  <a:lnTo>
                    <a:pt x="1664106" y="1524"/>
                  </a:lnTo>
                  <a:lnTo>
                    <a:pt x="1659534" y="6096"/>
                  </a:lnTo>
                  <a:lnTo>
                    <a:pt x="1658010" y="9144"/>
                  </a:lnTo>
                  <a:lnTo>
                    <a:pt x="1658010" y="16764"/>
                  </a:lnTo>
                  <a:lnTo>
                    <a:pt x="1659534" y="19812"/>
                  </a:lnTo>
                  <a:lnTo>
                    <a:pt x="1662582" y="21336"/>
                  </a:lnTo>
                  <a:lnTo>
                    <a:pt x="1664106" y="24384"/>
                  </a:lnTo>
                  <a:lnTo>
                    <a:pt x="1667243" y="25908"/>
                  </a:lnTo>
                  <a:lnTo>
                    <a:pt x="1676387" y="25908"/>
                  </a:lnTo>
                  <a:lnTo>
                    <a:pt x="1679435" y="24384"/>
                  </a:lnTo>
                  <a:lnTo>
                    <a:pt x="1684007" y="19812"/>
                  </a:lnTo>
                  <a:lnTo>
                    <a:pt x="1685531" y="16764"/>
                  </a:lnTo>
                  <a:lnTo>
                    <a:pt x="1685531" y="9144"/>
                  </a:lnTo>
                  <a:close/>
                </a:path>
                <a:path w="2128520" h="368300">
                  <a:moveTo>
                    <a:pt x="1764880" y="39624"/>
                  </a:moveTo>
                  <a:lnTo>
                    <a:pt x="1760308" y="38100"/>
                  </a:lnTo>
                  <a:lnTo>
                    <a:pt x="1754212" y="35052"/>
                  </a:lnTo>
                  <a:lnTo>
                    <a:pt x="1740496" y="35052"/>
                  </a:lnTo>
                  <a:lnTo>
                    <a:pt x="1705038" y="51765"/>
                  </a:lnTo>
                  <a:lnTo>
                    <a:pt x="1699260" y="76288"/>
                  </a:lnTo>
                  <a:lnTo>
                    <a:pt x="1699844" y="84010"/>
                  </a:lnTo>
                  <a:lnTo>
                    <a:pt x="1731010" y="113804"/>
                  </a:lnTo>
                  <a:lnTo>
                    <a:pt x="1740496" y="114388"/>
                  </a:lnTo>
                  <a:lnTo>
                    <a:pt x="1749640" y="114388"/>
                  </a:lnTo>
                  <a:lnTo>
                    <a:pt x="1752688" y="112864"/>
                  </a:lnTo>
                  <a:lnTo>
                    <a:pt x="1757260" y="111340"/>
                  </a:lnTo>
                  <a:lnTo>
                    <a:pt x="1760308" y="109816"/>
                  </a:lnTo>
                  <a:lnTo>
                    <a:pt x="1764880" y="108292"/>
                  </a:lnTo>
                  <a:lnTo>
                    <a:pt x="1755736" y="91528"/>
                  </a:lnTo>
                  <a:lnTo>
                    <a:pt x="1752688" y="93052"/>
                  </a:lnTo>
                  <a:lnTo>
                    <a:pt x="1751164" y="94576"/>
                  </a:lnTo>
                  <a:lnTo>
                    <a:pt x="1748116" y="94576"/>
                  </a:lnTo>
                  <a:lnTo>
                    <a:pt x="1745068" y="96100"/>
                  </a:lnTo>
                  <a:lnTo>
                    <a:pt x="1737448" y="96100"/>
                  </a:lnTo>
                  <a:lnTo>
                    <a:pt x="1732876" y="94576"/>
                  </a:lnTo>
                  <a:lnTo>
                    <a:pt x="1725256" y="86956"/>
                  </a:lnTo>
                  <a:lnTo>
                    <a:pt x="1722208" y="80860"/>
                  </a:lnTo>
                  <a:lnTo>
                    <a:pt x="1722208" y="67144"/>
                  </a:lnTo>
                  <a:lnTo>
                    <a:pt x="1728304" y="57912"/>
                  </a:lnTo>
                  <a:lnTo>
                    <a:pt x="1731352" y="54864"/>
                  </a:lnTo>
                  <a:lnTo>
                    <a:pt x="1735924" y="51816"/>
                  </a:lnTo>
                  <a:lnTo>
                    <a:pt x="1745068" y="51816"/>
                  </a:lnTo>
                  <a:lnTo>
                    <a:pt x="1746592" y="53340"/>
                  </a:lnTo>
                  <a:lnTo>
                    <a:pt x="1751164" y="53340"/>
                  </a:lnTo>
                  <a:lnTo>
                    <a:pt x="1752688" y="54864"/>
                  </a:lnTo>
                  <a:lnTo>
                    <a:pt x="1755736" y="56388"/>
                  </a:lnTo>
                  <a:lnTo>
                    <a:pt x="1764880" y="39624"/>
                  </a:lnTo>
                  <a:close/>
                </a:path>
                <a:path w="2128520" h="368300">
                  <a:moveTo>
                    <a:pt x="1839747" y="67056"/>
                  </a:moveTo>
                  <a:lnTo>
                    <a:pt x="1815325" y="35382"/>
                  </a:lnTo>
                  <a:lnTo>
                    <a:pt x="1807641" y="35052"/>
                  </a:lnTo>
                  <a:lnTo>
                    <a:pt x="1795449" y="35052"/>
                  </a:lnTo>
                  <a:lnTo>
                    <a:pt x="1790877" y="36576"/>
                  </a:lnTo>
                  <a:lnTo>
                    <a:pt x="1784781" y="38100"/>
                  </a:lnTo>
                  <a:lnTo>
                    <a:pt x="1780209" y="39624"/>
                  </a:lnTo>
                  <a:lnTo>
                    <a:pt x="1774113" y="42672"/>
                  </a:lnTo>
                  <a:lnTo>
                    <a:pt x="1783257" y="56388"/>
                  </a:lnTo>
                  <a:lnTo>
                    <a:pt x="1786305" y="54864"/>
                  </a:lnTo>
                  <a:lnTo>
                    <a:pt x="1790877" y="53340"/>
                  </a:lnTo>
                  <a:lnTo>
                    <a:pt x="1793925" y="51816"/>
                  </a:lnTo>
                  <a:lnTo>
                    <a:pt x="1798497" y="50292"/>
                  </a:lnTo>
                  <a:lnTo>
                    <a:pt x="1809165" y="50292"/>
                  </a:lnTo>
                  <a:lnTo>
                    <a:pt x="1815261" y="53340"/>
                  </a:lnTo>
                  <a:lnTo>
                    <a:pt x="1816785" y="54864"/>
                  </a:lnTo>
                  <a:lnTo>
                    <a:pt x="1818309" y="57912"/>
                  </a:lnTo>
                  <a:lnTo>
                    <a:pt x="1818309" y="62484"/>
                  </a:lnTo>
                  <a:lnTo>
                    <a:pt x="1818309" y="76200"/>
                  </a:lnTo>
                  <a:lnTo>
                    <a:pt x="1818309" y="85344"/>
                  </a:lnTo>
                  <a:lnTo>
                    <a:pt x="1816785" y="90004"/>
                  </a:lnTo>
                  <a:lnTo>
                    <a:pt x="1810689" y="96100"/>
                  </a:lnTo>
                  <a:lnTo>
                    <a:pt x="1807641" y="97624"/>
                  </a:lnTo>
                  <a:lnTo>
                    <a:pt x="1800021" y="97624"/>
                  </a:lnTo>
                  <a:lnTo>
                    <a:pt x="1796973" y="96100"/>
                  </a:lnTo>
                  <a:lnTo>
                    <a:pt x="1792401" y="91528"/>
                  </a:lnTo>
                  <a:lnTo>
                    <a:pt x="1792401" y="85344"/>
                  </a:lnTo>
                  <a:lnTo>
                    <a:pt x="1795449" y="82296"/>
                  </a:lnTo>
                  <a:lnTo>
                    <a:pt x="1796973" y="79248"/>
                  </a:lnTo>
                  <a:lnTo>
                    <a:pt x="1800021" y="79248"/>
                  </a:lnTo>
                  <a:lnTo>
                    <a:pt x="1804593" y="77724"/>
                  </a:lnTo>
                  <a:lnTo>
                    <a:pt x="1818309" y="76200"/>
                  </a:lnTo>
                  <a:lnTo>
                    <a:pt x="1818309" y="62484"/>
                  </a:lnTo>
                  <a:lnTo>
                    <a:pt x="1790877" y="67056"/>
                  </a:lnTo>
                  <a:lnTo>
                    <a:pt x="1783257" y="70104"/>
                  </a:lnTo>
                  <a:lnTo>
                    <a:pt x="1778685" y="74676"/>
                  </a:lnTo>
                  <a:lnTo>
                    <a:pt x="1774113" y="77724"/>
                  </a:lnTo>
                  <a:lnTo>
                    <a:pt x="1770976" y="83820"/>
                  </a:lnTo>
                  <a:lnTo>
                    <a:pt x="1770976" y="99148"/>
                  </a:lnTo>
                  <a:lnTo>
                    <a:pt x="1774113" y="103720"/>
                  </a:lnTo>
                  <a:lnTo>
                    <a:pt x="1783257" y="112864"/>
                  </a:lnTo>
                  <a:lnTo>
                    <a:pt x="1789353" y="114388"/>
                  </a:lnTo>
                  <a:lnTo>
                    <a:pt x="1800021" y="114388"/>
                  </a:lnTo>
                  <a:lnTo>
                    <a:pt x="1804593" y="112864"/>
                  </a:lnTo>
                  <a:lnTo>
                    <a:pt x="1807641" y="111340"/>
                  </a:lnTo>
                  <a:lnTo>
                    <a:pt x="1812213" y="108292"/>
                  </a:lnTo>
                  <a:lnTo>
                    <a:pt x="1818309" y="102196"/>
                  </a:lnTo>
                  <a:lnTo>
                    <a:pt x="1818309" y="112864"/>
                  </a:lnTo>
                  <a:lnTo>
                    <a:pt x="1839747" y="112864"/>
                  </a:lnTo>
                  <a:lnTo>
                    <a:pt x="1839747" y="102196"/>
                  </a:lnTo>
                  <a:lnTo>
                    <a:pt x="1839747" y="97624"/>
                  </a:lnTo>
                  <a:lnTo>
                    <a:pt x="1839747" y="76200"/>
                  </a:lnTo>
                  <a:lnTo>
                    <a:pt x="1839747" y="67056"/>
                  </a:lnTo>
                  <a:close/>
                </a:path>
                <a:path w="2128520" h="368300">
                  <a:moveTo>
                    <a:pt x="1906892" y="111353"/>
                  </a:moveTo>
                  <a:lnTo>
                    <a:pt x="1902777" y="97536"/>
                  </a:lnTo>
                  <a:lnTo>
                    <a:pt x="1902320" y="96012"/>
                  </a:lnTo>
                  <a:lnTo>
                    <a:pt x="1899272" y="96012"/>
                  </a:lnTo>
                  <a:lnTo>
                    <a:pt x="1897748" y="97536"/>
                  </a:lnTo>
                  <a:lnTo>
                    <a:pt x="1893176" y="97536"/>
                  </a:lnTo>
                  <a:lnTo>
                    <a:pt x="1890128" y="96012"/>
                  </a:lnTo>
                  <a:lnTo>
                    <a:pt x="1890128" y="94488"/>
                  </a:lnTo>
                  <a:lnTo>
                    <a:pt x="1888515" y="94488"/>
                  </a:lnTo>
                  <a:lnTo>
                    <a:pt x="1888515" y="53340"/>
                  </a:lnTo>
                  <a:lnTo>
                    <a:pt x="1905368" y="53340"/>
                  </a:lnTo>
                  <a:lnTo>
                    <a:pt x="1905368" y="36576"/>
                  </a:lnTo>
                  <a:lnTo>
                    <a:pt x="1888515" y="36576"/>
                  </a:lnTo>
                  <a:lnTo>
                    <a:pt x="1888515" y="10579"/>
                  </a:lnTo>
                  <a:lnTo>
                    <a:pt x="1864131" y="18199"/>
                  </a:lnTo>
                  <a:lnTo>
                    <a:pt x="1864131" y="36576"/>
                  </a:lnTo>
                  <a:lnTo>
                    <a:pt x="1851939" y="36576"/>
                  </a:lnTo>
                  <a:lnTo>
                    <a:pt x="1851939" y="53340"/>
                  </a:lnTo>
                  <a:lnTo>
                    <a:pt x="1864131" y="53340"/>
                  </a:lnTo>
                  <a:lnTo>
                    <a:pt x="1864131" y="97536"/>
                  </a:lnTo>
                  <a:lnTo>
                    <a:pt x="1867179" y="103733"/>
                  </a:lnTo>
                  <a:lnTo>
                    <a:pt x="1870227" y="108305"/>
                  </a:lnTo>
                  <a:lnTo>
                    <a:pt x="1874799" y="112877"/>
                  </a:lnTo>
                  <a:lnTo>
                    <a:pt x="1880895" y="114401"/>
                  </a:lnTo>
                  <a:lnTo>
                    <a:pt x="1896224" y="114401"/>
                  </a:lnTo>
                  <a:lnTo>
                    <a:pt x="1899272" y="112877"/>
                  </a:lnTo>
                  <a:lnTo>
                    <a:pt x="1903844" y="112877"/>
                  </a:lnTo>
                  <a:lnTo>
                    <a:pt x="1906892" y="111353"/>
                  </a:lnTo>
                  <a:close/>
                </a:path>
                <a:path w="2128520" h="368300">
                  <a:moveTo>
                    <a:pt x="1942134" y="36576"/>
                  </a:moveTo>
                  <a:lnTo>
                    <a:pt x="1917661" y="36576"/>
                  </a:lnTo>
                  <a:lnTo>
                    <a:pt x="1917661" y="112966"/>
                  </a:lnTo>
                  <a:lnTo>
                    <a:pt x="1942134" y="112966"/>
                  </a:lnTo>
                  <a:lnTo>
                    <a:pt x="1942134" y="36576"/>
                  </a:lnTo>
                  <a:close/>
                </a:path>
                <a:path w="2128520" h="368300">
                  <a:moveTo>
                    <a:pt x="1943658" y="9144"/>
                  </a:moveTo>
                  <a:lnTo>
                    <a:pt x="1940610" y="3048"/>
                  </a:lnTo>
                  <a:lnTo>
                    <a:pt x="1934514" y="0"/>
                  </a:lnTo>
                  <a:lnTo>
                    <a:pt x="1926805" y="0"/>
                  </a:lnTo>
                  <a:lnTo>
                    <a:pt x="1922233" y="1524"/>
                  </a:lnTo>
                  <a:lnTo>
                    <a:pt x="1917661" y="6096"/>
                  </a:lnTo>
                  <a:lnTo>
                    <a:pt x="1916137" y="9144"/>
                  </a:lnTo>
                  <a:lnTo>
                    <a:pt x="1916137" y="16764"/>
                  </a:lnTo>
                  <a:lnTo>
                    <a:pt x="1917661" y="19812"/>
                  </a:lnTo>
                  <a:lnTo>
                    <a:pt x="1920709" y="21336"/>
                  </a:lnTo>
                  <a:lnTo>
                    <a:pt x="1922233" y="24384"/>
                  </a:lnTo>
                  <a:lnTo>
                    <a:pt x="1926805" y="25908"/>
                  </a:lnTo>
                  <a:lnTo>
                    <a:pt x="1934514" y="25908"/>
                  </a:lnTo>
                  <a:lnTo>
                    <a:pt x="1937562" y="24384"/>
                  </a:lnTo>
                  <a:lnTo>
                    <a:pt x="1942134" y="19812"/>
                  </a:lnTo>
                  <a:lnTo>
                    <a:pt x="1943658" y="16764"/>
                  </a:lnTo>
                  <a:lnTo>
                    <a:pt x="1943658" y="9144"/>
                  </a:lnTo>
                  <a:close/>
                </a:path>
                <a:path w="2128520" h="368300">
                  <a:moveTo>
                    <a:pt x="2039772" y="73253"/>
                  </a:moveTo>
                  <a:lnTo>
                    <a:pt x="2016061" y="37528"/>
                  </a:lnTo>
                  <a:lnTo>
                    <a:pt x="2015299" y="37350"/>
                  </a:lnTo>
                  <a:lnTo>
                    <a:pt x="2015299" y="67157"/>
                  </a:lnTo>
                  <a:lnTo>
                    <a:pt x="2015299" y="80873"/>
                  </a:lnTo>
                  <a:lnTo>
                    <a:pt x="2013775" y="86969"/>
                  </a:lnTo>
                  <a:lnTo>
                    <a:pt x="2012251" y="90017"/>
                  </a:lnTo>
                  <a:lnTo>
                    <a:pt x="2009203" y="94589"/>
                  </a:lnTo>
                  <a:lnTo>
                    <a:pt x="2004631" y="96113"/>
                  </a:lnTo>
                  <a:lnTo>
                    <a:pt x="1992439" y="96113"/>
                  </a:lnTo>
                  <a:lnTo>
                    <a:pt x="1987867" y="94589"/>
                  </a:lnTo>
                  <a:lnTo>
                    <a:pt x="1986343" y="91541"/>
                  </a:lnTo>
                  <a:lnTo>
                    <a:pt x="1983295" y="86969"/>
                  </a:lnTo>
                  <a:lnTo>
                    <a:pt x="1981771" y="82397"/>
                  </a:lnTo>
                  <a:lnTo>
                    <a:pt x="1981771" y="67157"/>
                  </a:lnTo>
                  <a:lnTo>
                    <a:pt x="1983295" y="62484"/>
                  </a:lnTo>
                  <a:lnTo>
                    <a:pt x="1986343" y="57912"/>
                  </a:lnTo>
                  <a:lnTo>
                    <a:pt x="1992439" y="51816"/>
                  </a:lnTo>
                  <a:lnTo>
                    <a:pt x="2004631" y="51816"/>
                  </a:lnTo>
                  <a:lnTo>
                    <a:pt x="2009203" y="54864"/>
                  </a:lnTo>
                  <a:lnTo>
                    <a:pt x="2012251" y="57912"/>
                  </a:lnTo>
                  <a:lnTo>
                    <a:pt x="2013775" y="60960"/>
                  </a:lnTo>
                  <a:lnTo>
                    <a:pt x="2015299" y="67157"/>
                  </a:lnTo>
                  <a:lnTo>
                    <a:pt x="2015299" y="37350"/>
                  </a:lnTo>
                  <a:lnTo>
                    <a:pt x="2008009" y="35648"/>
                  </a:lnTo>
                  <a:lnTo>
                    <a:pt x="1998535" y="35052"/>
                  </a:lnTo>
                  <a:lnTo>
                    <a:pt x="1989683" y="35648"/>
                  </a:lnTo>
                  <a:lnTo>
                    <a:pt x="1957882" y="65900"/>
                  </a:lnTo>
                  <a:lnTo>
                    <a:pt x="1957285" y="74777"/>
                  </a:lnTo>
                  <a:lnTo>
                    <a:pt x="1957882" y="83362"/>
                  </a:lnTo>
                  <a:lnTo>
                    <a:pt x="1989035" y="113804"/>
                  </a:lnTo>
                  <a:lnTo>
                    <a:pt x="1998535" y="114401"/>
                  </a:lnTo>
                  <a:lnTo>
                    <a:pt x="2007362" y="113804"/>
                  </a:lnTo>
                  <a:lnTo>
                    <a:pt x="2037283" y="90208"/>
                  </a:lnTo>
                  <a:lnTo>
                    <a:pt x="2039251" y="80873"/>
                  </a:lnTo>
                  <a:lnTo>
                    <a:pt x="2039772" y="73253"/>
                  </a:lnTo>
                  <a:close/>
                </a:path>
                <a:path w="2128520" h="368300">
                  <a:moveTo>
                    <a:pt x="2128266" y="54864"/>
                  </a:moveTo>
                  <a:lnTo>
                    <a:pt x="2126742" y="47244"/>
                  </a:lnTo>
                  <a:lnTo>
                    <a:pt x="2122170" y="42672"/>
                  </a:lnTo>
                  <a:lnTo>
                    <a:pt x="2117598" y="36576"/>
                  </a:lnTo>
                  <a:lnTo>
                    <a:pt x="2111502" y="35052"/>
                  </a:lnTo>
                  <a:lnTo>
                    <a:pt x="2093214" y="35052"/>
                  </a:lnTo>
                  <a:lnTo>
                    <a:pt x="2088642" y="38100"/>
                  </a:lnTo>
                  <a:lnTo>
                    <a:pt x="2085594" y="39624"/>
                  </a:lnTo>
                  <a:lnTo>
                    <a:pt x="2081022" y="44196"/>
                  </a:lnTo>
                  <a:lnTo>
                    <a:pt x="2079396" y="48768"/>
                  </a:lnTo>
                  <a:lnTo>
                    <a:pt x="2077872" y="48768"/>
                  </a:lnTo>
                  <a:lnTo>
                    <a:pt x="2077872" y="36576"/>
                  </a:lnTo>
                  <a:lnTo>
                    <a:pt x="2055012" y="36576"/>
                  </a:lnTo>
                  <a:lnTo>
                    <a:pt x="2055012" y="112864"/>
                  </a:lnTo>
                  <a:lnTo>
                    <a:pt x="2077872" y="112864"/>
                  </a:lnTo>
                  <a:lnTo>
                    <a:pt x="2077872" y="64096"/>
                  </a:lnTo>
                  <a:lnTo>
                    <a:pt x="2079396" y="59524"/>
                  </a:lnTo>
                  <a:lnTo>
                    <a:pt x="2085594" y="53340"/>
                  </a:lnTo>
                  <a:lnTo>
                    <a:pt x="2088642" y="51816"/>
                  </a:lnTo>
                  <a:lnTo>
                    <a:pt x="2096262" y="51816"/>
                  </a:lnTo>
                  <a:lnTo>
                    <a:pt x="2099310" y="53340"/>
                  </a:lnTo>
                  <a:lnTo>
                    <a:pt x="2102358" y="56388"/>
                  </a:lnTo>
                  <a:lnTo>
                    <a:pt x="2103882" y="59524"/>
                  </a:lnTo>
                  <a:lnTo>
                    <a:pt x="2105406" y="64096"/>
                  </a:lnTo>
                  <a:lnTo>
                    <a:pt x="2105406" y="112864"/>
                  </a:lnTo>
                  <a:lnTo>
                    <a:pt x="2128266" y="112864"/>
                  </a:lnTo>
                  <a:lnTo>
                    <a:pt x="2128266" y="54864"/>
                  </a:lnTo>
                  <a:close/>
                </a:path>
              </a:pathLst>
            </a:custGeom>
            <a:solidFill>
              <a:srgbClr val="232323"/>
            </a:solidFill>
          </p:spPr>
          <p:txBody>
            <a:bodyPr wrap="square" lIns="0" tIns="0" rIns="0" bIns="0" rtlCol="0"/>
            <a:lstStyle/>
            <a:p>
              <a:endParaRPr/>
            </a:p>
          </p:txBody>
        </p:sp>
        <p:pic>
          <p:nvPicPr>
            <p:cNvPr id="140" name="object 140"/>
            <p:cNvPicPr/>
            <p:nvPr/>
          </p:nvPicPr>
          <p:blipFill>
            <a:blip r:embed="rId96" cstate="print"/>
            <a:stretch>
              <a:fillRect/>
            </a:stretch>
          </p:blipFill>
          <p:spPr>
            <a:xfrm>
              <a:off x="1857470" y="7831550"/>
              <a:ext cx="1439799" cy="148018"/>
            </a:xfrm>
            <a:prstGeom prst="rect">
              <a:avLst/>
            </a:prstGeom>
          </p:spPr>
        </p:pic>
        <p:pic>
          <p:nvPicPr>
            <p:cNvPr id="141" name="object 141"/>
            <p:cNvPicPr/>
            <p:nvPr/>
          </p:nvPicPr>
          <p:blipFill>
            <a:blip r:embed="rId97" cstate="print"/>
            <a:stretch>
              <a:fillRect/>
            </a:stretch>
          </p:blipFill>
          <p:spPr>
            <a:xfrm>
              <a:off x="3362801" y="7831550"/>
              <a:ext cx="190976" cy="148018"/>
            </a:xfrm>
            <a:prstGeom prst="rect">
              <a:avLst/>
            </a:prstGeom>
          </p:spPr>
        </p:pic>
        <p:pic>
          <p:nvPicPr>
            <p:cNvPr id="142" name="object 142"/>
            <p:cNvPicPr/>
            <p:nvPr/>
          </p:nvPicPr>
          <p:blipFill>
            <a:blip r:embed="rId98" cstate="print"/>
            <a:stretch>
              <a:fillRect/>
            </a:stretch>
          </p:blipFill>
          <p:spPr>
            <a:xfrm>
              <a:off x="3576637" y="7833074"/>
              <a:ext cx="273272" cy="112966"/>
            </a:xfrm>
            <a:prstGeom prst="rect">
              <a:avLst/>
            </a:prstGeom>
          </p:spPr>
        </p:pic>
        <p:sp>
          <p:nvSpPr>
            <p:cNvPr id="143" name="object 143"/>
            <p:cNvSpPr/>
            <p:nvPr/>
          </p:nvSpPr>
          <p:spPr>
            <a:xfrm>
              <a:off x="1663636" y="8162734"/>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44" name="object 144"/>
            <p:cNvPicPr/>
            <p:nvPr/>
          </p:nvPicPr>
          <p:blipFill>
            <a:blip r:embed="rId99" cstate="print"/>
            <a:stretch>
              <a:fillRect/>
            </a:stretch>
          </p:blipFill>
          <p:spPr>
            <a:xfrm>
              <a:off x="1865185" y="8118443"/>
              <a:ext cx="2264187" cy="149447"/>
            </a:xfrm>
            <a:prstGeom prst="rect">
              <a:avLst/>
            </a:prstGeom>
          </p:spPr>
        </p:pic>
        <p:sp>
          <p:nvSpPr>
            <p:cNvPr id="145" name="object 145"/>
            <p:cNvSpPr/>
            <p:nvPr/>
          </p:nvSpPr>
          <p:spPr>
            <a:xfrm>
              <a:off x="1663636" y="8449627"/>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46" name="object 146"/>
            <p:cNvPicPr/>
            <p:nvPr/>
          </p:nvPicPr>
          <p:blipFill>
            <a:blip r:embed="rId100" cstate="print"/>
            <a:stretch>
              <a:fillRect/>
            </a:stretch>
          </p:blipFill>
          <p:spPr>
            <a:xfrm>
              <a:off x="1852898" y="8403717"/>
              <a:ext cx="213740" cy="149638"/>
            </a:xfrm>
            <a:prstGeom prst="rect">
              <a:avLst/>
            </a:prstGeom>
          </p:spPr>
        </p:pic>
        <p:pic>
          <p:nvPicPr>
            <p:cNvPr id="147" name="object 147"/>
            <p:cNvPicPr/>
            <p:nvPr/>
          </p:nvPicPr>
          <p:blipFill>
            <a:blip r:embed="rId101" cstate="print"/>
            <a:stretch>
              <a:fillRect/>
            </a:stretch>
          </p:blipFill>
          <p:spPr>
            <a:xfrm>
              <a:off x="2086546" y="8405336"/>
              <a:ext cx="219837" cy="112966"/>
            </a:xfrm>
            <a:prstGeom prst="rect">
              <a:avLst/>
            </a:prstGeom>
          </p:spPr>
        </p:pic>
        <p:pic>
          <p:nvPicPr>
            <p:cNvPr id="148" name="object 148"/>
            <p:cNvPicPr/>
            <p:nvPr/>
          </p:nvPicPr>
          <p:blipFill>
            <a:blip r:embed="rId102" cstate="print"/>
            <a:stretch>
              <a:fillRect/>
            </a:stretch>
          </p:blipFill>
          <p:spPr>
            <a:xfrm>
              <a:off x="2327719" y="8438864"/>
              <a:ext cx="152685" cy="114490"/>
            </a:xfrm>
            <a:prstGeom prst="rect">
              <a:avLst/>
            </a:prstGeom>
          </p:spPr>
        </p:pic>
        <p:pic>
          <p:nvPicPr>
            <p:cNvPr id="149" name="object 149"/>
            <p:cNvPicPr/>
            <p:nvPr/>
          </p:nvPicPr>
          <p:blipFill>
            <a:blip r:embed="rId103" cstate="print"/>
            <a:stretch>
              <a:fillRect/>
            </a:stretch>
          </p:blipFill>
          <p:spPr>
            <a:xfrm>
              <a:off x="2547651" y="8403811"/>
              <a:ext cx="1610677" cy="114490"/>
            </a:xfrm>
            <a:prstGeom prst="rect">
              <a:avLst/>
            </a:prstGeom>
          </p:spPr>
        </p:pic>
        <p:sp>
          <p:nvSpPr>
            <p:cNvPr id="150" name="object 150"/>
            <p:cNvSpPr/>
            <p:nvPr/>
          </p:nvSpPr>
          <p:spPr>
            <a:xfrm>
              <a:off x="1405604" y="8734900"/>
              <a:ext cx="38735" cy="38735"/>
            </a:xfrm>
            <a:custGeom>
              <a:avLst/>
              <a:gdLst/>
              <a:ahLst/>
              <a:cxnLst/>
              <a:rect l="l" t="t" r="r" b="b"/>
              <a:pathLst>
                <a:path w="38734" h="38734">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151" name="object 151"/>
            <p:cNvPicPr/>
            <p:nvPr/>
          </p:nvPicPr>
          <p:blipFill>
            <a:blip r:embed="rId104" cstate="print"/>
            <a:stretch>
              <a:fillRect/>
            </a:stretch>
          </p:blipFill>
          <p:spPr>
            <a:xfrm>
              <a:off x="1596390" y="8690705"/>
              <a:ext cx="2163508" cy="148018"/>
            </a:xfrm>
            <a:prstGeom prst="rect">
              <a:avLst/>
            </a:prstGeom>
          </p:spPr>
        </p:pic>
        <p:sp>
          <p:nvSpPr>
            <p:cNvPr id="152" name="object 152"/>
            <p:cNvSpPr/>
            <p:nvPr/>
          </p:nvSpPr>
          <p:spPr>
            <a:xfrm>
              <a:off x="1663636" y="9021889"/>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53" name="object 153"/>
            <p:cNvPicPr/>
            <p:nvPr/>
          </p:nvPicPr>
          <p:blipFill>
            <a:blip r:embed="rId105" cstate="print"/>
            <a:stretch>
              <a:fillRect/>
            </a:stretch>
          </p:blipFill>
          <p:spPr>
            <a:xfrm>
              <a:off x="1865185" y="8976073"/>
              <a:ext cx="2325242" cy="148113"/>
            </a:xfrm>
            <a:prstGeom prst="rect">
              <a:avLst/>
            </a:prstGeom>
          </p:spPr>
        </p:pic>
        <p:sp>
          <p:nvSpPr>
            <p:cNvPr id="154" name="object 154"/>
            <p:cNvSpPr/>
            <p:nvPr/>
          </p:nvSpPr>
          <p:spPr>
            <a:xfrm>
              <a:off x="1663636" y="9307258"/>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55" name="object 155"/>
            <p:cNvPicPr/>
            <p:nvPr/>
          </p:nvPicPr>
          <p:blipFill>
            <a:blip r:embed="rId106" cstate="print"/>
            <a:stretch>
              <a:fillRect/>
            </a:stretch>
          </p:blipFill>
          <p:spPr>
            <a:xfrm>
              <a:off x="1865185" y="9267634"/>
              <a:ext cx="166401" cy="109823"/>
            </a:xfrm>
            <a:prstGeom prst="rect">
              <a:avLst/>
            </a:prstGeom>
          </p:spPr>
        </p:pic>
        <p:sp>
          <p:nvSpPr>
            <p:cNvPr id="156" name="object 156"/>
            <p:cNvSpPr/>
            <p:nvPr/>
          </p:nvSpPr>
          <p:spPr>
            <a:xfrm>
              <a:off x="2051393" y="9262973"/>
              <a:ext cx="95250" cy="114935"/>
            </a:xfrm>
            <a:custGeom>
              <a:avLst/>
              <a:gdLst/>
              <a:ahLst/>
              <a:cxnLst/>
              <a:rect l="l" t="t" r="r" b="b"/>
              <a:pathLst>
                <a:path w="95250" h="114934">
                  <a:moveTo>
                    <a:pt x="59524" y="53428"/>
                  </a:moveTo>
                  <a:lnTo>
                    <a:pt x="56476" y="45808"/>
                  </a:lnTo>
                  <a:lnTo>
                    <a:pt x="54952" y="44284"/>
                  </a:lnTo>
                  <a:lnTo>
                    <a:pt x="47332" y="36664"/>
                  </a:lnTo>
                  <a:lnTo>
                    <a:pt x="41236" y="35140"/>
                  </a:lnTo>
                  <a:lnTo>
                    <a:pt x="19900" y="35140"/>
                  </a:lnTo>
                  <a:lnTo>
                    <a:pt x="15240" y="36664"/>
                  </a:lnTo>
                  <a:lnTo>
                    <a:pt x="1524" y="45808"/>
                  </a:lnTo>
                  <a:lnTo>
                    <a:pt x="9144" y="53428"/>
                  </a:lnTo>
                  <a:lnTo>
                    <a:pt x="12192" y="50380"/>
                  </a:lnTo>
                  <a:lnTo>
                    <a:pt x="18288" y="47332"/>
                  </a:lnTo>
                  <a:lnTo>
                    <a:pt x="22948" y="45808"/>
                  </a:lnTo>
                  <a:lnTo>
                    <a:pt x="25996" y="44284"/>
                  </a:lnTo>
                  <a:lnTo>
                    <a:pt x="35140" y="44284"/>
                  </a:lnTo>
                  <a:lnTo>
                    <a:pt x="39712" y="45808"/>
                  </a:lnTo>
                  <a:lnTo>
                    <a:pt x="45808" y="51904"/>
                  </a:lnTo>
                  <a:lnTo>
                    <a:pt x="47332" y="56476"/>
                  </a:lnTo>
                  <a:lnTo>
                    <a:pt x="47332" y="64198"/>
                  </a:lnTo>
                  <a:lnTo>
                    <a:pt x="47332" y="73342"/>
                  </a:lnTo>
                  <a:lnTo>
                    <a:pt x="47332" y="88582"/>
                  </a:lnTo>
                  <a:lnTo>
                    <a:pt x="41236" y="97726"/>
                  </a:lnTo>
                  <a:lnTo>
                    <a:pt x="36664" y="102298"/>
                  </a:lnTo>
                  <a:lnTo>
                    <a:pt x="32092" y="103822"/>
                  </a:lnTo>
                  <a:lnTo>
                    <a:pt x="18288" y="103822"/>
                  </a:lnTo>
                  <a:lnTo>
                    <a:pt x="12192" y="97726"/>
                  </a:lnTo>
                  <a:lnTo>
                    <a:pt x="12192" y="82486"/>
                  </a:lnTo>
                  <a:lnTo>
                    <a:pt x="18288" y="79438"/>
                  </a:lnTo>
                  <a:lnTo>
                    <a:pt x="22948" y="77914"/>
                  </a:lnTo>
                  <a:lnTo>
                    <a:pt x="29044" y="76390"/>
                  </a:lnTo>
                  <a:lnTo>
                    <a:pt x="47332" y="73342"/>
                  </a:lnTo>
                  <a:lnTo>
                    <a:pt x="47332" y="64198"/>
                  </a:lnTo>
                  <a:lnTo>
                    <a:pt x="6096" y="74866"/>
                  </a:lnTo>
                  <a:lnTo>
                    <a:pt x="0" y="85534"/>
                  </a:lnTo>
                  <a:lnTo>
                    <a:pt x="0" y="97726"/>
                  </a:lnTo>
                  <a:lnTo>
                    <a:pt x="1524" y="103822"/>
                  </a:lnTo>
                  <a:lnTo>
                    <a:pt x="10668" y="112966"/>
                  </a:lnTo>
                  <a:lnTo>
                    <a:pt x="16764" y="114490"/>
                  </a:lnTo>
                  <a:lnTo>
                    <a:pt x="29044" y="114490"/>
                  </a:lnTo>
                  <a:lnTo>
                    <a:pt x="45300" y="103822"/>
                  </a:lnTo>
                  <a:lnTo>
                    <a:pt x="47332" y="100774"/>
                  </a:lnTo>
                  <a:lnTo>
                    <a:pt x="47332" y="112966"/>
                  </a:lnTo>
                  <a:lnTo>
                    <a:pt x="59524" y="112966"/>
                  </a:lnTo>
                  <a:lnTo>
                    <a:pt x="59524" y="100774"/>
                  </a:lnTo>
                  <a:lnTo>
                    <a:pt x="59524" y="73342"/>
                  </a:lnTo>
                  <a:lnTo>
                    <a:pt x="59524" y="53428"/>
                  </a:lnTo>
                  <a:close/>
                </a:path>
                <a:path w="95250" h="114934">
                  <a:moveTo>
                    <a:pt x="94678" y="0"/>
                  </a:moveTo>
                  <a:lnTo>
                    <a:pt x="82486" y="0"/>
                  </a:lnTo>
                  <a:lnTo>
                    <a:pt x="82486" y="112966"/>
                  </a:lnTo>
                  <a:lnTo>
                    <a:pt x="94678" y="112966"/>
                  </a:lnTo>
                  <a:lnTo>
                    <a:pt x="94678" y="0"/>
                  </a:lnTo>
                  <a:close/>
                </a:path>
              </a:pathLst>
            </a:custGeom>
            <a:solidFill>
              <a:srgbClr val="232323"/>
            </a:solidFill>
          </p:spPr>
          <p:txBody>
            <a:bodyPr wrap="square" lIns="0" tIns="0" rIns="0" bIns="0" rtlCol="0"/>
            <a:lstStyle/>
            <a:p>
              <a:endParaRPr/>
            </a:p>
          </p:txBody>
        </p:sp>
        <p:pic>
          <p:nvPicPr>
            <p:cNvPr id="157" name="object 157"/>
            <p:cNvPicPr/>
            <p:nvPr/>
          </p:nvPicPr>
          <p:blipFill>
            <a:blip r:embed="rId107" cstate="print"/>
            <a:stretch>
              <a:fillRect/>
            </a:stretch>
          </p:blipFill>
          <p:spPr>
            <a:xfrm>
              <a:off x="2207133" y="9298114"/>
              <a:ext cx="146589" cy="79343"/>
            </a:xfrm>
            <a:prstGeom prst="rect">
              <a:avLst/>
            </a:prstGeom>
          </p:spPr>
        </p:pic>
        <p:sp>
          <p:nvSpPr>
            <p:cNvPr id="158" name="object 158"/>
            <p:cNvSpPr/>
            <p:nvPr/>
          </p:nvSpPr>
          <p:spPr>
            <a:xfrm>
              <a:off x="2373528" y="9276791"/>
              <a:ext cx="261620" cy="100965"/>
            </a:xfrm>
            <a:custGeom>
              <a:avLst/>
              <a:gdLst/>
              <a:ahLst/>
              <a:cxnLst/>
              <a:rect l="l" t="t" r="r" b="b"/>
              <a:pathLst>
                <a:path w="261619" h="100965">
                  <a:moveTo>
                    <a:pt x="62572" y="42659"/>
                  </a:moveTo>
                  <a:lnTo>
                    <a:pt x="61048" y="33515"/>
                  </a:lnTo>
                  <a:lnTo>
                    <a:pt x="58000" y="30467"/>
                  </a:lnTo>
                  <a:lnTo>
                    <a:pt x="56476" y="28943"/>
                  </a:lnTo>
                  <a:lnTo>
                    <a:pt x="51904" y="22847"/>
                  </a:lnTo>
                  <a:lnTo>
                    <a:pt x="45808" y="21323"/>
                  </a:lnTo>
                  <a:lnTo>
                    <a:pt x="25996" y="21323"/>
                  </a:lnTo>
                  <a:lnTo>
                    <a:pt x="22948" y="24371"/>
                  </a:lnTo>
                  <a:lnTo>
                    <a:pt x="18376" y="27419"/>
                  </a:lnTo>
                  <a:lnTo>
                    <a:pt x="15328" y="30467"/>
                  </a:lnTo>
                  <a:lnTo>
                    <a:pt x="12192" y="35039"/>
                  </a:lnTo>
                  <a:lnTo>
                    <a:pt x="12192" y="22847"/>
                  </a:lnTo>
                  <a:lnTo>
                    <a:pt x="0" y="22847"/>
                  </a:lnTo>
                  <a:lnTo>
                    <a:pt x="0" y="99148"/>
                  </a:lnTo>
                  <a:lnTo>
                    <a:pt x="12192" y="99148"/>
                  </a:lnTo>
                  <a:lnTo>
                    <a:pt x="12192" y="48755"/>
                  </a:lnTo>
                  <a:lnTo>
                    <a:pt x="13804" y="42659"/>
                  </a:lnTo>
                  <a:lnTo>
                    <a:pt x="18376" y="38087"/>
                  </a:lnTo>
                  <a:lnTo>
                    <a:pt x="20408" y="35039"/>
                  </a:lnTo>
                  <a:lnTo>
                    <a:pt x="21424" y="33515"/>
                  </a:lnTo>
                  <a:lnTo>
                    <a:pt x="25996" y="30467"/>
                  </a:lnTo>
                  <a:lnTo>
                    <a:pt x="38188" y="30467"/>
                  </a:lnTo>
                  <a:lnTo>
                    <a:pt x="42760" y="33515"/>
                  </a:lnTo>
                  <a:lnTo>
                    <a:pt x="45808" y="36563"/>
                  </a:lnTo>
                  <a:lnTo>
                    <a:pt x="48856" y="41135"/>
                  </a:lnTo>
                  <a:lnTo>
                    <a:pt x="50380" y="47231"/>
                  </a:lnTo>
                  <a:lnTo>
                    <a:pt x="50380" y="99148"/>
                  </a:lnTo>
                  <a:lnTo>
                    <a:pt x="62572" y="99148"/>
                  </a:lnTo>
                  <a:lnTo>
                    <a:pt x="62572" y="42659"/>
                  </a:lnTo>
                  <a:close/>
                </a:path>
                <a:path w="261619" h="100965">
                  <a:moveTo>
                    <a:pt x="122199" y="97624"/>
                  </a:moveTo>
                  <a:lnTo>
                    <a:pt x="119151" y="88480"/>
                  </a:lnTo>
                  <a:lnTo>
                    <a:pt x="117627" y="88480"/>
                  </a:lnTo>
                  <a:lnTo>
                    <a:pt x="117627" y="90004"/>
                  </a:lnTo>
                  <a:lnTo>
                    <a:pt x="105435" y="90004"/>
                  </a:lnTo>
                  <a:lnTo>
                    <a:pt x="103911" y="86956"/>
                  </a:lnTo>
                  <a:lnTo>
                    <a:pt x="102298" y="85432"/>
                  </a:lnTo>
                  <a:lnTo>
                    <a:pt x="102298" y="33528"/>
                  </a:lnTo>
                  <a:lnTo>
                    <a:pt x="120675" y="33528"/>
                  </a:lnTo>
                  <a:lnTo>
                    <a:pt x="120675" y="22860"/>
                  </a:lnTo>
                  <a:lnTo>
                    <a:pt x="102298" y="22860"/>
                  </a:lnTo>
                  <a:lnTo>
                    <a:pt x="102298" y="0"/>
                  </a:lnTo>
                  <a:lnTo>
                    <a:pt x="90106" y="4572"/>
                  </a:lnTo>
                  <a:lnTo>
                    <a:pt x="90106" y="22860"/>
                  </a:lnTo>
                  <a:lnTo>
                    <a:pt x="76390" y="22860"/>
                  </a:lnTo>
                  <a:lnTo>
                    <a:pt x="76390" y="33528"/>
                  </a:lnTo>
                  <a:lnTo>
                    <a:pt x="90106" y="33528"/>
                  </a:lnTo>
                  <a:lnTo>
                    <a:pt x="90106" y="86956"/>
                  </a:lnTo>
                  <a:lnTo>
                    <a:pt x="91630" y="91528"/>
                  </a:lnTo>
                  <a:lnTo>
                    <a:pt x="94678" y="94576"/>
                  </a:lnTo>
                  <a:lnTo>
                    <a:pt x="97726" y="99148"/>
                  </a:lnTo>
                  <a:lnTo>
                    <a:pt x="103911" y="100672"/>
                  </a:lnTo>
                  <a:lnTo>
                    <a:pt x="114579" y="100672"/>
                  </a:lnTo>
                  <a:lnTo>
                    <a:pt x="116103" y="99148"/>
                  </a:lnTo>
                  <a:lnTo>
                    <a:pt x="120675" y="99148"/>
                  </a:lnTo>
                  <a:lnTo>
                    <a:pt x="122199" y="97624"/>
                  </a:lnTo>
                  <a:close/>
                </a:path>
                <a:path w="261619" h="100965">
                  <a:moveTo>
                    <a:pt x="177165" y="21336"/>
                  </a:moveTo>
                  <a:lnTo>
                    <a:pt x="166497" y="21336"/>
                  </a:lnTo>
                  <a:lnTo>
                    <a:pt x="161925" y="22860"/>
                  </a:lnTo>
                  <a:lnTo>
                    <a:pt x="157264" y="25908"/>
                  </a:lnTo>
                  <a:lnTo>
                    <a:pt x="154216" y="27432"/>
                  </a:lnTo>
                  <a:lnTo>
                    <a:pt x="151168" y="32004"/>
                  </a:lnTo>
                  <a:lnTo>
                    <a:pt x="149644" y="38100"/>
                  </a:lnTo>
                  <a:lnTo>
                    <a:pt x="149644" y="22860"/>
                  </a:lnTo>
                  <a:lnTo>
                    <a:pt x="137452" y="22860"/>
                  </a:lnTo>
                  <a:lnTo>
                    <a:pt x="137452" y="99148"/>
                  </a:lnTo>
                  <a:lnTo>
                    <a:pt x="149644" y="99148"/>
                  </a:lnTo>
                  <a:lnTo>
                    <a:pt x="149644" y="51816"/>
                  </a:lnTo>
                  <a:lnTo>
                    <a:pt x="151168" y="45720"/>
                  </a:lnTo>
                  <a:lnTo>
                    <a:pt x="155740" y="39624"/>
                  </a:lnTo>
                  <a:lnTo>
                    <a:pt x="156756" y="38100"/>
                  </a:lnTo>
                  <a:lnTo>
                    <a:pt x="158788" y="35052"/>
                  </a:lnTo>
                  <a:lnTo>
                    <a:pt x="163449" y="32004"/>
                  </a:lnTo>
                  <a:lnTo>
                    <a:pt x="174117" y="32004"/>
                  </a:lnTo>
                  <a:lnTo>
                    <a:pt x="175641" y="33528"/>
                  </a:lnTo>
                  <a:lnTo>
                    <a:pt x="175831" y="32004"/>
                  </a:lnTo>
                  <a:lnTo>
                    <a:pt x="177165" y="21336"/>
                  </a:lnTo>
                  <a:close/>
                </a:path>
                <a:path w="261619" h="100965">
                  <a:moveTo>
                    <a:pt x="261175" y="60960"/>
                  </a:moveTo>
                  <a:lnTo>
                    <a:pt x="247459" y="28092"/>
                  </a:lnTo>
                  <a:lnTo>
                    <a:pt x="247459" y="70104"/>
                  </a:lnTo>
                  <a:lnTo>
                    <a:pt x="245935" y="77724"/>
                  </a:lnTo>
                  <a:lnTo>
                    <a:pt x="241274" y="82296"/>
                  </a:lnTo>
                  <a:lnTo>
                    <a:pt x="236702" y="86868"/>
                  </a:lnTo>
                  <a:lnTo>
                    <a:pt x="230606" y="89916"/>
                  </a:lnTo>
                  <a:lnTo>
                    <a:pt x="215366" y="89916"/>
                  </a:lnTo>
                  <a:lnTo>
                    <a:pt x="209270" y="86868"/>
                  </a:lnTo>
                  <a:lnTo>
                    <a:pt x="200126" y="77724"/>
                  </a:lnTo>
                  <a:lnTo>
                    <a:pt x="200012" y="77152"/>
                  </a:lnTo>
                  <a:lnTo>
                    <a:pt x="198602" y="70104"/>
                  </a:lnTo>
                  <a:lnTo>
                    <a:pt x="198666" y="51473"/>
                  </a:lnTo>
                  <a:lnTo>
                    <a:pt x="200126" y="44196"/>
                  </a:lnTo>
                  <a:lnTo>
                    <a:pt x="204698" y="39624"/>
                  </a:lnTo>
                  <a:lnTo>
                    <a:pt x="209270" y="33528"/>
                  </a:lnTo>
                  <a:lnTo>
                    <a:pt x="215366" y="30480"/>
                  </a:lnTo>
                  <a:lnTo>
                    <a:pt x="230606" y="30480"/>
                  </a:lnTo>
                  <a:lnTo>
                    <a:pt x="247459" y="70104"/>
                  </a:lnTo>
                  <a:lnTo>
                    <a:pt x="247459" y="28092"/>
                  </a:lnTo>
                  <a:lnTo>
                    <a:pt x="245338" y="26416"/>
                  </a:lnTo>
                  <a:lnTo>
                    <a:pt x="239179" y="23533"/>
                  </a:lnTo>
                  <a:lnTo>
                    <a:pt x="232194" y="21805"/>
                  </a:lnTo>
                  <a:lnTo>
                    <a:pt x="224510" y="21234"/>
                  </a:lnTo>
                  <a:lnTo>
                    <a:pt x="216255" y="21805"/>
                  </a:lnTo>
                  <a:lnTo>
                    <a:pt x="216001" y="21805"/>
                  </a:lnTo>
                  <a:lnTo>
                    <a:pt x="185597" y="52146"/>
                  </a:lnTo>
                  <a:lnTo>
                    <a:pt x="184785" y="60960"/>
                  </a:lnTo>
                  <a:lnTo>
                    <a:pt x="185597" y="69545"/>
                  </a:lnTo>
                  <a:lnTo>
                    <a:pt x="214414" y="100076"/>
                  </a:lnTo>
                  <a:lnTo>
                    <a:pt x="222986" y="100672"/>
                  </a:lnTo>
                  <a:lnTo>
                    <a:pt x="230695" y="100076"/>
                  </a:lnTo>
                  <a:lnTo>
                    <a:pt x="260362" y="69545"/>
                  </a:lnTo>
                  <a:lnTo>
                    <a:pt x="261175" y="60960"/>
                  </a:lnTo>
                  <a:close/>
                </a:path>
              </a:pathLst>
            </a:custGeom>
            <a:solidFill>
              <a:srgbClr val="232323"/>
            </a:solidFill>
          </p:spPr>
          <p:txBody>
            <a:bodyPr wrap="square" lIns="0" tIns="0" rIns="0" bIns="0" rtlCol="0"/>
            <a:lstStyle/>
            <a:p>
              <a:endParaRPr/>
            </a:p>
          </p:txBody>
        </p:sp>
        <p:pic>
          <p:nvPicPr>
            <p:cNvPr id="159" name="object 159"/>
            <p:cNvPicPr/>
            <p:nvPr/>
          </p:nvPicPr>
          <p:blipFill>
            <a:blip r:embed="rId108" cstate="print"/>
            <a:stretch>
              <a:fillRect/>
            </a:stretch>
          </p:blipFill>
          <p:spPr>
            <a:xfrm>
              <a:off x="2652998" y="9261443"/>
              <a:ext cx="1629060" cy="149637"/>
            </a:xfrm>
            <a:prstGeom prst="rect">
              <a:avLst/>
            </a:prstGeom>
          </p:spPr>
        </p:pic>
        <p:sp>
          <p:nvSpPr>
            <p:cNvPr id="160" name="object 160"/>
            <p:cNvSpPr/>
            <p:nvPr/>
          </p:nvSpPr>
          <p:spPr>
            <a:xfrm>
              <a:off x="1663636" y="9594246"/>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61" name="object 161"/>
            <p:cNvPicPr/>
            <p:nvPr/>
          </p:nvPicPr>
          <p:blipFill>
            <a:blip r:embed="rId109" cstate="print"/>
            <a:stretch>
              <a:fillRect/>
            </a:stretch>
          </p:blipFill>
          <p:spPr>
            <a:xfrm>
              <a:off x="1865185" y="9554527"/>
              <a:ext cx="215264" cy="108299"/>
            </a:xfrm>
            <a:prstGeom prst="rect">
              <a:avLst/>
            </a:prstGeom>
          </p:spPr>
        </p:pic>
        <p:sp>
          <p:nvSpPr>
            <p:cNvPr id="162" name="object 162"/>
            <p:cNvSpPr/>
            <p:nvPr/>
          </p:nvSpPr>
          <p:spPr>
            <a:xfrm>
              <a:off x="2104821" y="9548342"/>
              <a:ext cx="142240" cy="114935"/>
            </a:xfrm>
            <a:custGeom>
              <a:avLst/>
              <a:gdLst/>
              <a:ahLst/>
              <a:cxnLst/>
              <a:rect l="l" t="t" r="r" b="b"/>
              <a:pathLst>
                <a:path w="142239" h="114934">
                  <a:moveTo>
                    <a:pt x="70205" y="73342"/>
                  </a:moveTo>
                  <a:lnTo>
                    <a:pt x="70104" y="71818"/>
                  </a:lnTo>
                  <a:lnTo>
                    <a:pt x="69634" y="64770"/>
                  </a:lnTo>
                  <a:lnTo>
                    <a:pt x="67919" y="57340"/>
                  </a:lnTo>
                  <a:lnTo>
                    <a:pt x="65062" y="51054"/>
                  </a:lnTo>
                  <a:lnTo>
                    <a:pt x="61061" y="45910"/>
                  </a:lnTo>
                  <a:lnTo>
                    <a:pt x="56489" y="38188"/>
                  </a:lnTo>
                  <a:lnTo>
                    <a:pt x="56489" y="64198"/>
                  </a:lnTo>
                  <a:lnTo>
                    <a:pt x="56489" y="82486"/>
                  </a:lnTo>
                  <a:lnTo>
                    <a:pt x="54965" y="90106"/>
                  </a:lnTo>
                  <a:lnTo>
                    <a:pt x="50393" y="96202"/>
                  </a:lnTo>
                  <a:lnTo>
                    <a:pt x="47345" y="102298"/>
                  </a:lnTo>
                  <a:lnTo>
                    <a:pt x="41148" y="105346"/>
                  </a:lnTo>
                  <a:lnTo>
                    <a:pt x="27432" y="105346"/>
                  </a:lnTo>
                  <a:lnTo>
                    <a:pt x="24384" y="103822"/>
                  </a:lnTo>
                  <a:lnTo>
                    <a:pt x="21336" y="102298"/>
                  </a:lnTo>
                  <a:lnTo>
                    <a:pt x="18288" y="97726"/>
                  </a:lnTo>
                  <a:lnTo>
                    <a:pt x="13716" y="93154"/>
                  </a:lnTo>
                  <a:lnTo>
                    <a:pt x="12192" y="88582"/>
                  </a:lnTo>
                  <a:lnTo>
                    <a:pt x="12192" y="64198"/>
                  </a:lnTo>
                  <a:lnTo>
                    <a:pt x="13716" y="58102"/>
                  </a:lnTo>
                  <a:lnTo>
                    <a:pt x="18288" y="53530"/>
                  </a:lnTo>
                  <a:lnTo>
                    <a:pt x="20574" y="50482"/>
                  </a:lnTo>
                  <a:lnTo>
                    <a:pt x="22860" y="47434"/>
                  </a:lnTo>
                  <a:lnTo>
                    <a:pt x="27432" y="45910"/>
                  </a:lnTo>
                  <a:lnTo>
                    <a:pt x="42773" y="45910"/>
                  </a:lnTo>
                  <a:lnTo>
                    <a:pt x="47345" y="47434"/>
                  </a:lnTo>
                  <a:lnTo>
                    <a:pt x="51917" y="53530"/>
                  </a:lnTo>
                  <a:lnTo>
                    <a:pt x="54965" y="58102"/>
                  </a:lnTo>
                  <a:lnTo>
                    <a:pt x="56489" y="64198"/>
                  </a:lnTo>
                  <a:lnTo>
                    <a:pt x="56489" y="38188"/>
                  </a:lnTo>
                  <a:lnTo>
                    <a:pt x="48869" y="35140"/>
                  </a:lnTo>
                  <a:lnTo>
                    <a:pt x="32004" y="35140"/>
                  </a:lnTo>
                  <a:lnTo>
                    <a:pt x="27432" y="36664"/>
                  </a:lnTo>
                  <a:lnTo>
                    <a:pt x="22860" y="39712"/>
                  </a:lnTo>
                  <a:lnTo>
                    <a:pt x="18288" y="41236"/>
                  </a:lnTo>
                  <a:lnTo>
                    <a:pt x="15240" y="45910"/>
                  </a:lnTo>
                  <a:lnTo>
                    <a:pt x="12192" y="50482"/>
                  </a:lnTo>
                  <a:lnTo>
                    <a:pt x="12192" y="88"/>
                  </a:lnTo>
                  <a:lnTo>
                    <a:pt x="0" y="88"/>
                  </a:lnTo>
                  <a:lnTo>
                    <a:pt x="0" y="113055"/>
                  </a:lnTo>
                  <a:lnTo>
                    <a:pt x="12192" y="113055"/>
                  </a:lnTo>
                  <a:lnTo>
                    <a:pt x="12192" y="103822"/>
                  </a:lnTo>
                  <a:lnTo>
                    <a:pt x="18288" y="109918"/>
                  </a:lnTo>
                  <a:lnTo>
                    <a:pt x="21336" y="113055"/>
                  </a:lnTo>
                  <a:lnTo>
                    <a:pt x="25908" y="114579"/>
                  </a:lnTo>
                  <a:lnTo>
                    <a:pt x="35052" y="114579"/>
                  </a:lnTo>
                  <a:lnTo>
                    <a:pt x="67919" y="90297"/>
                  </a:lnTo>
                  <a:lnTo>
                    <a:pt x="67957" y="90106"/>
                  </a:lnTo>
                  <a:lnTo>
                    <a:pt x="69634" y="82181"/>
                  </a:lnTo>
                  <a:lnTo>
                    <a:pt x="70205" y="73342"/>
                  </a:lnTo>
                  <a:close/>
                </a:path>
                <a:path w="142239" h="114934">
                  <a:moveTo>
                    <a:pt x="100774" y="0"/>
                  </a:moveTo>
                  <a:lnTo>
                    <a:pt x="88582" y="0"/>
                  </a:lnTo>
                  <a:lnTo>
                    <a:pt x="88582" y="112966"/>
                  </a:lnTo>
                  <a:lnTo>
                    <a:pt x="100774" y="112966"/>
                  </a:lnTo>
                  <a:lnTo>
                    <a:pt x="100774" y="0"/>
                  </a:lnTo>
                  <a:close/>
                </a:path>
                <a:path w="142239" h="114934">
                  <a:moveTo>
                    <a:pt x="138976" y="36766"/>
                  </a:moveTo>
                  <a:lnTo>
                    <a:pt x="126784" y="36766"/>
                  </a:lnTo>
                  <a:lnTo>
                    <a:pt x="126784" y="113068"/>
                  </a:lnTo>
                  <a:lnTo>
                    <a:pt x="138976" y="113068"/>
                  </a:lnTo>
                  <a:lnTo>
                    <a:pt x="138976" y="36766"/>
                  </a:lnTo>
                  <a:close/>
                </a:path>
                <a:path w="142239" h="114934">
                  <a:moveTo>
                    <a:pt x="142024" y="7721"/>
                  </a:moveTo>
                  <a:lnTo>
                    <a:pt x="137452" y="3149"/>
                  </a:lnTo>
                  <a:lnTo>
                    <a:pt x="134404" y="1625"/>
                  </a:lnTo>
                  <a:lnTo>
                    <a:pt x="129832" y="1625"/>
                  </a:lnTo>
                  <a:lnTo>
                    <a:pt x="125260" y="6197"/>
                  </a:lnTo>
                  <a:lnTo>
                    <a:pt x="123634" y="7721"/>
                  </a:lnTo>
                  <a:lnTo>
                    <a:pt x="123634" y="12293"/>
                  </a:lnTo>
                  <a:lnTo>
                    <a:pt x="125260" y="15341"/>
                  </a:lnTo>
                  <a:lnTo>
                    <a:pt x="128308" y="18389"/>
                  </a:lnTo>
                  <a:lnTo>
                    <a:pt x="137452" y="18389"/>
                  </a:lnTo>
                  <a:lnTo>
                    <a:pt x="140500" y="15341"/>
                  </a:lnTo>
                  <a:lnTo>
                    <a:pt x="142024" y="12293"/>
                  </a:lnTo>
                  <a:lnTo>
                    <a:pt x="142024" y="7721"/>
                  </a:lnTo>
                  <a:close/>
                </a:path>
              </a:pathLst>
            </a:custGeom>
            <a:solidFill>
              <a:srgbClr val="232323"/>
            </a:solidFill>
          </p:spPr>
          <p:txBody>
            <a:bodyPr wrap="square" lIns="0" tIns="0" rIns="0" bIns="0" rtlCol="0"/>
            <a:lstStyle/>
            <a:p>
              <a:endParaRPr/>
            </a:p>
          </p:txBody>
        </p:sp>
        <p:pic>
          <p:nvPicPr>
            <p:cNvPr id="163" name="object 163"/>
            <p:cNvPicPr/>
            <p:nvPr/>
          </p:nvPicPr>
          <p:blipFill>
            <a:blip r:embed="rId110" cstate="print"/>
            <a:stretch>
              <a:fillRect/>
            </a:stretch>
          </p:blipFill>
          <p:spPr>
            <a:xfrm>
              <a:off x="2268188" y="9583483"/>
              <a:ext cx="151161" cy="114490"/>
            </a:xfrm>
            <a:prstGeom prst="rect">
              <a:avLst/>
            </a:prstGeom>
          </p:spPr>
        </p:pic>
        <p:pic>
          <p:nvPicPr>
            <p:cNvPr id="164" name="object 164"/>
            <p:cNvPicPr/>
            <p:nvPr/>
          </p:nvPicPr>
          <p:blipFill>
            <a:blip r:embed="rId111" cstate="print"/>
            <a:stretch>
              <a:fillRect/>
            </a:stretch>
          </p:blipFill>
          <p:spPr>
            <a:xfrm>
              <a:off x="2478881" y="9552908"/>
              <a:ext cx="149637" cy="109918"/>
            </a:xfrm>
            <a:prstGeom prst="rect">
              <a:avLst/>
            </a:prstGeom>
          </p:spPr>
        </p:pic>
        <p:pic>
          <p:nvPicPr>
            <p:cNvPr id="165" name="object 165"/>
            <p:cNvPicPr/>
            <p:nvPr/>
          </p:nvPicPr>
          <p:blipFill>
            <a:blip r:embed="rId112" cstate="print"/>
            <a:stretch>
              <a:fillRect/>
            </a:stretch>
          </p:blipFill>
          <p:spPr>
            <a:xfrm>
              <a:off x="2649950" y="9553003"/>
              <a:ext cx="343566" cy="125063"/>
            </a:xfrm>
            <a:prstGeom prst="rect">
              <a:avLst/>
            </a:prstGeom>
          </p:spPr>
        </p:pic>
        <p:sp>
          <p:nvSpPr>
            <p:cNvPr id="166" name="object 166"/>
            <p:cNvSpPr/>
            <p:nvPr/>
          </p:nvSpPr>
          <p:spPr>
            <a:xfrm>
              <a:off x="3049803" y="9549968"/>
              <a:ext cx="699770" cy="148590"/>
            </a:xfrm>
            <a:custGeom>
              <a:avLst/>
              <a:gdLst/>
              <a:ahLst/>
              <a:cxnLst/>
              <a:rect l="l" t="t" r="r" b="b"/>
              <a:pathLst>
                <a:path w="699770" h="148590">
                  <a:moveTo>
                    <a:pt x="65722" y="70091"/>
                  </a:moveTo>
                  <a:lnTo>
                    <a:pt x="65506" y="67043"/>
                  </a:lnTo>
                  <a:lnTo>
                    <a:pt x="65417" y="65836"/>
                  </a:lnTo>
                  <a:lnTo>
                    <a:pt x="65176" y="62382"/>
                  </a:lnTo>
                  <a:lnTo>
                    <a:pt x="53428" y="38087"/>
                  </a:lnTo>
                  <a:lnTo>
                    <a:pt x="53428" y="59423"/>
                  </a:lnTo>
                  <a:lnTo>
                    <a:pt x="53428" y="67043"/>
                  </a:lnTo>
                  <a:lnTo>
                    <a:pt x="12280" y="67043"/>
                  </a:lnTo>
                  <a:lnTo>
                    <a:pt x="13804" y="59423"/>
                  </a:lnTo>
                  <a:lnTo>
                    <a:pt x="15328" y="53327"/>
                  </a:lnTo>
                  <a:lnTo>
                    <a:pt x="19900" y="50279"/>
                  </a:lnTo>
                  <a:lnTo>
                    <a:pt x="22948" y="45707"/>
                  </a:lnTo>
                  <a:lnTo>
                    <a:pt x="29044" y="44183"/>
                  </a:lnTo>
                  <a:lnTo>
                    <a:pt x="39712" y="44183"/>
                  </a:lnTo>
                  <a:lnTo>
                    <a:pt x="44284" y="45707"/>
                  </a:lnTo>
                  <a:lnTo>
                    <a:pt x="51904" y="53327"/>
                  </a:lnTo>
                  <a:lnTo>
                    <a:pt x="53428" y="59423"/>
                  </a:lnTo>
                  <a:lnTo>
                    <a:pt x="53428" y="38087"/>
                  </a:lnTo>
                  <a:lnTo>
                    <a:pt x="51904" y="36563"/>
                  </a:lnTo>
                  <a:lnTo>
                    <a:pt x="44284" y="33515"/>
                  </a:lnTo>
                  <a:lnTo>
                    <a:pt x="35140" y="33515"/>
                  </a:lnTo>
                  <a:lnTo>
                    <a:pt x="2286" y="57708"/>
                  </a:lnTo>
                  <a:lnTo>
                    <a:pt x="495" y="67043"/>
                  </a:lnTo>
                  <a:lnTo>
                    <a:pt x="0" y="74663"/>
                  </a:lnTo>
                  <a:lnTo>
                    <a:pt x="101" y="76187"/>
                  </a:lnTo>
                  <a:lnTo>
                    <a:pt x="571" y="83261"/>
                  </a:lnTo>
                  <a:lnTo>
                    <a:pt x="2286" y="90868"/>
                  </a:lnTo>
                  <a:lnTo>
                    <a:pt x="36664" y="112864"/>
                  </a:lnTo>
                  <a:lnTo>
                    <a:pt x="45808" y="112864"/>
                  </a:lnTo>
                  <a:lnTo>
                    <a:pt x="59524" y="108292"/>
                  </a:lnTo>
                  <a:lnTo>
                    <a:pt x="64198" y="105244"/>
                  </a:lnTo>
                  <a:lnTo>
                    <a:pt x="63182" y="103720"/>
                  </a:lnTo>
                  <a:lnTo>
                    <a:pt x="58000" y="95999"/>
                  </a:lnTo>
                  <a:lnTo>
                    <a:pt x="54952" y="99047"/>
                  </a:lnTo>
                  <a:lnTo>
                    <a:pt x="50380" y="100571"/>
                  </a:lnTo>
                  <a:lnTo>
                    <a:pt x="47332" y="102196"/>
                  </a:lnTo>
                  <a:lnTo>
                    <a:pt x="44284" y="102196"/>
                  </a:lnTo>
                  <a:lnTo>
                    <a:pt x="41236" y="103720"/>
                  </a:lnTo>
                  <a:lnTo>
                    <a:pt x="29044" y="103720"/>
                  </a:lnTo>
                  <a:lnTo>
                    <a:pt x="22948" y="100571"/>
                  </a:lnTo>
                  <a:lnTo>
                    <a:pt x="13804" y="91427"/>
                  </a:lnTo>
                  <a:lnTo>
                    <a:pt x="12280" y="85331"/>
                  </a:lnTo>
                  <a:lnTo>
                    <a:pt x="12280" y="76187"/>
                  </a:lnTo>
                  <a:lnTo>
                    <a:pt x="65722" y="76187"/>
                  </a:lnTo>
                  <a:lnTo>
                    <a:pt x="65722" y="70091"/>
                  </a:lnTo>
                  <a:close/>
                </a:path>
                <a:path w="699770" h="148590">
                  <a:moveTo>
                    <a:pt x="148209" y="54851"/>
                  </a:moveTo>
                  <a:lnTo>
                    <a:pt x="145161" y="47231"/>
                  </a:lnTo>
                  <a:lnTo>
                    <a:pt x="142024" y="41135"/>
                  </a:lnTo>
                  <a:lnTo>
                    <a:pt x="137452" y="36474"/>
                  </a:lnTo>
                  <a:lnTo>
                    <a:pt x="129832" y="33426"/>
                  </a:lnTo>
                  <a:lnTo>
                    <a:pt x="116116" y="33426"/>
                  </a:lnTo>
                  <a:lnTo>
                    <a:pt x="106972" y="36474"/>
                  </a:lnTo>
                  <a:lnTo>
                    <a:pt x="103924" y="39522"/>
                  </a:lnTo>
                  <a:lnTo>
                    <a:pt x="99352" y="42659"/>
                  </a:lnTo>
                  <a:lnTo>
                    <a:pt x="97828" y="48755"/>
                  </a:lnTo>
                  <a:lnTo>
                    <a:pt x="96304" y="48755"/>
                  </a:lnTo>
                  <a:lnTo>
                    <a:pt x="96304" y="34950"/>
                  </a:lnTo>
                  <a:lnTo>
                    <a:pt x="84010" y="34950"/>
                  </a:lnTo>
                  <a:lnTo>
                    <a:pt x="84010" y="111340"/>
                  </a:lnTo>
                  <a:lnTo>
                    <a:pt x="96304" y="111340"/>
                  </a:lnTo>
                  <a:lnTo>
                    <a:pt x="96304" y="60947"/>
                  </a:lnTo>
                  <a:lnTo>
                    <a:pt x="99352" y="54851"/>
                  </a:lnTo>
                  <a:lnTo>
                    <a:pt x="102400" y="50279"/>
                  </a:lnTo>
                  <a:lnTo>
                    <a:pt x="106972" y="45707"/>
                  </a:lnTo>
                  <a:lnTo>
                    <a:pt x="111544" y="44183"/>
                  </a:lnTo>
                  <a:lnTo>
                    <a:pt x="123736" y="44183"/>
                  </a:lnTo>
                  <a:lnTo>
                    <a:pt x="128308" y="45707"/>
                  </a:lnTo>
                  <a:lnTo>
                    <a:pt x="131356" y="50279"/>
                  </a:lnTo>
                  <a:lnTo>
                    <a:pt x="134404" y="53327"/>
                  </a:lnTo>
                  <a:lnTo>
                    <a:pt x="135928" y="59423"/>
                  </a:lnTo>
                  <a:lnTo>
                    <a:pt x="135928" y="111340"/>
                  </a:lnTo>
                  <a:lnTo>
                    <a:pt x="148209" y="111340"/>
                  </a:lnTo>
                  <a:lnTo>
                    <a:pt x="148209" y="54851"/>
                  </a:lnTo>
                  <a:close/>
                </a:path>
                <a:path w="699770" h="148590">
                  <a:moveTo>
                    <a:pt x="226034" y="39624"/>
                  </a:moveTo>
                  <a:lnTo>
                    <a:pt x="219938" y="36576"/>
                  </a:lnTo>
                  <a:lnTo>
                    <a:pt x="215366" y="35052"/>
                  </a:lnTo>
                  <a:lnTo>
                    <a:pt x="212318" y="33528"/>
                  </a:lnTo>
                  <a:lnTo>
                    <a:pt x="204698" y="33528"/>
                  </a:lnTo>
                  <a:lnTo>
                    <a:pt x="196100" y="34353"/>
                  </a:lnTo>
                  <a:lnTo>
                    <a:pt x="165785" y="66078"/>
                  </a:lnTo>
                  <a:lnTo>
                    <a:pt x="164973" y="74676"/>
                  </a:lnTo>
                  <a:lnTo>
                    <a:pt x="165785" y="83540"/>
                  </a:lnTo>
                  <a:lnTo>
                    <a:pt x="195453" y="112293"/>
                  </a:lnTo>
                  <a:lnTo>
                    <a:pt x="203174" y="112864"/>
                  </a:lnTo>
                  <a:lnTo>
                    <a:pt x="210794" y="112864"/>
                  </a:lnTo>
                  <a:lnTo>
                    <a:pt x="213842" y="111340"/>
                  </a:lnTo>
                  <a:lnTo>
                    <a:pt x="216890" y="111340"/>
                  </a:lnTo>
                  <a:lnTo>
                    <a:pt x="221462" y="109816"/>
                  </a:lnTo>
                  <a:lnTo>
                    <a:pt x="224510" y="106768"/>
                  </a:lnTo>
                  <a:lnTo>
                    <a:pt x="219938" y="99148"/>
                  </a:lnTo>
                  <a:lnTo>
                    <a:pt x="216890" y="100672"/>
                  </a:lnTo>
                  <a:lnTo>
                    <a:pt x="213842" y="100672"/>
                  </a:lnTo>
                  <a:lnTo>
                    <a:pt x="210794" y="102196"/>
                  </a:lnTo>
                  <a:lnTo>
                    <a:pt x="209270" y="102196"/>
                  </a:lnTo>
                  <a:lnTo>
                    <a:pt x="206222" y="103720"/>
                  </a:lnTo>
                  <a:lnTo>
                    <a:pt x="195554" y="103720"/>
                  </a:lnTo>
                  <a:lnTo>
                    <a:pt x="189458" y="100672"/>
                  </a:lnTo>
                  <a:lnTo>
                    <a:pt x="184886" y="96100"/>
                  </a:lnTo>
                  <a:lnTo>
                    <a:pt x="180314" y="90004"/>
                  </a:lnTo>
                  <a:lnTo>
                    <a:pt x="178790" y="83908"/>
                  </a:lnTo>
                  <a:lnTo>
                    <a:pt x="178790" y="65532"/>
                  </a:lnTo>
                  <a:lnTo>
                    <a:pt x="180314" y="57912"/>
                  </a:lnTo>
                  <a:lnTo>
                    <a:pt x="184886" y="51816"/>
                  </a:lnTo>
                  <a:lnTo>
                    <a:pt x="189458" y="47244"/>
                  </a:lnTo>
                  <a:lnTo>
                    <a:pt x="195554" y="44196"/>
                  </a:lnTo>
                  <a:lnTo>
                    <a:pt x="210794" y="44196"/>
                  </a:lnTo>
                  <a:lnTo>
                    <a:pt x="213842" y="45720"/>
                  </a:lnTo>
                  <a:lnTo>
                    <a:pt x="215366" y="45720"/>
                  </a:lnTo>
                  <a:lnTo>
                    <a:pt x="221462" y="48768"/>
                  </a:lnTo>
                  <a:lnTo>
                    <a:pt x="226034" y="39624"/>
                  </a:lnTo>
                  <a:close/>
                </a:path>
                <a:path w="699770" h="148590">
                  <a:moveTo>
                    <a:pt x="280987" y="35039"/>
                  </a:moveTo>
                  <a:lnTo>
                    <a:pt x="277939" y="35039"/>
                  </a:lnTo>
                  <a:lnTo>
                    <a:pt x="277939" y="33515"/>
                  </a:lnTo>
                  <a:lnTo>
                    <a:pt x="270217" y="33515"/>
                  </a:lnTo>
                  <a:lnTo>
                    <a:pt x="265645" y="35039"/>
                  </a:lnTo>
                  <a:lnTo>
                    <a:pt x="262597" y="38087"/>
                  </a:lnTo>
                  <a:lnTo>
                    <a:pt x="258025" y="41135"/>
                  </a:lnTo>
                  <a:lnTo>
                    <a:pt x="254977" y="50279"/>
                  </a:lnTo>
                  <a:lnTo>
                    <a:pt x="253453" y="50279"/>
                  </a:lnTo>
                  <a:lnTo>
                    <a:pt x="253453" y="35039"/>
                  </a:lnTo>
                  <a:lnTo>
                    <a:pt x="241261" y="35039"/>
                  </a:lnTo>
                  <a:lnTo>
                    <a:pt x="241261" y="111340"/>
                  </a:lnTo>
                  <a:lnTo>
                    <a:pt x="253453" y="111340"/>
                  </a:lnTo>
                  <a:lnTo>
                    <a:pt x="253453" y="65620"/>
                  </a:lnTo>
                  <a:lnTo>
                    <a:pt x="254977" y="57899"/>
                  </a:lnTo>
                  <a:lnTo>
                    <a:pt x="259549" y="53327"/>
                  </a:lnTo>
                  <a:lnTo>
                    <a:pt x="262597" y="47231"/>
                  </a:lnTo>
                  <a:lnTo>
                    <a:pt x="267169" y="45707"/>
                  </a:lnTo>
                  <a:lnTo>
                    <a:pt x="279463" y="45707"/>
                  </a:lnTo>
                  <a:lnTo>
                    <a:pt x="280987" y="35039"/>
                  </a:lnTo>
                  <a:close/>
                </a:path>
                <a:path w="699770" h="148590">
                  <a:moveTo>
                    <a:pt x="355854" y="35039"/>
                  </a:moveTo>
                  <a:lnTo>
                    <a:pt x="342138" y="35039"/>
                  </a:lnTo>
                  <a:lnTo>
                    <a:pt x="320700" y="94576"/>
                  </a:lnTo>
                  <a:lnTo>
                    <a:pt x="320700" y="97624"/>
                  </a:lnTo>
                  <a:lnTo>
                    <a:pt x="319176" y="99148"/>
                  </a:lnTo>
                  <a:lnTo>
                    <a:pt x="317652" y="97624"/>
                  </a:lnTo>
                  <a:lnTo>
                    <a:pt x="317652" y="94576"/>
                  </a:lnTo>
                  <a:lnTo>
                    <a:pt x="296316" y="35039"/>
                  </a:lnTo>
                  <a:lnTo>
                    <a:pt x="282600" y="35039"/>
                  </a:lnTo>
                  <a:lnTo>
                    <a:pt x="313080" y="111340"/>
                  </a:lnTo>
                  <a:lnTo>
                    <a:pt x="306984" y="128104"/>
                  </a:lnTo>
                  <a:lnTo>
                    <a:pt x="305460" y="131152"/>
                  </a:lnTo>
                  <a:lnTo>
                    <a:pt x="303936" y="132676"/>
                  </a:lnTo>
                  <a:lnTo>
                    <a:pt x="300888" y="134200"/>
                  </a:lnTo>
                  <a:lnTo>
                    <a:pt x="299364" y="135724"/>
                  </a:lnTo>
                  <a:lnTo>
                    <a:pt x="296316" y="137248"/>
                  </a:lnTo>
                  <a:lnTo>
                    <a:pt x="288696" y="137248"/>
                  </a:lnTo>
                  <a:lnTo>
                    <a:pt x="288696" y="135724"/>
                  </a:lnTo>
                  <a:lnTo>
                    <a:pt x="285648" y="146392"/>
                  </a:lnTo>
                  <a:lnTo>
                    <a:pt x="287172" y="146392"/>
                  </a:lnTo>
                  <a:lnTo>
                    <a:pt x="288696" y="148005"/>
                  </a:lnTo>
                  <a:lnTo>
                    <a:pt x="299364" y="148005"/>
                  </a:lnTo>
                  <a:lnTo>
                    <a:pt x="303936" y="146392"/>
                  </a:lnTo>
                  <a:lnTo>
                    <a:pt x="308508" y="141820"/>
                  </a:lnTo>
                  <a:lnTo>
                    <a:pt x="313080" y="138772"/>
                  </a:lnTo>
                  <a:lnTo>
                    <a:pt x="313842" y="137248"/>
                  </a:lnTo>
                  <a:lnTo>
                    <a:pt x="319176" y="126580"/>
                  </a:lnTo>
                  <a:lnTo>
                    <a:pt x="329565" y="100672"/>
                  </a:lnTo>
                  <a:lnTo>
                    <a:pt x="355854" y="35039"/>
                  </a:lnTo>
                  <a:close/>
                </a:path>
                <a:path w="699770" h="148590">
                  <a:moveTo>
                    <a:pt x="438238" y="71716"/>
                  </a:moveTo>
                  <a:lnTo>
                    <a:pt x="426046" y="38506"/>
                  </a:lnTo>
                  <a:lnTo>
                    <a:pt x="426046" y="62572"/>
                  </a:lnTo>
                  <a:lnTo>
                    <a:pt x="426046" y="80860"/>
                  </a:lnTo>
                  <a:lnTo>
                    <a:pt x="424522" y="88480"/>
                  </a:lnTo>
                  <a:lnTo>
                    <a:pt x="415378" y="100672"/>
                  </a:lnTo>
                  <a:lnTo>
                    <a:pt x="409194" y="103720"/>
                  </a:lnTo>
                  <a:lnTo>
                    <a:pt x="395478" y="103720"/>
                  </a:lnTo>
                  <a:lnTo>
                    <a:pt x="390906" y="100672"/>
                  </a:lnTo>
                  <a:lnTo>
                    <a:pt x="386334" y="96100"/>
                  </a:lnTo>
                  <a:lnTo>
                    <a:pt x="386219" y="95935"/>
                  </a:lnTo>
                  <a:lnTo>
                    <a:pt x="380238" y="86956"/>
                  </a:lnTo>
                  <a:lnTo>
                    <a:pt x="380238" y="62572"/>
                  </a:lnTo>
                  <a:lnTo>
                    <a:pt x="383286" y="56476"/>
                  </a:lnTo>
                  <a:lnTo>
                    <a:pt x="387858" y="51904"/>
                  </a:lnTo>
                  <a:lnTo>
                    <a:pt x="389382" y="48856"/>
                  </a:lnTo>
                  <a:lnTo>
                    <a:pt x="390906" y="45808"/>
                  </a:lnTo>
                  <a:lnTo>
                    <a:pt x="397002" y="44284"/>
                  </a:lnTo>
                  <a:lnTo>
                    <a:pt x="410718" y="44284"/>
                  </a:lnTo>
                  <a:lnTo>
                    <a:pt x="416902" y="45808"/>
                  </a:lnTo>
                  <a:lnTo>
                    <a:pt x="419950" y="51904"/>
                  </a:lnTo>
                  <a:lnTo>
                    <a:pt x="424522" y="56476"/>
                  </a:lnTo>
                  <a:lnTo>
                    <a:pt x="426046" y="62572"/>
                  </a:lnTo>
                  <a:lnTo>
                    <a:pt x="426046" y="38506"/>
                  </a:lnTo>
                  <a:lnTo>
                    <a:pt x="424522" y="36576"/>
                  </a:lnTo>
                  <a:lnTo>
                    <a:pt x="416902" y="33528"/>
                  </a:lnTo>
                  <a:lnTo>
                    <a:pt x="401574" y="33528"/>
                  </a:lnTo>
                  <a:lnTo>
                    <a:pt x="397002" y="35052"/>
                  </a:lnTo>
                  <a:lnTo>
                    <a:pt x="392430" y="38100"/>
                  </a:lnTo>
                  <a:lnTo>
                    <a:pt x="387858" y="39712"/>
                  </a:lnTo>
                  <a:lnTo>
                    <a:pt x="383286" y="44284"/>
                  </a:lnTo>
                  <a:lnTo>
                    <a:pt x="380238" y="48856"/>
                  </a:lnTo>
                  <a:lnTo>
                    <a:pt x="380238" y="35052"/>
                  </a:lnTo>
                  <a:lnTo>
                    <a:pt x="368046" y="35052"/>
                  </a:lnTo>
                  <a:lnTo>
                    <a:pt x="368046" y="146494"/>
                  </a:lnTo>
                  <a:lnTo>
                    <a:pt x="380238" y="146494"/>
                  </a:lnTo>
                  <a:lnTo>
                    <a:pt x="380238" y="100672"/>
                  </a:lnTo>
                  <a:lnTo>
                    <a:pt x="383286" y="105244"/>
                  </a:lnTo>
                  <a:lnTo>
                    <a:pt x="386334" y="108394"/>
                  </a:lnTo>
                  <a:lnTo>
                    <a:pt x="390906" y="109918"/>
                  </a:lnTo>
                  <a:lnTo>
                    <a:pt x="393954" y="112966"/>
                  </a:lnTo>
                  <a:lnTo>
                    <a:pt x="403098" y="112966"/>
                  </a:lnTo>
                  <a:lnTo>
                    <a:pt x="411492" y="112369"/>
                  </a:lnTo>
                  <a:lnTo>
                    <a:pt x="437667" y="80556"/>
                  </a:lnTo>
                  <a:lnTo>
                    <a:pt x="438238" y="71716"/>
                  </a:lnTo>
                  <a:close/>
                </a:path>
                <a:path w="699770" h="148590">
                  <a:moveTo>
                    <a:pt x="494830" y="111340"/>
                  </a:moveTo>
                  <a:lnTo>
                    <a:pt x="491782" y="102196"/>
                  </a:lnTo>
                  <a:lnTo>
                    <a:pt x="488632" y="102196"/>
                  </a:lnTo>
                  <a:lnTo>
                    <a:pt x="487108" y="103720"/>
                  </a:lnTo>
                  <a:lnTo>
                    <a:pt x="481012" y="103720"/>
                  </a:lnTo>
                  <a:lnTo>
                    <a:pt x="477964" y="102196"/>
                  </a:lnTo>
                  <a:lnTo>
                    <a:pt x="474916" y="99047"/>
                  </a:lnTo>
                  <a:lnTo>
                    <a:pt x="474916" y="45707"/>
                  </a:lnTo>
                  <a:lnTo>
                    <a:pt x="493306" y="45707"/>
                  </a:lnTo>
                  <a:lnTo>
                    <a:pt x="493306" y="35039"/>
                  </a:lnTo>
                  <a:lnTo>
                    <a:pt x="474916" y="35039"/>
                  </a:lnTo>
                  <a:lnTo>
                    <a:pt x="474916" y="12090"/>
                  </a:lnTo>
                  <a:lnTo>
                    <a:pt x="462724" y="16662"/>
                  </a:lnTo>
                  <a:lnTo>
                    <a:pt x="462724" y="35039"/>
                  </a:lnTo>
                  <a:lnTo>
                    <a:pt x="449008" y="35039"/>
                  </a:lnTo>
                  <a:lnTo>
                    <a:pt x="449008" y="45707"/>
                  </a:lnTo>
                  <a:lnTo>
                    <a:pt x="462724" y="45707"/>
                  </a:lnTo>
                  <a:lnTo>
                    <a:pt x="462724" y="99047"/>
                  </a:lnTo>
                  <a:lnTo>
                    <a:pt x="464248" y="105244"/>
                  </a:lnTo>
                  <a:lnTo>
                    <a:pt x="470344" y="111340"/>
                  </a:lnTo>
                  <a:lnTo>
                    <a:pt x="474916" y="112864"/>
                  </a:lnTo>
                  <a:lnTo>
                    <a:pt x="490258" y="112864"/>
                  </a:lnTo>
                  <a:lnTo>
                    <a:pt x="493306" y="111340"/>
                  </a:lnTo>
                  <a:lnTo>
                    <a:pt x="494830" y="111340"/>
                  </a:lnTo>
                  <a:close/>
                </a:path>
                <a:path w="699770" h="148590">
                  <a:moveTo>
                    <a:pt x="522351" y="35140"/>
                  </a:moveTo>
                  <a:lnTo>
                    <a:pt x="510070" y="35140"/>
                  </a:lnTo>
                  <a:lnTo>
                    <a:pt x="510070" y="111442"/>
                  </a:lnTo>
                  <a:lnTo>
                    <a:pt x="522351" y="111442"/>
                  </a:lnTo>
                  <a:lnTo>
                    <a:pt x="522351" y="35140"/>
                  </a:lnTo>
                  <a:close/>
                </a:path>
                <a:path w="699770" h="148590">
                  <a:moveTo>
                    <a:pt x="525399" y="6096"/>
                  </a:moveTo>
                  <a:lnTo>
                    <a:pt x="520827" y="1524"/>
                  </a:lnTo>
                  <a:lnTo>
                    <a:pt x="519214" y="0"/>
                  </a:lnTo>
                  <a:lnTo>
                    <a:pt x="513118" y="0"/>
                  </a:lnTo>
                  <a:lnTo>
                    <a:pt x="507022" y="6096"/>
                  </a:lnTo>
                  <a:lnTo>
                    <a:pt x="507022" y="10668"/>
                  </a:lnTo>
                  <a:lnTo>
                    <a:pt x="508546" y="13716"/>
                  </a:lnTo>
                  <a:lnTo>
                    <a:pt x="511594" y="16764"/>
                  </a:lnTo>
                  <a:lnTo>
                    <a:pt x="520827" y="16764"/>
                  </a:lnTo>
                  <a:lnTo>
                    <a:pt x="523875" y="13716"/>
                  </a:lnTo>
                  <a:lnTo>
                    <a:pt x="525399" y="10668"/>
                  </a:lnTo>
                  <a:lnTo>
                    <a:pt x="525399" y="6096"/>
                  </a:lnTo>
                  <a:close/>
                </a:path>
                <a:path w="699770" h="148590">
                  <a:moveTo>
                    <a:pt x="616940" y="73139"/>
                  </a:moveTo>
                  <a:lnTo>
                    <a:pt x="616369" y="64554"/>
                  </a:lnTo>
                  <a:lnTo>
                    <a:pt x="616242" y="63995"/>
                  </a:lnTo>
                  <a:lnTo>
                    <a:pt x="614654" y="56946"/>
                  </a:lnTo>
                  <a:lnTo>
                    <a:pt x="611797" y="50215"/>
                  </a:lnTo>
                  <a:lnTo>
                    <a:pt x="607796" y="44183"/>
                  </a:lnTo>
                  <a:lnTo>
                    <a:pt x="604748" y="41630"/>
                  </a:lnTo>
                  <a:lnTo>
                    <a:pt x="604748" y="63995"/>
                  </a:lnTo>
                  <a:lnTo>
                    <a:pt x="604748" y="83908"/>
                  </a:lnTo>
                  <a:lnTo>
                    <a:pt x="598652" y="96100"/>
                  </a:lnTo>
                  <a:lnTo>
                    <a:pt x="593979" y="100672"/>
                  </a:lnTo>
                  <a:lnTo>
                    <a:pt x="587883" y="103720"/>
                  </a:lnTo>
                  <a:lnTo>
                    <a:pt x="572643" y="103720"/>
                  </a:lnTo>
                  <a:lnTo>
                    <a:pt x="566547" y="100672"/>
                  </a:lnTo>
                  <a:lnTo>
                    <a:pt x="560451" y="96100"/>
                  </a:lnTo>
                  <a:lnTo>
                    <a:pt x="555879" y="90004"/>
                  </a:lnTo>
                  <a:lnTo>
                    <a:pt x="555764" y="89420"/>
                  </a:lnTo>
                  <a:lnTo>
                    <a:pt x="554355" y="82384"/>
                  </a:lnTo>
                  <a:lnTo>
                    <a:pt x="554355" y="63995"/>
                  </a:lnTo>
                  <a:lnTo>
                    <a:pt x="555879" y="57899"/>
                  </a:lnTo>
                  <a:lnTo>
                    <a:pt x="560451" y="51803"/>
                  </a:lnTo>
                  <a:lnTo>
                    <a:pt x="565023" y="47231"/>
                  </a:lnTo>
                  <a:lnTo>
                    <a:pt x="571119" y="44183"/>
                  </a:lnTo>
                  <a:lnTo>
                    <a:pt x="587883" y="44183"/>
                  </a:lnTo>
                  <a:lnTo>
                    <a:pt x="593979" y="47231"/>
                  </a:lnTo>
                  <a:lnTo>
                    <a:pt x="598652" y="51803"/>
                  </a:lnTo>
                  <a:lnTo>
                    <a:pt x="601700" y="56375"/>
                  </a:lnTo>
                  <a:lnTo>
                    <a:pt x="604748" y="63995"/>
                  </a:lnTo>
                  <a:lnTo>
                    <a:pt x="604748" y="41630"/>
                  </a:lnTo>
                  <a:lnTo>
                    <a:pt x="601992" y="39306"/>
                  </a:lnTo>
                  <a:lnTo>
                    <a:pt x="595744" y="35991"/>
                  </a:lnTo>
                  <a:lnTo>
                    <a:pt x="588632" y="34112"/>
                  </a:lnTo>
                  <a:lnTo>
                    <a:pt x="580263" y="33515"/>
                  </a:lnTo>
                  <a:lnTo>
                    <a:pt x="571690" y="34112"/>
                  </a:lnTo>
                  <a:lnTo>
                    <a:pt x="542683" y="65189"/>
                  </a:lnTo>
                  <a:lnTo>
                    <a:pt x="542074" y="74663"/>
                  </a:lnTo>
                  <a:lnTo>
                    <a:pt x="542658" y="83299"/>
                  </a:lnTo>
                  <a:lnTo>
                    <a:pt x="571030" y="112268"/>
                  </a:lnTo>
                  <a:lnTo>
                    <a:pt x="578739" y="112864"/>
                  </a:lnTo>
                  <a:lnTo>
                    <a:pt x="587324" y="112268"/>
                  </a:lnTo>
                  <a:lnTo>
                    <a:pt x="616343" y="81800"/>
                  </a:lnTo>
                  <a:lnTo>
                    <a:pt x="616940" y="73139"/>
                  </a:lnTo>
                  <a:close/>
                </a:path>
                <a:path w="699770" h="148590">
                  <a:moveTo>
                    <a:pt x="699325" y="54851"/>
                  </a:moveTo>
                  <a:lnTo>
                    <a:pt x="697801" y="47231"/>
                  </a:lnTo>
                  <a:lnTo>
                    <a:pt x="695464" y="44183"/>
                  </a:lnTo>
                  <a:lnTo>
                    <a:pt x="693127" y="41135"/>
                  </a:lnTo>
                  <a:lnTo>
                    <a:pt x="688555" y="36563"/>
                  </a:lnTo>
                  <a:lnTo>
                    <a:pt x="682459" y="33515"/>
                  </a:lnTo>
                  <a:lnTo>
                    <a:pt x="668743" y="33515"/>
                  </a:lnTo>
                  <a:lnTo>
                    <a:pt x="659599" y="36563"/>
                  </a:lnTo>
                  <a:lnTo>
                    <a:pt x="655027" y="39611"/>
                  </a:lnTo>
                  <a:lnTo>
                    <a:pt x="651979" y="42659"/>
                  </a:lnTo>
                  <a:lnTo>
                    <a:pt x="648931" y="48755"/>
                  </a:lnTo>
                  <a:lnTo>
                    <a:pt x="648931" y="35039"/>
                  </a:lnTo>
                  <a:lnTo>
                    <a:pt x="636651" y="35039"/>
                  </a:lnTo>
                  <a:lnTo>
                    <a:pt x="636651" y="111340"/>
                  </a:lnTo>
                  <a:lnTo>
                    <a:pt x="648931" y="111340"/>
                  </a:lnTo>
                  <a:lnTo>
                    <a:pt x="648931" y="60947"/>
                  </a:lnTo>
                  <a:lnTo>
                    <a:pt x="650455" y="54851"/>
                  </a:lnTo>
                  <a:lnTo>
                    <a:pt x="655027" y="50279"/>
                  </a:lnTo>
                  <a:lnTo>
                    <a:pt x="656043" y="48755"/>
                  </a:lnTo>
                  <a:lnTo>
                    <a:pt x="658075" y="45707"/>
                  </a:lnTo>
                  <a:lnTo>
                    <a:pt x="664171" y="44183"/>
                  </a:lnTo>
                  <a:lnTo>
                    <a:pt x="676363" y="44183"/>
                  </a:lnTo>
                  <a:lnTo>
                    <a:pt x="680935" y="45707"/>
                  </a:lnTo>
                  <a:lnTo>
                    <a:pt x="682459" y="50279"/>
                  </a:lnTo>
                  <a:lnTo>
                    <a:pt x="685507" y="53327"/>
                  </a:lnTo>
                  <a:lnTo>
                    <a:pt x="687031" y="59423"/>
                  </a:lnTo>
                  <a:lnTo>
                    <a:pt x="687031" y="111340"/>
                  </a:lnTo>
                  <a:lnTo>
                    <a:pt x="699325" y="111340"/>
                  </a:lnTo>
                  <a:lnTo>
                    <a:pt x="699325" y="54851"/>
                  </a:lnTo>
                  <a:close/>
                </a:path>
              </a:pathLst>
            </a:custGeom>
            <a:solidFill>
              <a:srgbClr val="232323"/>
            </a:solidFill>
          </p:spPr>
          <p:txBody>
            <a:bodyPr wrap="square" lIns="0" tIns="0" rIns="0" bIns="0" rtlCol="0"/>
            <a:lstStyle/>
            <a:p>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2682" y="361187"/>
            <a:ext cx="5771515" cy="9354820"/>
            <a:chOff x="1022682" y="361187"/>
            <a:chExt cx="5771515" cy="9354820"/>
          </a:xfrm>
        </p:grpSpPr>
        <p:pic>
          <p:nvPicPr>
            <p:cNvPr id="3" name="object 3"/>
            <p:cNvPicPr/>
            <p:nvPr/>
          </p:nvPicPr>
          <p:blipFill>
            <a:blip r:embed="rId3" cstate="print"/>
            <a:stretch>
              <a:fillRect/>
            </a:stretch>
          </p:blipFill>
          <p:spPr>
            <a:xfrm>
              <a:off x="1022682" y="367284"/>
              <a:ext cx="5771270" cy="9348215"/>
            </a:xfrm>
            <a:prstGeom prst="rect">
              <a:avLst/>
            </a:prstGeom>
          </p:spPr>
        </p:pic>
        <p:pic>
          <p:nvPicPr>
            <p:cNvPr id="4" name="object 4"/>
            <p:cNvPicPr/>
            <p:nvPr/>
          </p:nvPicPr>
          <p:blipFill>
            <a:blip r:embed="rId4" cstate="print"/>
            <a:stretch>
              <a:fillRect/>
            </a:stretch>
          </p:blipFill>
          <p:spPr>
            <a:xfrm>
              <a:off x="1124712" y="361187"/>
              <a:ext cx="5545836" cy="9354312"/>
            </a:xfrm>
            <a:prstGeom prst="rect">
              <a:avLst/>
            </a:prstGeom>
          </p:spPr>
        </p:pic>
        <p:sp>
          <p:nvSpPr>
            <p:cNvPr id="5" name="object 5"/>
            <p:cNvSpPr/>
            <p:nvPr/>
          </p:nvSpPr>
          <p:spPr>
            <a:xfrm>
              <a:off x="1144524" y="361187"/>
              <a:ext cx="5507990" cy="9354820"/>
            </a:xfrm>
            <a:custGeom>
              <a:avLst/>
              <a:gdLst/>
              <a:ahLst/>
              <a:cxnLst/>
              <a:rect l="l" t="t" r="r" b="b"/>
              <a:pathLst>
                <a:path w="5507990" h="9354820">
                  <a:moveTo>
                    <a:pt x="5507736" y="9354312"/>
                  </a:moveTo>
                  <a:lnTo>
                    <a:pt x="0" y="9354312"/>
                  </a:lnTo>
                  <a:lnTo>
                    <a:pt x="0" y="0"/>
                  </a:lnTo>
                  <a:lnTo>
                    <a:pt x="5507736" y="0"/>
                  </a:lnTo>
                  <a:lnTo>
                    <a:pt x="5507736" y="9354312"/>
                  </a:lnTo>
                  <a:close/>
                </a:path>
              </a:pathLst>
            </a:custGeom>
            <a:solidFill>
              <a:srgbClr val="FFFFFF"/>
            </a:solidFill>
          </p:spPr>
          <p:txBody>
            <a:bodyPr wrap="square" lIns="0" tIns="0" rIns="0" bIns="0" rtlCol="0"/>
            <a:lstStyle/>
            <a:p>
              <a:endParaRPr/>
            </a:p>
          </p:txBody>
        </p:sp>
        <p:sp>
          <p:nvSpPr>
            <p:cNvPr id="6" name="object 6"/>
            <p:cNvSpPr/>
            <p:nvPr/>
          </p:nvSpPr>
          <p:spPr>
            <a:xfrm>
              <a:off x="1405604" y="455866"/>
              <a:ext cx="38735" cy="38735"/>
            </a:xfrm>
            <a:custGeom>
              <a:avLst/>
              <a:gdLst/>
              <a:ahLst/>
              <a:cxnLst/>
              <a:rect l="l" t="t" r="r" b="b"/>
              <a:pathLst>
                <a:path w="38734" h="38734">
                  <a:moveTo>
                    <a:pt x="24384" y="38195"/>
                  </a:moveTo>
                  <a:lnTo>
                    <a:pt x="19812" y="38195"/>
                  </a:lnTo>
                  <a:lnTo>
                    <a:pt x="13716" y="38195"/>
                  </a:lnTo>
                  <a:lnTo>
                    <a:pt x="9144" y="36671"/>
                  </a:lnTo>
                  <a:lnTo>
                    <a:pt x="6096" y="33528"/>
                  </a:lnTo>
                  <a:lnTo>
                    <a:pt x="1524" y="28956"/>
                  </a:lnTo>
                  <a:lnTo>
                    <a:pt x="0" y="24384"/>
                  </a:lnTo>
                  <a:lnTo>
                    <a:pt x="0" y="15240"/>
                  </a:lnTo>
                  <a:lnTo>
                    <a:pt x="1524" y="10668"/>
                  </a:lnTo>
                  <a:lnTo>
                    <a:pt x="9144" y="3048"/>
                  </a:lnTo>
                  <a:lnTo>
                    <a:pt x="13716" y="0"/>
                  </a:lnTo>
                  <a:lnTo>
                    <a:pt x="24384" y="0"/>
                  </a:lnTo>
                  <a:lnTo>
                    <a:pt x="28956" y="3048"/>
                  </a:lnTo>
                  <a:lnTo>
                    <a:pt x="36671" y="10668"/>
                  </a:lnTo>
                  <a:lnTo>
                    <a:pt x="38195" y="13716"/>
                  </a:lnTo>
                  <a:lnTo>
                    <a:pt x="38195" y="24384"/>
                  </a:lnTo>
                  <a:lnTo>
                    <a:pt x="36671" y="28956"/>
                  </a:lnTo>
                  <a:lnTo>
                    <a:pt x="32004" y="33528"/>
                  </a:lnTo>
                  <a:lnTo>
                    <a:pt x="28956" y="36671"/>
                  </a:lnTo>
                  <a:lnTo>
                    <a:pt x="24384" y="38195"/>
                  </a:lnTo>
                  <a:close/>
                </a:path>
              </a:pathLst>
            </a:custGeom>
            <a:solidFill>
              <a:srgbClr val="232323"/>
            </a:solidFill>
          </p:spPr>
          <p:txBody>
            <a:bodyPr wrap="square" lIns="0" tIns="0" rIns="0" bIns="0" rtlCol="0"/>
            <a:lstStyle/>
            <a:p>
              <a:endParaRPr/>
            </a:p>
          </p:txBody>
        </p:sp>
        <p:pic>
          <p:nvPicPr>
            <p:cNvPr id="7" name="object 7"/>
            <p:cNvPicPr/>
            <p:nvPr/>
          </p:nvPicPr>
          <p:blipFill>
            <a:blip r:embed="rId5" cstate="print"/>
            <a:stretch>
              <a:fillRect/>
            </a:stretch>
          </p:blipFill>
          <p:spPr>
            <a:xfrm>
              <a:off x="1596390" y="411670"/>
              <a:ext cx="1659635" cy="114490"/>
            </a:xfrm>
            <a:prstGeom prst="rect">
              <a:avLst/>
            </a:prstGeom>
          </p:spPr>
        </p:pic>
        <p:pic>
          <p:nvPicPr>
            <p:cNvPr id="8" name="object 8"/>
            <p:cNvPicPr/>
            <p:nvPr/>
          </p:nvPicPr>
          <p:blipFill>
            <a:blip r:embed="rId6" cstate="print"/>
            <a:stretch>
              <a:fillRect/>
            </a:stretch>
          </p:blipFill>
          <p:spPr>
            <a:xfrm>
              <a:off x="3300412" y="411670"/>
              <a:ext cx="1167860" cy="148018"/>
            </a:xfrm>
            <a:prstGeom prst="rect">
              <a:avLst/>
            </a:prstGeom>
          </p:spPr>
        </p:pic>
        <p:sp>
          <p:nvSpPr>
            <p:cNvPr id="9" name="object 9"/>
            <p:cNvSpPr/>
            <p:nvPr/>
          </p:nvSpPr>
          <p:spPr>
            <a:xfrm>
              <a:off x="1663636" y="742854"/>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0" name="object 10"/>
            <p:cNvPicPr/>
            <p:nvPr/>
          </p:nvPicPr>
          <p:blipFill>
            <a:blip r:embed="rId7" cstate="print"/>
            <a:stretch>
              <a:fillRect/>
            </a:stretch>
          </p:blipFill>
          <p:spPr>
            <a:xfrm>
              <a:off x="1865185" y="695515"/>
              <a:ext cx="1035081" cy="151066"/>
            </a:xfrm>
            <a:prstGeom prst="rect">
              <a:avLst/>
            </a:prstGeom>
          </p:spPr>
        </p:pic>
        <p:sp>
          <p:nvSpPr>
            <p:cNvPr id="11" name="object 11"/>
            <p:cNvSpPr/>
            <p:nvPr/>
          </p:nvSpPr>
          <p:spPr>
            <a:xfrm>
              <a:off x="1663636" y="1028223"/>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2" name="object 12"/>
            <p:cNvPicPr/>
            <p:nvPr/>
          </p:nvPicPr>
          <p:blipFill>
            <a:blip r:embed="rId8" cstate="print"/>
            <a:stretch>
              <a:fillRect/>
            </a:stretch>
          </p:blipFill>
          <p:spPr>
            <a:xfrm>
              <a:off x="1857470" y="983932"/>
              <a:ext cx="1993963" cy="114490"/>
            </a:xfrm>
            <a:prstGeom prst="rect">
              <a:avLst/>
            </a:prstGeom>
          </p:spPr>
        </p:pic>
        <p:sp>
          <p:nvSpPr>
            <p:cNvPr id="13" name="object 13"/>
            <p:cNvSpPr/>
            <p:nvPr/>
          </p:nvSpPr>
          <p:spPr>
            <a:xfrm>
              <a:off x="1663636" y="1315116"/>
              <a:ext cx="38100" cy="36830"/>
            </a:xfrm>
            <a:custGeom>
              <a:avLst/>
              <a:gdLst/>
              <a:ahLst/>
              <a:cxnLst/>
              <a:rect l="l" t="t" r="r" b="b"/>
              <a:pathLst>
                <a:path w="38100" h="36830">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4" name="object 14"/>
            <p:cNvPicPr/>
            <p:nvPr/>
          </p:nvPicPr>
          <p:blipFill>
            <a:blip r:embed="rId9" cstate="print"/>
            <a:stretch>
              <a:fillRect/>
            </a:stretch>
          </p:blipFill>
          <p:spPr>
            <a:xfrm>
              <a:off x="1863661" y="1267777"/>
              <a:ext cx="2048922" cy="151161"/>
            </a:xfrm>
            <a:prstGeom prst="rect">
              <a:avLst/>
            </a:prstGeom>
          </p:spPr>
        </p:pic>
        <p:sp>
          <p:nvSpPr>
            <p:cNvPr id="15" name="object 15"/>
            <p:cNvSpPr/>
            <p:nvPr/>
          </p:nvSpPr>
          <p:spPr>
            <a:xfrm>
              <a:off x="1335309" y="1660017"/>
              <a:ext cx="5124450" cy="18415"/>
            </a:xfrm>
            <a:custGeom>
              <a:avLst/>
              <a:gdLst/>
              <a:ahLst/>
              <a:cxnLst/>
              <a:rect l="l" t="t" r="r" b="b"/>
              <a:pathLst>
                <a:path w="5124450" h="18414">
                  <a:moveTo>
                    <a:pt x="5117782" y="18288"/>
                  </a:moveTo>
                  <a:lnTo>
                    <a:pt x="7715" y="18288"/>
                  </a:lnTo>
                  <a:lnTo>
                    <a:pt x="4667" y="16764"/>
                  </a:lnTo>
                  <a:lnTo>
                    <a:pt x="1524" y="13716"/>
                  </a:lnTo>
                  <a:lnTo>
                    <a:pt x="0" y="10668"/>
                  </a:lnTo>
                  <a:lnTo>
                    <a:pt x="0" y="9144"/>
                  </a:lnTo>
                  <a:lnTo>
                    <a:pt x="0" y="6096"/>
                  </a:lnTo>
                  <a:lnTo>
                    <a:pt x="1524" y="4572"/>
                  </a:lnTo>
                  <a:lnTo>
                    <a:pt x="3143" y="1524"/>
                  </a:lnTo>
                  <a:lnTo>
                    <a:pt x="4667" y="0"/>
                  </a:lnTo>
                  <a:lnTo>
                    <a:pt x="5119306" y="0"/>
                  </a:lnTo>
                  <a:lnTo>
                    <a:pt x="5123878" y="4572"/>
                  </a:lnTo>
                  <a:lnTo>
                    <a:pt x="5123878" y="13716"/>
                  </a:lnTo>
                  <a:lnTo>
                    <a:pt x="5120830" y="15240"/>
                  </a:lnTo>
                  <a:lnTo>
                    <a:pt x="5117782" y="18288"/>
                  </a:lnTo>
                  <a:close/>
                </a:path>
              </a:pathLst>
            </a:custGeom>
            <a:solidFill>
              <a:srgbClr val="707070"/>
            </a:solidFill>
          </p:spPr>
          <p:txBody>
            <a:bodyPr wrap="square" lIns="0" tIns="0" rIns="0" bIns="0" rtlCol="0"/>
            <a:lstStyle/>
            <a:p>
              <a:endParaRPr/>
            </a:p>
          </p:txBody>
        </p:sp>
        <p:pic>
          <p:nvPicPr>
            <p:cNvPr id="16" name="object 16"/>
            <p:cNvPicPr/>
            <p:nvPr/>
          </p:nvPicPr>
          <p:blipFill>
            <a:blip r:embed="rId10" cstate="print"/>
            <a:stretch>
              <a:fillRect/>
            </a:stretch>
          </p:blipFill>
          <p:spPr>
            <a:xfrm>
              <a:off x="1344548" y="2038445"/>
              <a:ext cx="132778" cy="138874"/>
            </a:xfrm>
            <a:prstGeom prst="rect">
              <a:avLst/>
            </a:prstGeom>
          </p:spPr>
        </p:pic>
        <p:pic>
          <p:nvPicPr>
            <p:cNvPr id="17" name="object 17"/>
            <p:cNvPicPr/>
            <p:nvPr/>
          </p:nvPicPr>
          <p:blipFill>
            <a:blip r:embed="rId11" cstate="print"/>
            <a:stretch>
              <a:fillRect/>
            </a:stretch>
          </p:blipFill>
          <p:spPr>
            <a:xfrm>
              <a:off x="1546002" y="2033873"/>
              <a:ext cx="2737580" cy="184689"/>
            </a:xfrm>
            <a:prstGeom prst="rect">
              <a:avLst/>
            </a:prstGeom>
          </p:spPr>
        </p:pic>
        <p:sp>
          <p:nvSpPr>
            <p:cNvPr id="18" name="object 18"/>
            <p:cNvSpPr/>
            <p:nvPr/>
          </p:nvSpPr>
          <p:spPr>
            <a:xfrm>
              <a:off x="1405604" y="2383440"/>
              <a:ext cx="38735" cy="36830"/>
            </a:xfrm>
            <a:custGeom>
              <a:avLst/>
              <a:gdLst/>
              <a:ahLst/>
              <a:cxnLst/>
              <a:rect l="l" t="t" r="r" b="b"/>
              <a:pathLst>
                <a:path w="38734" h="36830">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19" name="object 19"/>
            <p:cNvPicPr/>
            <p:nvPr/>
          </p:nvPicPr>
          <p:blipFill>
            <a:blip r:embed="rId12" cstate="print"/>
            <a:stretch>
              <a:fillRect/>
            </a:stretch>
          </p:blipFill>
          <p:spPr>
            <a:xfrm>
              <a:off x="1596390" y="2337530"/>
              <a:ext cx="342042" cy="114585"/>
            </a:xfrm>
            <a:prstGeom prst="rect">
              <a:avLst/>
            </a:prstGeom>
          </p:spPr>
        </p:pic>
        <p:sp>
          <p:nvSpPr>
            <p:cNvPr id="20" name="object 20"/>
            <p:cNvSpPr/>
            <p:nvPr/>
          </p:nvSpPr>
          <p:spPr>
            <a:xfrm>
              <a:off x="1985772" y="2342197"/>
              <a:ext cx="99695" cy="110489"/>
            </a:xfrm>
            <a:custGeom>
              <a:avLst/>
              <a:gdLst/>
              <a:ahLst/>
              <a:cxnLst/>
              <a:rect l="l" t="t" r="r" b="b"/>
              <a:pathLst>
                <a:path w="99694" h="110489">
                  <a:moveTo>
                    <a:pt x="48856" y="0"/>
                  </a:moveTo>
                  <a:lnTo>
                    <a:pt x="35140" y="0"/>
                  </a:lnTo>
                  <a:lnTo>
                    <a:pt x="30480" y="3048"/>
                  </a:lnTo>
                  <a:lnTo>
                    <a:pt x="6096" y="15240"/>
                  </a:lnTo>
                  <a:lnTo>
                    <a:pt x="0" y="16764"/>
                  </a:lnTo>
                  <a:lnTo>
                    <a:pt x="6096" y="35052"/>
                  </a:lnTo>
                  <a:lnTo>
                    <a:pt x="10668" y="35052"/>
                  </a:lnTo>
                  <a:lnTo>
                    <a:pt x="25908" y="27432"/>
                  </a:lnTo>
                  <a:lnTo>
                    <a:pt x="25908" y="108305"/>
                  </a:lnTo>
                  <a:lnTo>
                    <a:pt x="48856" y="108305"/>
                  </a:lnTo>
                  <a:lnTo>
                    <a:pt x="48856" y="0"/>
                  </a:lnTo>
                  <a:close/>
                </a:path>
                <a:path w="99694" h="110489">
                  <a:moveTo>
                    <a:pt x="99148" y="91643"/>
                  </a:moveTo>
                  <a:lnTo>
                    <a:pt x="96100" y="88595"/>
                  </a:lnTo>
                  <a:lnTo>
                    <a:pt x="93052" y="85445"/>
                  </a:lnTo>
                  <a:lnTo>
                    <a:pt x="79336" y="85445"/>
                  </a:lnTo>
                  <a:lnTo>
                    <a:pt x="76288" y="88595"/>
                  </a:lnTo>
                  <a:lnTo>
                    <a:pt x="73240" y="91643"/>
                  </a:lnTo>
                  <a:lnTo>
                    <a:pt x="71716" y="94691"/>
                  </a:lnTo>
                  <a:lnTo>
                    <a:pt x="71716" y="102311"/>
                  </a:lnTo>
                  <a:lnTo>
                    <a:pt x="73240" y="105359"/>
                  </a:lnTo>
                  <a:lnTo>
                    <a:pt x="76288" y="106883"/>
                  </a:lnTo>
                  <a:lnTo>
                    <a:pt x="79336" y="109931"/>
                  </a:lnTo>
                  <a:lnTo>
                    <a:pt x="93052" y="109931"/>
                  </a:lnTo>
                  <a:lnTo>
                    <a:pt x="96100" y="106883"/>
                  </a:lnTo>
                  <a:lnTo>
                    <a:pt x="99148" y="105359"/>
                  </a:lnTo>
                  <a:lnTo>
                    <a:pt x="99148" y="91643"/>
                  </a:lnTo>
                  <a:close/>
                </a:path>
                <a:path w="99694" h="110489">
                  <a:moveTo>
                    <a:pt x="99148" y="38201"/>
                  </a:moveTo>
                  <a:lnTo>
                    <a:pt x="93052" y="32105"/>
                  </a:lnTo>
                  <a:lnTo>
                    <a:pt x="79336" y="32105"/>
                  </a:lnTo>
                  <a:lnTo>
                    <a:pt x="73240" y="38201"/>
                  </a:lnTo>
                  <a:lnTo>
                    <a:pt x="71716" y="41249"/>
                  </a:lnTo>
                  <a:lnTo>
                    <a:pt x="71716" y="48869"/>
                  </a:lnTo>
                  <a:lnTo>
                    <a:pt x="73240" y="51917"/>
                  </a:lnTo>
                  <a:lnTo>
                    <a:pt x="76288" y="53441"/>
                  </a:lnTo>
                  <a:lnTo>
                    <a:pt x="79336" y="56489"/>
                  </a:lnTo>
                  <a:lnTo>
                    <a:pt x="93052" y="56489"/>
                  </a:lnTo>
                  <a:lnTo>
                    <a:pt x="96100" y="53441"/>
                  </a:lnTo>
                  <a:lnTo>
                    <a:pt x="99148" y="51917"/>
                  </a:lnTo>
                  <a:lnTo>
                    <a:pt x="99148" y="38201"/>
                  </a:lnTo>
                  <a:close/>
                </a:path>
              </a:pathLst>
            </a:custGeom>
            <a:solidFill>
              <a:srgbClr val="232323"/>
            </a:solidFill>
          </p:spPr>
          <p:txBody>
            <a:bodyPr wrap="square" lIns="0" tIns="0" rIns="0" bIns="0" rtlCol="0"/>
            <a:lstStyle/>
            <a:p>
              <a:endParaRPr/>
            </a:p>
          </p:txBody>
        </p:sp>
        <p:pic>
          <p:nvPicPr>
            <p:cNvPr id="21" name="object 21"/>
            <p:cNvPicPr/>
            <p:nvPr/>
          </p:nvPicPr>
          <p:blipFill>
            <a:blip r:embed="rId13" cstate="print"/>
            <a:stretch>
              <a:fillRect/>
            </a:stretch>
          </p:blipFill>
          <p:spPr>
            <a:xfrm>
              <a:off x="2136933" y="2337625"/>
              <a:ext cx="311467" cy="114490"/>
            </a:xfrm>
            <a:prstGeom prst="rect">
              <a:avLst/>
            </a:prstGeom>
          </p:spPr>
        </p:pic>
        <p:pic>
          <p:nvPicPr>
            <p:cNvPr id="22" name="object 22"/>
            <p:cNvPicPr/>
            <p:nvPr/>
          </p:nvPicPr>
          <p:blipFill>
            <a:blip r:embed="rId14" cstate="print"/>
            <a:stretch>
              <a:fillRect/>
            </a:stretch>
          </p:blipFill>
          <p:spPr>
            <a:xfrm>
              <a:off x="2498788" y="2337530"/>
              <a:ext cx="341947" cy="114490"/>
            </a:xfrm>
            <a:prstGeom prst="rect">
              <a:avLst/>
            </a:prstGeom>
          </p:spPr>
        </p:pic>
        <p:sp>
          <p:nvSpPr>
            <p:cNvPr id="23" name="object 23"/>
            <p:cNvSpPr/>
            <p:nvPr/>
          </p:nvSpPr>
          <p:spPr>
            <a:xfrm>
              <a:off x="1663636" y="2668809"/>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24" name="object 24"/>
            <p:cNvPicPr/>
            <p:nvPr/>
          </p:nvPicPr>
          <p:blipFill>
            <a:blip r:embed="rId15" cstate="print"/>
            <a:stretch>
              <a:fillRect/>
            </a:stretch>
          </p:blipFill>
          <p:spPr>
            <a:xfrm>
              <a:off x="1852898" y="2624518"/>
              <a:ext cx="190881" cy="114395"/>
            </a:xfrm>
            <a:prstGeom prst="rect">
              <a:avLst/>
            </a:prstGeom>
          </p:spPr>
        </p:pic>
        <p:pic>
          <p:nvPicPr>
            <p:cNvPr id="25" name="object 25"/>
            <p:cNvPicPr/>
            <p:nvPr/>
          </p:nvPicPr>
          <p:blipFill>
            <a:blip r:embed="rId16" cstate="print"/>
            <a:stretch>
              <a:fillRect/>
            </a:stretch>
          </p:blipFill>
          <p:spPr>
            <a:xfrm>
              <a:off x="2063686" y="2658141"/>
              <a:ext cx="97726" cy="80867"/>
            </a:xfrm>
            <a:prstGeom prst="rect">
              <a:avLst/>
            </a:prstGeom>
          </p:spPr>
        </p:pic>
        <p:pic>
          <p:nvPicPr>
            <p:cNvPr id="26" name="object 26"/>
            <p:cNvPicPr/>
            <p:nvPr/>
          </p:nvPicPr>
          <p:blipFill>
            <a:blip r:embed="rId17" cstate="print"/>
            <a:stretch>
              <a:fillRect/>
            </a:stretch>
          </p:blipFill>
          <p:spPr>
            <a:xfrm>
              <a:off x="2225421" y="2624423"/>
              <a:ext cx="2450496" cy="148113"/>
            </a:xfrm>
            <a:prstGeom prst="rect">
              <a:avLst/>
            </a:prstGeom>
          </p:spPr>
        </p:pic>
        <p:pic>
          <p:nvPicPr>
            <p:cNvPr id="27" name="object 27"/>
            <p:cNvPicPr/>
            <p:nvPr/>
          </p:nvPicPr>
          <p:blipFill>
            <a:blip r:embed="rId18" cstate="print"/>
            <a:stretch>
              <a:fillRect/>
            </a:stretch>
          </p:blipFill>
          <p:spPr>
            <a:xfrm>
              <a:off x="4741545" y="2624518"/>
              <a:ext cx="1215389" cy="148018"/>
            </a:xfrm>
            <a:prstGeom prst="rect">
              <a:avLst/>
            </a:prstGeom>
          </p:spPr>
        </p:pic>
        <p:pic>
          <p:nvPicPr>
            <p:cNvPr id="28" name="object 28"/>
            <p:cNvPicPr/>
            <p:nvPr/>
          </p:nvPicPr>
          <p:blipFill>
            <a:blip r:embed="rId19" cstate="print"/>
            <a:stretch>
              <a:fillRect/>
            </a:stretch>
          </p:blipFill>
          <p:spPr>
            <a:xfrm>
              <a:off x="1865185" y="2839688"/>
              <a:ext cx="108394" cy="106775"/>
            </a:xfrm>
            <a:prstGeom prst="rect">
              <a:avLst/>
            </a:prstGeom>
          </p:spPr>
        </p:pic>
        <p:sp>
          <p:nvSpPr>
            <p:cNvPr id="29" name="object 29"/>
            <p:cNvSpPr/>
            <p:nvPr/>
          </p:nvSpPr>
          <p:spPr>
            <a:xfrm>
              <a:off x="1994916" y="2868644"/>
              <a:ext cx="59690" cy="79375"/>
            </a:xfrm>
            <a:custGeom>
              <a:avLst/>
              <a:gdLst/>
              <a:ahLst/>
              <a:cxnLst/>
              <a:rect l="l" t="t" r="r" b="b"/>
              <a:pathLst>
                <a:path w="59689" h="79375">
                  <a:moveTo>
                    <a:pt x="9144" y="19812"/>
                  </a:moveTo>
                  <a:lnTo>
                    <a:pt x="1524" y="12192"/>
                  </a:lnTo>
                  <a:lnTo>
                    <a:pt x="6096" y="7620"/>
                  </a:lnTo>
                  <a:lnTo>
                    <a:pt x="10668" y="4572"/>
                  </a:lnTo>
                  <a:lnTo>
                    <a:pt x="19812" y="1524"/>
                  </a:lnTo>
                  <a:lnTo>
                    <a:pt x="25908" y="0"/>
                  </a:lnTo>
                  <a:lnTo>
                    <a:pt x="41243" y="0"/>
                  </a:lnTo>
                  <a:lnTo>
                    <a:pt x="47339" y="3048"/>
                  </a:lnTo>
                  <a:lnTo>
                    <a:pt x="54959" y="10668"/>
                  </a:lnTo>
                  <a:lnTo>
                    <a:pt x="22860" y="10668"/>
                  </a:lnTo>
                  <a:lnTo>
                    <a:pt x="19812" y="12192"/>
                  </a:lnTo>
                  <a:lnTo>
                    <a:pt x="15240" y="13716"/>
                  </a:lnTo>
                  <a:lnTo>
                    <a:pt x="9144" y="19812"/>
                  </a:lnTo>
                  <a:close/>
                </a:path>
                <a:path w="59689" h="79375">
                  <a:moveTo>
                    <a:pt x="33528" y="79343"/>
                  </a:moveTo>
                  <a:lnTo>
                    <a:pt x="16764" y="79343"/>
                  </a:lnTo>
                  <a:lnTo>
                    <a:pt x="10668" y="77819"/>
                  </a:lnTo>
                  <a:lnTo>
                    <a:pt x="6096" y="73247"/>
                  </a:lnTo>
                  <a:lnTo>
                    <a:pt x="1524" y="70199"/>
                  </a:lnTo>
                  <a:lnTo>
                    <a:pt x="0" y="64008"/>
                  </a:lnTo>
                  <a:lnTo>
                    <a:pt x="0" y="50292"/>
                  </a:lnTo>
                  <a:lnTo>
                    <a:pt x="47339" y="30480"/>
                  </a:lnTo>
                  <a:lnTo>
                    <a:pt x="47339" y="21336"/>
                  </a:lnTo>
                  <a:lnTo>
                    <a:pt x="45815" y="16764"/>
                  </a:lnTo>
                  <a:lnTo>
                    <a:pt x="42767" y="13716"/>
                  </a:lnTo>
                  <a:lnTo>
                    <a:pt x="39719" y="12192"/>
                  </a:lnTo>
                  <a:lnTo>
                    <a:pt x="35052" y="10668"/>
                  </a:lnTo>
                  <a:lnTo>
                    <a:pt x="54959" y="10668"/>
                  </a:lnTo>
                  <a:lnTo>
                    <a:pt x="56483" y="12192"/>
                  </a:lnTo>
                  <a:lnTo>
                    <a:pt x="59531" y="19812"/>
                  </a:lnTo>
                  <a:lnTo>
                    <a:pt x="59531" y="39624"/>
                  </a:lnTo>
                  <a:lnTo>
                    <a:pt x="47339" y="39624"/>
                  </a:lnTo>
                  <a:lnTo>
                    <a:pt x="28956" y="42672"/>
                  </a:lnTo>
                  <a:lnTo>
                    <a:pt x="22860" y="42672"/>
                  </a:lnTo>
                  <a:lnTo>
                    <a:pt x="18288" y="44196"/>
                  </a:lnTo>
                  <a:lnTo>
                    <a:pt x="15240" y="45720"/>
                  </a:lnTo>
                  <a:lnTo>
                    <a:pt x="12192" y="51816"/>
                  </a:lnTo>
                  <a:lnTo>
                    <a:pt x="12192" y="60960"/>
                  </a:lnTo>
                  <a:lnTo>
                    <a:pt x="15240" y="67056"/>
                  </a:lnTo>
                  <a:lnTo>
                    <a:pt x="18288" y="68675"/>
                  </a:lnTo>
                  <a:lnTo>
                    <a:pt x="21336" y="70199"/>
                  </a:lnTo>
                  <a:lnTo>
                    <a:pt x="44291" y="70199"/>
                  </a:lnTo>
                  <a:lnTo>
                    <a:pt x="41243" y="74771"/>
                  </a:lnTo>
                  <a:lnTo>
                    <a:pt x="36671" y="76295"/>
                  </a:lnTo>
                  <a:lnTo>
                    <a:pt x="33528" y="79343"/>
                  </a:lnTo>
                  <a:close/>
                </a:path>
                <a:path w="59689" h="79375">
                  <a:moveTo>
                    <a:pt x="44291" y="70199"/>
                  </a:moveTo>
                  <a:lnTo>
                    <a:pt x="32004" y="70199"/>
                  </a:lnTo>
                  <a:lnTo>
                    <a:pt x="36671" y="68675"/>
                  </a:lnTo>
                  <a:lnTo>
                    <a:pt x="41243" y="64008"/>
                  </a:lnTo>
                  <a:lnTo>
                    <a:pt x="45815" y="59436"/>
                  </a:lnTo>
                  <a:lnTo>
                    <a:pt x="47339" y="53340"/>
                  </a:lnTo>
                  <a:lnTo>
                    <a:pt x="47339" y="39624"/>
                  </a:lnTo>
                  <a:lnTo>
                    <a:pt x="59531" y="39624"/>
                  </a:lnTo>
                  <a:lnTo>
                    <a:pt x="59531" y="65532"/>
                  </a:lnTo>
                  <a:lnTo>
                    <a:pt x="47339" y="65532"/>
                  </a:lnTo>
                  <a:lnTo>
                    <a:pt x="44291" y="70199"/>
                  </a:lnTo>
                  <a:close/>
                </a:path>
                <a:path w="59689" h="79375">
                  <a:moveTo>
                    <a:pt x="59531" y="77819"/>
                  </a:moveTo>
                  <a:lnTo>
                    <a:pt x="47339" y="77819"/>
                  </a:lnTo>
                  <a:lnTo>
                    <a:pt x="47339" y="65532"/>
                  </a:lnTo>
                  <a:lnTo>
                    <a:pt x="59531" y="65532"/>
                  </a:lnTo>
                  <a:lnTo>
                    <a:pt x="59531" y="77819"/>
                  </a:lnTo>
                  <a:close/>
                </a:path>
              </a:pathLst>
            </a:custGeom>
            <a:solidFill>
              <a:srgbClr val="232323"/>
            </a:solidFill>
          </p:spPr>
          <p:txBody>
            <a:bodyPr wrap="square" lIns="0" tIns="0" rIns="0" bIns="0" rtlCol="0"/>
            <a:lstStyle/>
            <a:p>
              <a:endParaRPr/>
            </a:p>
          </p:txBody>
        </p:sp>
        <p:pic>
          <p:nvPicPr>
            <p:cNvPr id="30" name="object 30"/>
            <p:cNvPicPr/>
            <p:nvPr/>
          </p:nvPicPr>
          <p:blipFill>
            <a:blip r:embed="rId20" cstate="print"/>
            <a:stretch>
              <a:fillRect/>
            </a:stretch>
          </p:blipFill>
          <p:spPr>
            <a:xfrm>
              <a:off x="2077402" y="2868644"/>
              <a:ext cx="228980" cy="114490"/>
            </a:xfrm>
            <a:prstGeom prst="rect">
              <a:avLst/>
            </a:prstGeom>
          </p:spPr>
        </p:pic>
        <p:pic>
          <p:nvPicPr>
            <p:cNvPr id="31" name="object 31"/>
            <p:cNvPicPr/>
            <p:nvPr/>
          </p:nvPicPr>
          <p:blipFill>
            <a:blip r:embed="rId21" cstate="print"/>
            <a:stretch>
              <a:fillRect/>
            </a:stretch>
          </p:blipFill>
          <p:spPr>
            <a:xfrm>
              <a:off x="2326290" y="2868644"/>
              <a:ext cx="125158" cy="79438"/>
            </a:xfrm>
            <a:prstGeom prst="rect">
              <a:avLst/>
            </a:prstGeom>
          </p:spPr>
        </p:pic>
        <p:sp>
          <p:nvSpPr>
            <p:cNvPr id="32" name="object 32"/>
            <p:cNvSpPr/>
            <p:nvPr/>
          </p:nvSpPr>
          <p:spPr>
            <a:xfrm>
              <a:off x="1405604" y="3164681"/>
              <a:ext cx="38735" cy="38735"/>
            </a:xfrm>
            <a:custGeom>
              <a:avLst/>
              <a:gdLst/>
              <a:ahLst/>
              <a:cxnLst/>
              <a:rect l="l" t="t" r="r" b="b"/>
              <a:pathLst>
                <a:path w="38734" h="38735">
                  <a:moveTo>
                    <a:pt x="24384" y="38195"/>
                  </a:moveTo>
                  <a:lnTo>
                    <a:pt x="19812" y="38195"/>
                  </a:lnTo>
                  <a:lnTo>
                    <a:pt x="13716" y="38195"/>
                  </a:lnTo>
                  <a:lnTo>
                    <a:pt x="9144" y="36671"/>
                  </a:lnTo>
                  <a:lnTo>
                    <a:pt x="6096" y="33528"/>
                  </a:lnTo>
                  <a:lnTo>
                    <a:pt x="1524" y="28956"/>
                  </a:lnTo>
                  <a:lnTo>
                    <a:pt x="0" y="24384"/>
                  </a:lnTo>
                  <a:lnTo>
                    <a:pt x="0" y="15240"/>
                  </a:lnTo>
                  <a:lnTo>
                    <a:pt x="1524" y="10668"/>
                  </a:lnTo>
                  <a:lnTo>
                    <a:pt x="9144" y="3048"/>
                  </a:lnTo>
                  <a:lnTo>
                    <a:pt x="13716" y="0"/>
                  </a:lnTo>
                  <a:lnTo>
                    <a:pt x="24384" y="0"/>
                  </a:lnTo>
                  <a:lnTo>
                    <a:pt x="28956" y="3048"/>
                  </a:lnTo>
                  <a:lnTo>
                    <a:pt x="36671" y="10668"/>
                  </a:lnTo>
                  <a:lnTo>
                    <a:pt x="38195" y="13716"/>
                  </a:lnTo>
                  <a:lnTo>
                    <a:pt x="38195" y="24384"/>
                  </a:lnTo>
                  <a:lnTo>
                    <a:pt x="36671" y="28956"/>
                  </a:lnTo>
                  <a:lnTo>
                    <a:pt x="32004" y="33528"/>
                  </a:lnTo>
                  <a:lnTo>
                    <a:pt x="28956" y="36671"/>
                  </a:lnTo>
                  <a:lnTo>
                    <a:pt x="24384" y="38195"/>
                  </a:lnTo>
                  <a:close/>
                </a:path>
              </a:pathLst>
            </a:custGeom>
            <a:solidFill>
              <a:srgbClr val="232323"/>
            </a:solidFill>
          </p:spPr>
          <p:txBody>
            <a:bodyPr wrap="square" lIns="0" tIns="0" rIns="0" bIns="0" rtlCol="0"/>
            <a:lstStyle/>
            <a:p>
              <a:endParaRPr/>
            </a:p>
          </p:txBody>
        </p:sp>
        <p:pic>
          <p:nvPicPr>
            <p:cNvPr id="33" name="object 33"/>
            <p:cNvPicPr/>
            <p:nvPr/>
          </p:nvPicPr>
          <p:blipFill>
            <a:blip r:embed="rId22" cstate="print"/>
            <a:stretch>
              <a:fillRect/>
            </a:stretch>
          </p:blipFill>
          <p:spPr>
            <a:xfrm>
              <a:off x="1596390" y="3120485"/>
              <a:ext cx="1265777" cy="148018"/>
            </a:xfrm>
            <a:prstGeom prst="rect">
              <a:avLst/>
            </a:prstGeom>
          </p:spPr>
        </p:pic>
        <p:pic>
          <p:nvPicPr>
            <p:cNvPr id="34" name="object 34"/>
            <p:cNvPicPr/>
            <p:nvPr/>
          </p:nvPicPr>
          <p:blipFill>
            <a:blip r:embed="rId23" cstate="print"/>
            <a:stretch>
              <a:fillRect/>
            </a:stretch>
          </p:blipFill>
          <p:spPr>
            <a:xfrm>
              <a:off x="2926270" y="3120485"/>
              <a:ext cx="1258061" cy="148018"/>
            </a:xfrm>
            <a:prstGeom prst="rect">
              <a:avLst/>
            </a:prstGeom>
          </p:spPr>
        </p:pic>
        <p:sp>
          <p:nvSpPr>
            <p:cNvPr id="35" name="object 35"/>
            <p:cNvSpPr/>
            <p:nvPr/>
          </p:nvSpPr>
          <p:spPr>
            <a:xfrm>
              <a:off x="1663636" y="3451669"/>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36" name="object 36"/>
            <p:cNvPicPr/>
            <p:nvPr/>
          </p:nvPicPr>
          <p:blipFill>
            <a:blip r:embed="rId24" cstate="print"/>
            <a:stretch>
              <a:fillRect/>
            </a:stretch>
          </p:blipFill>
          <p:spPr>
            <a:xfrm>
              <a:off x="1865185" y="3407378"/>
              <a:ext cx="1754219" cy="148018"/>
            </a:xfrm>
            <a:prstGeom prst="rect">
              <a:avLst/>
            </a:prstGeom>
          </p:spPr>
        </p:pic>
        <p:sp>
          <p:nvSpPr>
            <p:cNvPr id="37" name="object 37"/>
            <p:cNvSpPr/>
            <p:nvPr/>
          </p:nvSpPr>
          <p:spPr>
            <a:xfrm>
              <a:off x="1663636" y="3737038"/>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38" name="object 38"/>
            <p:cNvPicPr/>
            <p:nvPr/>
          </p:nvPicPr>
          <p:blipFill>
            <a:blip r:embed="rId25" cstate="print"/>
            <a:stretch>
              <a:fillRect/>
            </a:stretch>
          </p:blipFill>
          <p:spPr>
            <a:xfrm>
              <a:off x="1855946" y="3691223"/>
              <a:ext cx="1519142" cy="149542"/>
            </a:xfrm>
            <a:prstGeom prst="rect">
              <a:avLst/>
            </a:prstGeom>
          </p:spPr>
        </p:pic>
        <p:sp>
          <p:nvSpPr>
            <p:cNvPr id="39" name="object 39"/>
            <p:cNvSpPr/>
            <p:nvPr/>
          </p:nvSpPr>
          <p:spPr>
            <a:xfrm>
              <a:off x="1663636" y="3692753"/>
              <a:ext cx="2440305" cy="368300"/>
            </a:xfrm>
            <a:custGeom>
              <a:avLst/>
              <a:gdLst/>
              <a:ahLst/>
              <a:cxnLst/>
              <a:rect l="l" t="t" r="r" b="b"/>
              <a:pathLst>
                <a:path w="2440304" h="368300">
                  <a:moveTo>
                    <a:pt x="38100" y="344893"/>
                  </a:moveTo>
                  <a:lnTo>
                    <a:pt x="32004" y="335749"/>
                  </a:lnTo>
                  <a:lnTo>
                    <a:pt x="28956" y="332701"/>
                  </a:lnTo>
                  <a:lnTo>
                    <a:pt x="24384" y="331177"/>
                  </a:lnTo>
                  <a:lnTo>
                    <a:pt x="13716" y="331177"/>
                  </a:lnTo>
                  <a:lnTo>
                    <a:pt x="9144" y="332701"/>
                  </a:lnTo>
                  <a:lnTo>
                    <a:pt x="1524" y="340321"/>
                  </a:lnTo>
                  <a:lnTo>
                    <a:pt x="0" y="344893"/>
                  </a:lnTo>
                  <a:lnTo>
                    <a:pt x="0" y="355561"/>
                  </a:lnTo>
                  <a:lnTo>
                    <a:pt x="1524" y="358609"/>
                  </a:lnTo>
                  <a:lnTo>
                    <a:pt x="9144" y="366229"/>
                  </a:lnTo>
                  <a:lnTo>
                    <a:pt x="13716" y="367753"/>
                  </a:lnTo>
                  <a:lnTo>
                    <a:pt x="18288" y="367753"/>
                  </a:lnTo>
                  <a:lnTo>
                    <a:pt x="24384" y="367753"/>
                  </a:lnTo>
                  <a:lnTo>
                    <a:pt x="28956" y="366229"/>
                  </a:lnTo>
                  <a:lnTo>
                    <a:pt x="32004" y="363181"/>
                  </a:lnTo>
                  <a:lnTo>
                    <a:pt x="38100" y="354037"/>
                  </a:lnTo>
                  <a:lnTo>
                    <a:pt x="38100" y="344893"/>
                  </a:lnTo>
                  <a:close/>
                </a:path>
                <a:path w="2440304" h="368300">
                  <a:moveTo>
                    <a:pt x="1818309" y="35153"/>
                  </a:moveTo>
                  <a:lnTo>
                    <a:pt x="1806117" y="35153"/>
                  </a:lnTo>
                  <a:lnTo>
                    <a:pt x="1801545" y="36677"/>
                  </a:lnTo>
                  <a:lnTo>
                    <a:pt x="1798497" y="39725"/>
                  </a:lnTo>
                  <a:lnTo>
                    <a:pt x="1795449" y="41249"/>
                  </a:lnTo>
                  <a:lnTo>
                    <a:pt x="1792312" y="45821"/>
                  </a:lnTo>
                  <a:lnTo>
                    <a:pt x="1790788" y="51917"/>
                  </a:lnTo>
                  <a:lnTo>
                    <a:pt x="1790788" y="36677"/>
                  </a:lnTo>
                  <a:lnTo>
                    <a:pt x="1778596" y="36677"/>
                  </a:lnTo>
                  <a:lnTo>
                    <a:pt x="1778596" y="112966"/>
                  </a:lnTo>
                  <a:lnTo>
                    <a:pt x="1790788" y="112966"/>
                  </a:lnTo>
                  <a:lnTo>
                    <a:pt x="1790788" y="65722"/>
                  </a:lnTo>
                  <a:lnTo>
                    <a:pt x="1792312" y="59537"/>
                  </a:lnTo>
                  <a:lnTo>
                    <a:pt x="1795449" y="53441"/>
                  </a:lnTo>
                  <a:lnTo>
                    <a:pt x="1796465" y="51917"/>
                  </a:lnTo>
                  <a:lnTo>
                    <a:pt x="1798497" y="48869"/>
                  </a:lnTo>
                  <a:lnTo>
                    <a:pt x="1804593" y="45821"/>
                  </a:lnTo>
                  <a:lnTo>
                    <a:pt x="1815261" y="45821"/>
                  </a:lnTo>
                  <a:lnTo>
                    <a:pt x="1815261" y="47345"/>
                  </a:lnTo>
                  <a:lnTo>
                    <a:pt x="1815642" y="45821"/>
                  </a:lnTo>
                  <a:lnTo>
                    <a:pt x="1818309" y="35153"/>
                  </a:lnTo>
                  <a:close/>
                </a:path>
                <a:path w="2440304" h="368300">
                  <a:moveTo>
                    <a:pt x="1893189" y="71716"/>
                  </a:moveTo>
                  <a:lnTo>
                    <a:pt x="1892884" y="67144"/>
                  </a:lnTo>
                  <a:lnTo>
                    <a:pt x="1892808" y="66179"/>
                  </a:lnTo>
                  <a:lnTo>
                    <a:pt x="1892617" y="63144"/>
                  </a:lnTo>
                  <a:lnTo>
                    <a:pt x="1890903" y="55714"/>
                  </a:lnTo>
                  <a:lnTo>
                    <a:pt x="1888045" y="49428"/>
                  </a:lnTo>
                  <a:lnTo>
                    <a:pt x="1884045" y="44284"/>
                  </a:lnTo>
                  <a:lnTo>
                    <a:pt x="1879473" y="38188"/>
                  </a:lnTo>
                  <a:lnTo>
                    <a:pt x="1879473" y="59524"/>
                  </a:lnTo>
                  <a:lnTo>
                    <a:pt x="1879473" y="67144"/>
                  </a:lnTo>
                  <a:lnTo>
                    <a:pt x="1838223" y="67144"/>
                  </a:lnTo>
                  <a:lnTo>
                    <a:pt x="1841271" y="54952"/>
                  </a:lnTo>
                  <a:lnTo>
                    <a:pt x="1845843" y="50380"/>
                  </a:lnTo>
                  <a:lnTo>
                    <a:pt x="1854987" y="44284"/>
                  </a:lnTo>
                  <a:lnTo>
                    <a:pt x="1867179" y="44284"/>
                  </a:lnTo>
                  <a:lnTo>
                    <a:pt x="1871751" y="47332"/>
                  </a:lnTo>
                  <a:lnTo>
                    <a:pt x="1874799" y="50380"/>
                  </a:lnTo>
                  <a:lnTo>
                    <a:pt x="1877949" y="54952"/>
                  </a:lnTo>
                  <a:lnTo>
                    <a:pt x="1879473" y="59524"/>
                  </a:lnTo>
                  <a:lnTo>
                    <a:pt x="1879473" y="38188"/>
                  </a:lnTo>
                  <a:lnTo>
                    <a:pt x="1870227" y="35140"/>
                  </a:lnTo>
                  <a:lnTo>
                    <a:pt x="1861083" y="35140"/>
                  </a:lnTo>
                  <a:lnTo>
                    <a:pt x="1828317" y="58572"/>
                  </a:lnTo>
                  <a:lnTo>
                    <a:pt x="1826539" y="67144"/>
                  </a:lnTo>
                  <a:lnTo>
                    <a:pt x="1826031" y="74764"/>
                  </a:lnTo>
                  <a:lnTo>
                    <a:pt x="1847176" y="112014"/>
                  </a:lnTo>
                  <a:lnTo>
                    <a:pt x="1862607" y="114490"/>
                  </a:lnTo>
                  <a:lnTo>
                    <a:pt x="1867179" y="114490"/>
                  </a:lnTo>
                  <a:lnTo>
                    <a:pt x="1873275" y="112966"/>
                  </a:lnTo>
                  <a:lnTo>
                    <a:pt x="1876323" y="112966"/>
                  </a:lnTo>
                  <a:lnTo>
                    <a:pt x="1880997" y="111442"/>
                  </a:lnTo>
                  <a:lnTo>
                    <a:pt x="1885569" y="108394"/>
                  </a:lnTo>
                  <a:lnTo>
                    <a:pt x="1890141" y="106870"/>
                  </a:lnTo>
                  <a:lnTo>
                    <a:pt x="1888109" y="103822"/>
                  </a:lnTo>
                  <a:lnTo>
                    <a:pt x="1884045" y="97726"/>
                  </a:lnTo>
                  <a:lnTo>
                    <a:pt x="1877949" y="100774"/>
                  </a:lnTo>
                  <a:lnTo>
                    <a:pt x="1873275" y="102298"/>
                  </a:lnTo>
                  <a:lnTo>
                    <a:pt x="1870227" y="103822"/>
                  </a:lnTo>
                  <a:lnTo>
                    <a:pt x="1856511" y="103822"/>
                  </a:lnTo>
                  <a:lnTo>
                    <a:pt x="1850415" y="102298"/>
                  </a:lnTo>
                  <a:lnTo>
                    <a:pt x="1845843" y="97726"/>
                  </a:lnTo>
                  <a:lnTo>
                    <a:pt x="1841271" y="93052"/>
                  </a:lnTo>
                  <a:lnTo>
                    <a:pt x="1838223" y="85432"/>
                  </a:lnTo>
                  <a:lnTo>
                    <a:pt x="1838223" y="77812"/>
                  </a:lnTo>
                  <a:lnTo>
                    <a:pt x="1893189" y="77812"/>
                  </a:lnTo>
                  <a:lnTo>
                    <a:pt x="1893189" y="71716"/>
                  </a:lnTo>
                  <a:close/>
                </a:path>
                <a:path w="2440304" h="368300">
                  <a:moveTo>
                    <a:pt x="1966429" y="41249"/>
                  </a:moveTo>
                  <a:lnTo>
                    <a:pt x="1963381" y="38201"/>
                  </a:lnTo>
                  <a:lnTo>
                    <a:pt x="1958809" y="36677"/>
                  </a:lnTo>
                  <a:lnTo>
                    <a:pt x="1955761" y="36677"/>
                  </a:lnTo>
                  <a:lnTo>
                    <a:pt x="1952713" y="35153"/>
                  </a:lnTo>
                  <a:lnTo>
                    <a:pt x="1945093" y="35153"/>
                  </a:lnTo>
                  <a:lnTo>
                    <a:pt x="1936483" y="35737"/>
                  </a:lnTo>
                  <a:lnTo>
                    <a:pt x="1906181" y="67462"/>
                  </a:lnTo>
                  <a:lnTo>
                    <a:pt x="1905381" y="76301"/>
                  </a:lnTo>
                  <a:lnTo>
                    <a:pt x="1905965" y="84886"/>
                  </a:lnTo>
                  <a:lnTo>
                    <a:pt x="1934552" y="113893"/>
                  </a:lnTo>
                  <a:lnTo>
                    <a:pt x="1942045" y="114490"/>
                  </a:lnTo>
                  <a:lnTo>
                    <a:pt x="1951189" y="114490"/>
                  </a:lnTo>
                  <a:lnTo>
                    <a:pt x="1960333" y="109918"/>
                  </a:lnTo>
                  <a:lnTo>
                    <a:pt x="1964905" y="108394"/>
                  </a:lnTo>
                  <a:lnTo>
                    <a:pt x="1958809" y="99250"/>
                  </a:lnTo>
                  <a:lnTo>
                    <a:pt x="1955761" y="100774"/>
                  </a:lnTo>
                  <a:lnTo>
                    <a:pt x="1954237" y="102298"/>
                  </a:lnTo>
                  <a:lnTo>
                    <a:pt x="1951189" y="102298"/>
                  </a:lnTo>
                  <a:lnTo>
                    <a:pt x="1948141" y="103822"/>
                  </a:lnTo>
                  <a:lnTo>
                    <a:pt x="1935949" y="103822"/>
                  </a:lnTo>
                  <a:lnTo>
                    <a:pt x="1929853" y="100774"/>
                  </a:lnTo>
                  <a:lnTo>
                    <a:pt x="1920621" y="91541"/>
                  </a:lnTo>
                  <a:lnTo>
                    <a:pt x="1917573" y="83921"/>
                  </a:lnTo>
                  <a:lnTo>
                    <a:pt x="1917573" y="65633"/>
                  </a:lnTo>
                  <a:lnTo>
                    <a:pt x="1920621" y="59537"/>
                  </a:lnTo>
                  <a:lnTo>
                    <a:pt x="1929853" y="47345"/>
                  </a:lnTo>
                  <a:lnTo>
                    <a:pt x="1935949" y="44297"/>
                  </a:lnTo>
                  <a:lnTo>
                    <a:pt x="1948141" y="44297"/>
                  </a:lnTo>
                  <a:lnTo>
                    <a:pt x="1951189" y="45821"/>
                  </a:lnTo>
                  <a:lnTo>
                    <a:pt x="1952713" y="45821"/>
                  </a:lnTo>
                  <a:lnTo>
                    <a:pt x="1955761" y="47345"/>
                  </a:lnTo>
                  <a:lnTo>
                    <a:pt x="1958809" y="47345"/>
                  </a:lnTo>
                  <a:lnTo>
                    <a:pt x="1961857" y="48869"/>
                  </a:lnTo>
                  <a:lnTo>
                    <a:pt x="1966429" y="41249"/>
                  </a:lnTo>
                  <a:close/>
                </a:path>
                <a:path w="2440304" h="368300">
                  <a:moveTo>
                    <a:pt x="2051862" y="74764"/>
                  </a:moveTo>
                  <a:lnTo>
                    <a:pt x="2038146" y="41884"/>
                  </a:lnTo>
                  <a:lnTo>
                    <a:pt x="2038146" y="83908"/>
                  </a:lnTo>
                  <a:lnTo>
                    <a:pt x="2036622" y="91528"/>
                  </a:lnTo>
                  <a:lnTo>
                    <a:pt x="2027478" y="100672"/>
                  </a:lnTo>
                  <a:lnTo>
                    <a:pt x="2022906" y="103720"/>
                  </a:lnTo>
                  <a:lnTo>
                    <a:pt x="2006053" y="103720"/>
                  </a:lnTo>
                  <a:lnTo>
                    <a:pt x="1999957" y="100672"/>
                  </a:lnTo>
                  <a:lnTo>
                    <a:pt x="1990813" y="91528"/>
                  </a:lnTo>
                  <a:lnTo>
                    <a:pt x="1990699" y="90957"/>
                  </a:lnTo>
                  <a:lnTo>
                    <a:pt x="1989289" y="83908"/>
                  </a:lnTo>
                  <a:lnTo>
                    <a:pt x="1989353" y="65290"/>
                  </a:lnTo>
                  <a:lnTo>
                    <a:pt x="1990813" y="58000"/>
                  </a:lnTo>
                  <a:lnTo>
                    <a:pt x="1995385" y="53428"/>
                  </a:lnTo>
                  <a:lnTo>
                    <a:pt x="1999957" y="47332"/>
                  </a:lnTo>
                  <a:lnTo>
                    <a:pt x="2006053" y="44284"/>
                  </a:lnTo>
                  <a:lnTo>
                    <a:pt x="2021382" y="44284"/>
                  </a:lnTo>
                  <a:lnTo>
                    <a:pt x="2038146" y="83908"/>
                  </a:lnTo>
                  <a:lnTo>
                    <a:pt x="2038146" y="41884"/>
                  </a:lnTo>
                  <a:lnTo>
                    <a:pt x="2036076" y="40233"/>
                  </a:lnTo>
                  <a:lnTo>
                    <a:pt x="2029955" y="37350"/>
                  </a:lnTo>
                  <a:lnTo>
                    <a:pt x="2022983" y="35623"/>
                  </a:lnTo>
                  <a:lnTo>
                    <a:pt x="2015286" y="35052"/>
                  </a:lnTo>
                  <a:lnTo>
                    <a:pt x="2006981" y="35623"/>
                  </a:lnTo>
                  <a:lnTo>
                    <a:pt x="2006739" y="35623"/>
                  </a:lnTo>
                  <a:lnTo>
                    <a:pt x="1976386" y="65963"/>
                  </a:lnTo>
                  <a:lnTo>
                    <a:pt x="1975573" y="74764"/>
                  </a:lnTo>
                  <a:lnTo>
                    <a:pt x="1976386" y="83362"/>
                  </a:lnTo>
                  <a:lnTo>
                    <a:pt x="2005139" y="113893"/>
                  </a:lnTo>
                  <a:lnTo>
                    <a:pt x="2013762" y="114490"/>
                  </a:lnTo>
                  <a:lnTo>
                    <a:pt x="2021484" y="113893"/>
                  </a:lnTo>
                  <a:lnTo>
                    <a:pt x="2051062" y="83362"/>
                  </a:lnTo>
                  <a:lnTo>
                    <a:pt x="2051862" y="74764"/>
                  </a:lnTo>
                  <a:close/>
                </a:path>
                <a:path w="2440304" h="368300">
                  <a:moveTo>
                    <a:pt x="2131314" y="36677"/>
                  </a:moveTo>
                  <a:lnTo>
                    <a:pt x="2117598" y="36677"/>
                  </a:lnTo>
                  <a:lnTo>
                    <a:pt x="2097786" y="91541"/>
                  </a:lnTo>
                  <a:lnTo>
                    <a:pt x="2097786" y="93065"/>
                  </a:lnTo>
                  <a:lnTo>
                    <a:pt x="2096262" y="94589"/>
                  </a:lnTo>
                  <a:lnTo>
                    <a:pt x="2096262" y="100774"/>
                  </a:lnTo>
                  <a:lnTo>
                    <a:pt x="2094738" y="102298"/>
                  </a:lnTo>
                  <a:lnTo>
                    <a:pt x="2094738" y="97726"/>
                  </a:lnTo>
                  <a:lnTo>
                    <a:pt x="2093214" y="96202"/>
                  </a:lnTo>
                  <a:lnTo>
                    <a:pt x="2093214" y="93065"/>
                  </a:lnTo>
                  <a:lnTo>
                    <a:pt x="2091690" y="91541"/>
                  </a:lnTo>
                  <a:lnTo>
                    <a:pt x="2073300" y="36677"/>
                  </a:lnTo>
                  <a:lnTo>
                    <a:pt x="2059584" y="36677"/>
                  </a:lnTo>
                  <a:lnTo>
                    <a:pt x="2088642" y="112966"/>
                  </a:lnTo>
                  <a:lnTo>
                    <a:pt x="2100834" y="112966"/>
                  </a:lnTo>
                  <a:lnTo>
                    <a:pt x="2105088" y="102298"/>
                  </a:lnTo>
                  <a:lnTo>
                    <a:pt x="2131314" y="36677"/>
                  </a:lnTo>
                  <a:close/>
                </a:path>
                <a:path w="2440304" h="368300">
                  <a:moveTo>
                    <a:pt x="2206167" y="71716"/>
                  </a:moveTo>
                  <a:lnTo>
                    <a:pt x="2205863" y="67144"/>
                  </a:lnTo>
                  <a:lnTo>
                    <a:pt x="2205799" y="66179"/>
                  </a:lnTo>
                  <a:lnTo>
                    <a:pt x="2205596" y="63144"/>
                  </a:lnTo>
                  <a:lnTo>
                    <a:pt x="2203881" y="55714"/>
                  </a:lnTo>
                  <a:lnTo>
                    <a:pt x="2201024" y="49428"/>
                  </a:lnTo>
                  <a:lnTo>
                    <a:pt x="2197023" y="44284"/>
                  </a:lnTo>
                  <a:lnTo>
                    <a:pt x="2192451" y="38188"/>
                  </a:lnTo>
                  <a:lnTo>
                    <a:pt x="2192451" y="59524"/>
                  </a:lnTo>
                  <a:lnTo>
                    <a:pt x="2192451" y="67144"/>
                  </a:lnTo>
                  <a:lnTo>
                    <a:pt x="2151215" y="67144"/>
                  </a:lnTo>
                  <a:lnTo>
                    <a:pt x="2154263" y="54952"/>
                  </a:lnTo>
                  <a:lnTo>
                    <a:pt x="2158923" y="50380"/>
                  </a:lnTo>
                  <a:lnTo>
                    <a:pt x="2168067" y="44284"/>
                  </a:lnTo>
                  <a:lnTo>
                    <a:pt x="2180259" y="44284"/>
                  </a:lnTo>
                  <a:lnTo>
                    <a:pt x="2184831" y="47332"/>
                  </a:lnTo>
                  <a:lnTo>
                    <a:pt x="2187879" y="50380"/>
                  </a:lnTo>
                  <a:lnTo>
                    <a:pt x="2190927" y="54952"/>
                  </a:lnTo>
                  <a:lnTo>
                    <a:pt x="2192451" y="59524"/>
                  </a:lnTo>
                  <a:lnTo>
                    <a:pt x="2192451" y="38188"/>
                  </a:lnTo>
                  <a:lnTo>
                    <a:pt x="2183307" y="35052"/>
                  </a:lnTo>
                  <a:lnTo>
                    <a:pt x="2174163" y="35052"/>
                  </a:lnTo>
                  <a:lnTo>
                    <a:pt x="2141309" y="58572"/>
                  </a:lnTo>
                  <a:lnTo>
                    <a:pt x="2139531" y="67144"/>
                  </a:lnTo>
                  <a:lnTo>
                    <a:pt x="2139023" y="74764"/>
                  </a:lnTo>
                  <a:lnTo>
                    <a:pt x="2160257" y="112001"/>
                  </a:lnTo>
                  <a:lnTo>
                    <a:pt x="2175687" y="114490"/>
                  </a:lnTo>
                  <a:lnTo>
                    <a:pt x="2180259" y="114490"/>
                  </a:lnTo>
                  <a:lnTo>
                    <a:pt x="2184831" y="112966"/>
                  </a:lnTo>
                  <a:lnTo>
                    <a:pt x="2189403" y="112966"/>
                  </a:lnTo>
                  <a:lnTo>
                    <a:pt x="2193975" y="111442"/>
                  </a:lnTo>
                  <a:lnTo>
                    <a:pt x="2198547" y="108394"/>
                  </a:lnTo>
                  <a:lnTo>
                    <a:pt x="2203119" y="106768"/>
                  </a:lnTo>
                  <a:lnTo>
                    <a:pt x="2201087" y="103720"/>
                  </a:lnTo>
                  <a:lnTo>
                    <a:pt x="2197023" y="97624"/>
                  </a:lnTo>
                  <a:lnTo>
                    <a:pt x="2190927" y="100672"/>
                  </a:lnTo>
                  <a:lnTo>
                    <a:pt x="2186355" y="102196"/>
                  </a:lnTo>
                  <a:lnTo>
                    <a:pt x="2183307" y="103720"/>
                  </a:lnTo>
                  <a:lnTo>
                    <a:pt x="2168067" y="103720"/>
                  </a:lnTo>
                  <a:lnTo>
                    <a:pt x="2161971" y="102196"/>
                  </a:lnTo>
                  <a:lnTo>
                    <a:pt x="2158923" y="97624"/>
                  </a:lnTo>
                  <a:lnTo>
                    <a:pt x="2154263" y="93052"/>
                  </a:lnTo>
                  <a:lnTo>
                    <a:pt x="2151215" y="85432"/>
                  </a:lnTo>
                  <a:lnTo>
                    <a:pt x="2151215" y="77812"/>
                  </a:lnTo>
                  <a:lnTo>
                    <a:pt x="2206167" y="77812"/>
                  </a:lnTo>
                  <a:lnTo>
                    <a:pt x="2206167" y="71716"/>
                  </a:lnTo>
                  <a:close/>
                </a:path>
                <a:path w="2440304" h="368300">
                  <a:moveTo>
                    <a:pt x="2264181" y="35153"/>
                  </a:moveTo>
                  <a:lnTo>
                    <a:pt x="2251989" y="35153"/>
                  </a:lnTo>
                  <a:lnTo>
                    <a:pt x="2247417" y="36677"/>
                  </a:lnTo>
                  <a:lnTo>
                    <a:pt x="2244369" y="39725"/>
                  </a:lnTo>
                  <a:lnTo>
                    <a:pt x="2241219" y="41249"/>
                  </a:lnTo>
                  <a:lnTo>
                    <a:pt x="2238171" y="45821"/>
                  </a:lnTo>
                  <a:lnTo>
                    <a:pt x="2236647" y="51917"/>
                  </a:lnTo>
                  <a:lnTo>
                    <a:pt x="2236647" y="36677"/>
                  </a:lnTo>
                  <a:lnTo>
                    <a:pt x="2224455" y="36677"/>
                  </a:lnTo>
                  <a:lnTo>
                    <a:pt x="2224455" y="112966"/>
                  </a:lnTo>
                  <a:lnTo>
                    <a:pt x="2236647" y="112966"/>
                  </a:lnTo>
                  <a:lnTo>
                    <a:pt x="2236647" y="65633"/>
                  </a:lnTo>
                  <a:lnTo>
                    <a:pt x="2238171" y="59537"/>
                  </a:lnTo>
                  <a:lnTo>
                    <a:pt x="2241219" y="53441"/>
                  </a:lnTo>
                  <a:lnTo>
                    <a:pt x="2242274" y="51917"/>
                  </a:lnTo>
                  <a:lnTo>
                    <a:pt x="2244369" y="48869"/>
                  </a:lnTo>
                  <a:lnTo>
                    <a:pt x="2250465" y="45821"/>
                  </a:lnTo>
                  <a:lnTo>
                    <a:pt x="2261133" y="45821"/>
                  </a:lnTo>
                  <a:lnTo>
                    <a:pt x="2261133" y="47345"/>
                  </a:lnTo>
                  <a:lnTo>
                    <a:pt x="2261514" y="45821"/>
                  </a:lnTo>
                  <a:lnTo>
                    <a:pt x="2264181" y="35153"/>
                  </a:lnTo>
                  <a:close/>
                </a:path>
                <a:path w="2440304" h="368300">
                  <a:moveTo>
                    <a:pt x="2288565" y="36664"/>
                  </a:moveTo>
                  <a:lnTo>
                    <a:pt x="2276373" y="36664"/>
                  </a:lnTo>
                  <a:lnTo>
                    <a:pt x="2276373" y="112966"/>
                  </a:lnTo>
                  <a:lnTo>
                    <a:pt x="2288565" y="112966"/>
                  </a:lnTo>
                  <a:lnTo>
                    <a:pt x="2288565" y="36664"/>
                  </a:lnTo>
                  <a:close/>
                </a:path>
                <a:path w="2440304" h="368300">
                  <a:moveTo>
                    <a:pt x="2291613" y="4572"/>
                  </a:moveTo>
                  <a:lnTo>
                    <a:pt x="2290089" y="3048"/>
                  </a:lnTo>
                  <a:lnTo>
                    <a:pt x="2287041" y="1524"/>
                  </a:lnTo>
                  <a:lnTo>
                    <a:pt x="2285517" y="0"/>
                  </a:lnTo>
                  <a:lnTo>
                    <a:pt x="2280945" y="0"/>
                  </a:lnTo>
                  <a:lnTo>
                    <a:pt x="2279421" y="1524"/>
                  </a:lnTo>
                  <a:lnTo>
                    <a:pt x="2276373" y="3048"/>
                  </a:lnTo>
                  <a:lnTo>
                    <a:pt x="2274849" y="4572"/>
                  </a:lnTo>
                  <a:lnTo>
                    <a:pt x="2274849" y="13716"/>
                  </a:lnTo>
                  <a:lnTo>
                    <a:pt x="2276373" y="15240"/>
                  </a:lnTo>
                  <a:lnTo>
                    <a:pt x="2279421" y="16764"/>
                  </a:lnTo>
                  <a:lnTo>
                    <a:pt x="2280945" y="18288"/>
                  </a:lnTo>
                  <a:lnTo>
                    <a:pt x="2285517" y="18288"/>
                  </a:lnTo>
                  <a:lnTo>
                    <a:pt x="2287041" y="16764"/>
                  </a:lnTo>
                  <a:lnTo>
                    <a:pt x="2290089" y="15240"/>
                  </a:lnTo>
                  <a:lnTo>
                    <a:pt x="2291613" y="13716"/>
                  </a:lnTo>
                  <a:lnTo>
                    <a:pt x="2291613" y="4572"/>
                  </a:lnTo>
                  <a:close/>
                </a:path>
                <a:path w="2440304" h="368300">
                  <a:moveTo>
                    <a:pt x="2375624" y="71716"/>
                  </a:moveTo>
                  <a:lnTo>
                    <a:pt x="2375319" y="67144"/>
                  </a:lnTo>
                  <a:lnTo>
                    <a:pt x="2375255" y="66179"/>
                  </a:lnTo>
                  <a:lnTo>
                    <a:pt x="2375052" y="63144"/>
                  </a:lnTo>
                  <a:lnTo>
                    <a:pt x="2373338" y="55714"/>
                  </a:lnTo>
                  <a:lnTo>
                    <a:pt x="2370480" y="49428"/>
                  </a:lnTo>
                  <a:lnTo>
                    <a:pt x="2366480" y="44284"/>
                  </a:lnTo>
                  <a:lnTo>
                    <a:pt x="2363432" y="40220"/>
                  </a:lnTo>
                  <a:lnTo>
                    <a:pt x="2363432" y="59524"/>
                  </a:lnTo>
                  <a:lnTo>
                    <a:pt x="2363432" y="67144"/>
                  </a:lnTo>
                  <a:lnTo>
                    <a:pt x="2322195" y="67144"/>
                  </a:lnTo>
                  <a:lnTo>
                    <a:pt x="2322195" y="61048"/>
                  </a:lnTo>
                  <a:lnTo>
                    <a:pt x="2325243" y="54952"/>
                  </a:lnTo>
                  <a:lnTo>
                    <a:pt x="2328291" y="50380"/>
                  </a:lnTo>
                  <a:lnTo>
                    <a:pt x="2332952" y="47332"/>
                  </a:lnTo>
                  <a:lnTo>
                    <a:pt x="2337524" y="44284"/>
                  </a:lnTo>
                  <a:lnTo>
                    <a:pt x="2349716" y="44284"/>
                  </a:lnTo>
                  <a:lnTo>
                    <a:pt x="2354288" y="47332"/>
                  </a:lnTo>
                  <a:lnTo>
                    <a:pt x="2357336" y="50380"/>
                  </a:lnTo>
                  <a:lnTo>
                    <a:pt x="2363432" y="59524"/>
                  </a:lnTo>
                  <a:lnTo>
                    <a:pt x="2363432" y="40220"/>
                  </a:lnTo>
                  <a:lnTo>
                    <a:pt x="2361908" y="38188"/>
                  </a:lnTo>
                  <a:lnTo>
                    <a:pt x="2354288" y="35140"/>
                  </a:lnTo>
                  <a:lnTo>
                    <a:pt x="2343620" y="35140"/>
                  </a:lnTo>
                  <a:lnTo>
                    <a:pt x="2310955" y="58572"/>
                  </a:lnTo>
                  <a:lnTo>
                    <a:pt x="2308999" y="67144"/>
                  </a:lnTo>
                  <a:lnTo>
                    <a:pt x="2308479" y="74764"/>
                  </a:lnTo>
                  <a:lnTo>
                    <a:pt x="2330424" y="112014"/>
                  </a:lnTo>
                  <a:lnTo>
                    <a:pt x="2345144" y="114490"/>
                  </a:lnTo>
                  <a:lnTo>
                    <a:pt x="2351240" y="114490"/>
                  </a:lnTo>
                  <a:lnTo>
                    <a:pt x="2355812" y="112966"/>
                  </a:lnTo>
                  <a:lnTo>
                    <a:pt x="2360384" y="112966"/>
                  </a:lnTo>
                  <a:lnTo>
                    <a:pt x="2363432" y="111442"/>
                  </a:lnTo>
                  <a:lnTo>
                    <a:pt x="2368004" y="108394"/>
                  </a:lnTo>
                  <a:lnTo>
                    <a:pt x="2372576" y="106870"/>
                  </a:lnTo>
                  <a:lnTo>
                    <a:pt x="2370544" y="103822"/>
                  </a:lnTo>
                  <a:lnTo>
                    <a:pt x="2366480" y="97726"/>
                  </a:lnTo>
                  <a:lnTo>
                    <a:pt x="2357336" y="102298"/>
                  </a:lnTo>
                  <a:lnTo>
                    <a:pt x="2352764" y="103822"/>
                  </a:lnTo>
                  <a:lnTo>
                    <a:pt x="2339048" y="103822"/>
                  </a:lnTo>
                  <a:lnTo>
                    <a:pt x="2332952" y="102298"/>
                  </a:lnTo>
                  <a:lnTo>
                    <a:pt x="2328291" y="97726"/>
                  </a:lnTo>
                  <a:lnTo>
                    <a:pt x="2323719" y="93154"/>
                  </a:lnTo>
                  <a:lnTo>
                    <a:pt x="2320671" y="77812"/>
                  </a:lnTo>
                  <a:lnTo>
                    <a:pt x="2375624" y="77812"/>
                  </a:lnTo>
                  <a:lnTo>
                    <a:pt x="2375624" y="71716"/>
                  </a:lnTo>
                  <a:close/>
                </a:path>
                <a:path w="2440304" h="368300">
                  <a:moveTo>
                    <a:pt x="2439733" y="85534"/>
                  </a:moveTo>
                  <a:lnTo>
                    <a:pt x="2416772" y="68681"/>
                  </a:lnTo>
                  <a:lnTo>
                    <a:pt x="2410676" y="67157"/>
                  </a:lnTo>
                  <a:lnTo>
                    <a:pt x="2407628" y="64109"/>
                  </a:lnTo>
                  <a:lnTo>
                    <a:pt x="2401532" y="61061"/>
                  </a:lnTo>
                  <a:lnTo>
                    <a:pt x="2400008" y="58013"/>
                  </a:lnTo>
                  <a:lnTo>
                    <a:pt x="2400008" y="51917"/>
                  </a:lnTo>
                  <a:lnTo>
                    <a:pt x="2401532" y="48869"/>
                  </a:lnTo>
                  <a:lnTo>
                    <a:pt x="2404580" y="47345"/>
                  </a:lnTo>
                  <a:lnTo>
                    <a:pt x="2406104" y="45821"/>
                  </a:lnTo>
                  <a:lnTo>
                    <a:pt x="2410676" y="44297"/>
                  </a:lnTo>
                  <a:lnTo>
                    <a:pt x="2418296" y="44297"/>
                  </a:lnTo>
                  <a:lnTo>
                    <a:pt x="2421344" y="45821"/>
                  </a:lnTo>
                  <a:lnTo>
                    <a:pt x="2424392" y="45821"/>
                  </a:lnTo>
                  <a:lnTo>
                    <a:pt x="2425916" y="47345"/>
                  </a:lnTo>
                  <a:lnTo>
                    <a:pt x="2428964" y="48869"/>
                  </a:lnTo>
                  <a:lnTo>
                    <a:pt x="2433536" y="50393"/>
                  </a:lnTo>
                  <a:lnTo>
                    <a:pt x="2438209" y="41249"/>
                  </a:lnTo>
                  <a:lnTo>
                    <a:pt x="2435060" y="38201"/>
                  </a:lnTo>
                  <a:lnTo>
                    <a:pt x="2430488" y="36677"/>
                  </a:lnTo>
                  <a:lnTo>
                    <a:pt x="2427440" y="36677"/>
                  </a:lnTo>
                  <a:lnTo>
                    <a:pt x="2422868" y="35153"/>
                  </a:lnTo>
                  <a:lnTo>
                    <a:pt x="2407628" y="35153"/>
                  </a:lnTo>
                  <a:lnTo>
                    <a:pt x="2400008" y="36677"/>
                  </a:lnTo>
                  <a:lnTo>
                    <a:pt x="2395436" y="41249"/>
                  </a:lnTo>
                  <a:lnTo>
                    <a:pt x="2390864" y="44297"/>
                  </a:lnTo>
                  <a:lnTo>
                    <a:pt x="2389340" y="50393"/>
                  </a:lnTo>
                  <a:lnTo>
                    <a:pt x="2389340" y="62585"/>
                  </a:lnTo>
                  <a:lnTo>
                    <a:pt x="2390864" y="67157"/>
                  </a:lnTo>
                  <a:lnTo>
                    <a:pt x="2396960" y="73253"/>
                  </a:lnTo>
                  <a:lnTo>
                    <a:pt x="2404580" y="76301"/>
                  </a:lnTo>
                  <a:lnTo>
                    <a:pt x="2422868" y="82486"/>
                  </a:lnTo>
                  <a:lnTo>
                    <a:pt x="2427440" y="87058"/>
                  </a:lnTo>
                  <a:lnTo>
                    <a:pt x="2428964" y="90106"/>
                  </a:lnTo>
                  <a:lnTo>
                    <a:pt x="2428964" y="96202"/>
                  </a:lnTo>
                  <a:lnTo>
                    <a:pt x="2427440" y="99250"/>
                  </a:lnTo>
                  <a:lnTo>
                    <a:pt x="2424392" y="100774"/>
                  </a:lnTo>
                  <a:lnTo>
                    <a:pt x="2421344" y="103822"/>
                  </a:lnTo>
                  <a:lnTo>
                    <a:pt x="2406104" y="103822"/>
                  </a:lnTo>
                  <a:lnTo>
                    <a:pt x="2403056" y="102298"/>
                  </a:lnTo>
                  <a:lnTo>
                    <a:pt x="2398484" y="100774"/>
                  </a:lnTo>
                  <a:lnTo>
                    <a:pt x="2392388" y="97726"/>
                  </a:lnTo>
                  <a:lnTo>
                    <a:pt x="2386292" y="106870"/>
                  </a:lnTo>
                  <a:lnTo>
                    <a:pt x="2390864" y="109918"/>
                  </a:lnTo>
                  <a:lnTo>
                    <a:pt x="2393912" y="111442"/>
                  </a:lnTo>
                  <a:lnTo>
                    <a:pt x="2398484" y="112966"/>
                  </a:lnTo>
                  <a:lnTo>
                    <a:pt x="2403056" y="112966"/>
                  </a:lnTo>
                  <a:lnTo>
                    <a:pt x="2407628" y="114490"/>
                  </a:lnTo>
                  <a:lnTo>
                    <a:pt x="2421344" y="114490"/>
                  </a:lnTo>
                  <a:lnTo>
                    <a:pt x="2427440" y="112966"/>
                  </a:lnTo>
                  <a:lnTo>
                    <a:pt x="2432012" y="108394"/>
                  </a:lnTo>
                  <a:lnTo>
                    <a:pt x="2438209" y="103822"/>
                  </a:lnTo>
                  <a:lnTo>
                    <a:pt x="2439733" y="99250"/>
                  </a:lnTo>
                  <a:lnTo>
                    <a:pt x="2439733" y="85534"/>
                  </a:lnTo>
                  <a:close/>
                </a:path>
              </a:pathLst>
            </a:custGeom>
            <a:solidFill>
              <a:srgbClr val="232323"/>
            </a:solidFill>
          </p:spPr>
          <p:txBody>
            <a:bodyPr wrap="square" lIns="0" tIns="0" rIns="0" bIns="0" rtlCol="0"/>
            <a:lstStyle/>
            <a:p>
              <a:endParaRPr/>
            </a:p>
          </p:txBody>
        </p:sp>
        <p:pic>
          <p:nvPicPr>
            <p:cNvPr id="40" name="object 40"/>
            <p:cNvPicPr/>
            <p:nvPr/>
          </p:nvPicPr>
          <p:blipFill>
            <a:blip r:embed="rId26" cstate="print"/>
            <a:stretch>
              <a:fillRect/>
            </a:stretch>
          </p:blipFill>
          <p:spPr>
            <a:xfrm>
              <a:off x="1865185" y="3976592"/>
              <a:ext cx="2844355" cy="151066"/>
            </a:xfrm>
            <a:prstGeom prst="rect">
              <a:avLst/>
            </a:prstGeom>
          </p:spPr>
        </p:pic>
        <p:sp>
          <p:nvSpPr>
            <p:cNvPr id="41" name="object 41"/>
            <p:cNvSpPr/>
            <p:nvPr/>
          </p:nvSpPr>
          <p:spPr>
            <a:xfrm>
              <a:off x="1405604" y="4309300"/>
              <a:ext cx="38735" cy="38735"/>
            </a:xfrm>
            <a:custGeom>
              <a:avLst/>
              <a:gdLst/>
              <a:ahLst/>
              <a:cxnLst/>
              <a:rect l="l" t="t" r="r" b="b"/>
              <a:pathLst>
                <a:path w="38734" h="38735">
                  <a:moveTo>
                    <a:pt x="24384" y="38195"/>
                  </a:moveTo>
                  <a:lnTo>
                    <a:pt x="19812" y="38195"/>
                  </a:lnTo>
                  <a:lnTo>
                    <a:pt x="13716" y="38195"/>
                  </a:lnTo>
                  <a:lnTo>
                    <a:pt x="9144" y="36671"/>
                  </a:lnTo>
                  <a:lnTo>
                    <a:pt x="6096" y="32099"/>
                  </a:lnTo>
                  <a:lnTo>
                    <a:pt x="1524" y="29051"/>
                  </a:lnTo>
                  <a:lnTo>
                    <a:pt x="0" y="24383"/>
                  </a:lnTo>
                  <a:lnTo>
                    <a:pt x="0" y="13715"/>
                  </a:lnTo>
                  <a:lnTo>
                    <a:pt x="1524" y="9143"/>
                  </a:lnTo>
                  <a:lnTo>
                    <a:pt x="6096" y="6095"/>
                  </a:lnTo>
                  <a:lnTo>
                    <a:pt x="9144" y="1523"/>
                  </a:lnTo>
                  <a:lnTo>
                    <a:pt x="13716" y="0"/>
                  </a:lnTo>
                  <a:lnTo>
                    <a:pt x="24384" y="0"/>
                  </a:lnTo>
                  <a:lnTo>
                    <a:pt x="28956" y="1523"/>
                  </a:lnTo>
                  <a:lnTo>
                    <a:pt x="32004" y="6095"/>
                  </a:lnTo>
                  <a:lnTo>
                    <a:pt x="36671" y="9143"/>
                  </a:lnTo>
                  <a:lnTo>
                    <a:pt x="38195" y="13715"/>
                  </a:lnTo>
                  <a:lnTo>
                    <a:pt x="38195" y="24383"/>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42" name="object 42"/>
            <p:cNvPicPr/>
            <p:nvPr/>
          </p:nvPicPr>
          <p:blipFill>
            <a:blip r:embed="rId27" cstate="print"/>
            <a:stretch>
              <a:fillRect/>
            </a:stretch>
          </p:blipFill>
          <p:spPr>
            <a:xfrm>
              <a:off x="1596390" y="4265009"/>
              <a:ext cx="342042" cy="114585"/>
            </a:xfrm>
            <a:prstGeom prst="rect">
              <a:avLst/>
            </a:prstGeom>
          </p:spPr>
        </p:pic>
        <p:pic>
          <p:nvPicPr>
            <p:cNvPr id="43" name="object 43"/>
            <p:cNvPicPr/>
            <p:nvPr/>
          </p:nvPicPr>
          <p:blipFill>
            <a:blip r:embed="rId28" cstate="print"/>
            <a:stretch>
              <a:fillRect/>
            </a:stretch>
          </p:blipFill>
          <p:spPr>
            <a:xfrm>
              <a:off x="1991867" y="4269676"/>
              <a:ext cx="114490" cy="109823"/>
            </a:xfrm>
            <a:prstGeom prst="rect">
              <a:avLst/>
            </a:prstGeom>
          </p:spPr>
        </p:pic>
        <p:pic>
          <p:nvPicPr>
            <p:cNvPr id="44" name="object 44"/>
            <p:cNvPicPr/>
            <p:nvPr/>
          </p:nvPicPr>
          <p:blipFill>
            <a:blip r:embed="rId29" cstate="print"/>
            <a:stretch>
              <a:fillRect/>
            </a:stretch>
          </p:blipFill>
          <p:spPr>
            <a:xfrm>
              <a:off x="2167413" y="4265009"/>
              <a:ext cx="1972627" cy="148018"/>
            </a:xfrm>
            <a:prstGeom prst="rect">
              <a:avLst/>
            </a:prstGeom>
          </p:spPr>
        </p:pic>
        <p:sp>
          <p:nvSpPr>
            <p:cNvPr id="45" name="object 45"/>
            <p:cNvSpPr/>
            <p:nvPr/>
          </p:nvSpPr>
          <p:spPr>
            <a:xfrm>
              <a:off x="1663636" y="4596288"/>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46" name="object 46"/>
            <p:cNvPicPr/>
            <p:nvPr/>
          </p:nvPicPr>
          <p:blipFill>
            <a:blip r:embed="rId30" cstate="print"/>
            <a:stretch>
              <a:fillRect/>
            </a:stretch>
          </p:blipFill>
          <p:spPr>
            <a:xfrm>
              <a:off x="1851374" y="4551902"/>
              <a:ext cx="1051941" cy="148113"/>
            </a:xfrm>
            <a:prstGeom prst="rect">
              <a:avLst/>
            </a:prstGeom>
          </p:spPr>
        </p:pic>
        <p:pic>
          <p:nvPicPr>
            <p:cNvPr id="47" name="object 47"/>
            <p:cNvPicPr/>
            <p:nvPr/>
          </p:nvPicPr>
          <p:blipFill>
            <a:blip r:embed="rId31" cstate="print"/>
            <a:stretch>
              <a:fillRect/>
            </a:stretch>
          </p:blipFill>
          <p:spPr>
            <a:xfrm>
              <a:off x="2969037" y="4550378"/>
              <a:ext cx="1067181" cy="149637"/>
            </a:xfrm>
            <a:prstGeom prst="rect">
              <a:avLst/>
            </a:prstGeom>
          </p:spPr>
        </p:pic>
        <p:sp>
          <p:nvSpPr>
            <p:cNvPr id="48" name="object 48"/>
            <p:cNvSpPr/>
            <p:nvPr/>
          </p:nvSpPr>
          <p:spPr>
            <a:xfrm>
              <a:off x="1663636" y="4881657"/>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49" name="object 49"/>
            <p:cNvPicPr/>
            <p:nvPr/>
          </p:nvPicPr>
          <p:blipFill>
            <a:blip r:embed="rId32" cstate="print"/>
            <a:stretch>
              <a:fillRect/>
            </a:stretch>
          </p:blipFill>
          <p:spPr>
            <a:xfrm>
              <a:off x="1852898" y="4835842"/>
              <a:ext cx="2000059" cy="116014"/>
            </a:xfrm>
            <a:prstGeom prst="rect">
              <a:avLst/>
            </a:prstGeom>
          </p:spPr>
        </p:pic>
        <p:sp>
          <p:nvSpPr>
            <p:cNvPr id="50" name="object 50"/>
            <p:cNvSpPr/>
            <p:nvPr/>
          </p:nvSpPr>
          <p:spPr>
            <a:xfrm>
              <a:off x="1663636" y="5168550"/>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51" name="object 51"/>
            <p:cNvPicPr/>
            <p:nvPr/>
          </p:nvPicPr>
          <p:blipFill>
            <a:blip r:embed="rId33" cstate="print"/>
            <a:stretch>
              <a:fillRect/>
            </a:stretch>
          </p:blipFill>
          <p:spPr>
            <a:xfrm>
              <a:off x="1865185" y="5122735"/>
              <a:ext cx="3163442" cy="149542"/>
            </a:xfrm>
            <a:prstGeom prst="rect">
              <a:avLst/>
            </a:prstGeom>
          </p:spPr>
        </p:pic>
        <p:sp>
          <p:nvSpPr>
            <p:cNvPr id="52" name="object 52"/>
            <p:cNvSpPr/>
            <p:nvPr/>
          </p:nvSpPr>
          <p:spPr>
            <a:xfrm>
              <a:off x="5095779" y="5122735"/>
              <a:ext cx="12700" cy="113030"/>
            </a:xfrm>
            <a:custGeom>
              <a:avLst/>
              <a:gdLst/>
              <a:ahLst/>
              <a:cxnLst/>
              <a:rect l="l" t="t" r="r" b="b"/>
              <a:pathLst>
                <a:path w="12700" h="113029">
                  <a:moveTo>
                    <a:pt x="12192" y="112871"/>
                  </a:moveTo>
                  <a:lnTo>
                    <a:pt x="0" y="112871"/>
                  </a:lnTo>
                  <a:lnTo>
                    <a:pt x="0" y="0"/>
                  </a:lnTo>
                  <a:lnTo>
                    <a:pt x="12192" y="0"/>
                  </a:lnTo>
                  <a:lnTo>
                    <a:pt x="12192" y="112871"/>
                  </a:lnTo>
                  <a:close/>
                </a:path>
              </a:pathLst>
            </a:custGeom>
            <a:solidFill>
              <a:srgbClr val="232323"/>
            </a:solidFill>
          </p:spPr>
          <p:txBody>
            <a:bodyPr wrap="square" lIns="0" tIns="0" rIns="0" bIns="0" rtlCol="0"/>
            <a:lstStyle/>
            <a:p>
              <a:endParaRPr/>
            </a:p>
          </p:txBody>
        </p:sp>
        <p:pic>
          <p:nvPicPr>
            <p:cNvPr id="53" name="object 53"/>
            <p:cNvPicPr/>
            <p:nvPr/>
          </p:nvPicPr>
          <p:blipFill>
            <a:blip r:embed="rId34" cstate="print"/>
            <a:stretch>
              <a:fillRect/>
            </a:stretch>
          </p:blipFill>
          <p:spPr>
            <a:xfrm>
              <a:off x="5127783" y="5157787"/>
              <a:ext cx="230600" cy="114490"/>
            </a:xfrm>
            <a:prstGeom prst="rect">
              <a:avLst/>
            </a:prstGeom>
          </p:spPr>
        </p:pic>
        <p:sp>
          <p:nvSpPr>
            <p:cNvPr id="54" name="object 54"/>
            <p:cNvSpPr/>
            <p:nvPr/>
          </p:nvSpPr>
          <p:spPr>
            <a:xfrm>
              <a:off x="1335309" y="5513355"/>
              <a:ext cx="5124450" cy="18415"/>
            </a:xfrm>
            <a:custGeom>
              <a:avLst/>
              <a:gdLst/>
              <a:ahLst/>
              <a:cxnLst/>
              <a:rect l="l" t="t" r="r" b="b"/>
              <a:pathLst>
                <a:path w="5124450" h="18414">
                  <a:moveTo>
                    <a:pt x="5117782" y="18288"/>
                  </a:moveTo>
                  <a:lnTo>
                    <a:pt x="7715" y="18288"/>
                  </a:lnTo>
                  <a:lnTo>
                    <a:pt x="4667" y="16764"/>
                  </a:lnTo>
                  <a:lnTo>
                    <a:pt x="1524" y="13716"/>
                  </a:lnTo>
                  <a:lnTo>
                    <a:pt x="0" y="10668"/>
                  </a:lnTo>
                  <a:lnTo>
                    <a:pt x="0" y="9144"/>
                  </a:lnTo>
                  <a:lnTo>
                    <a:pt x="0" y="6096"/>
                  </a:lnTo>
                  <a:lnTo>
                    <a:pt x="1524" y="4572"/>
                  </a:lnTo>
                  <a:lnTo>
                    <a:pt x="3143" y="1524"/>
                  </a:lnTo>
                  <a:lnTo>
                    <a:pt x="4667" y="0"/>
                  </a:lnTo>
                  <a:lnTo>
                    <a:pt x="5119306" y="0"/>
                  </a:lnTo>
                  <a:lnTo>
                    <a:pt x="5123878" y="4572"/>
                  </a:lnTo>
                  <a:lnTo>
                    <a:pt x="5123878" y="13716"/>
                  </a:lnTo>
                  <a:lnTo>
                    <a:pt x="5120830" y="15240"/>
                  </a:lnTo>
                  <a:lnTo>
                    <a:pt x="5117782" y="18288"/>
                  </a:lnTo>
                  <a:close/>
                </a:path>
              </a:pathLst>
            </a:custGeom>
            <a:solidFill>
              <a:srgbClr val="707070"/>
            </a:solidFill>
          </p:spPr>
          <p:txBody>
            <a:bodyPr wrap="square" lIns="0" tIns="0" rIns="0" bIns="0" rtlCol="0"/>
            <a:lstStyle/>
            <a:p>
              <a:endParaRPr/>
            </a:p>
          </p:txBody>
        </p:sp>
        <p:pic>
          <p:nvPicPr>
            <p:cNvPr id="55" name="object 55"/>
            <p:cNvPicPr/>
            <p:nvPr/>
          </p:nvPicPr>
          <p:blipFill>
            <a:blip r:embed="rId35" cstate="print"/>
            <a:stretch>
              <a:fillRect/>
            </a:stretch>
          </p:blipFill>
          <p:spPr>
            <a:xfrm>
              <a:off x="1344548" y="5891879"/>
              <a:ext cx="1085469" cy="180022"/>
            </a:xfrm>
            <a:prstGeom prst="rect">
              <a:avLst/>
            </a:prstGeom>
          </p:spPr>
        </p:pic>
        <p:pic>
          <p:nvPicPr>
            <p:cNvPr id="56" name="object 56"/>
            <p:cNvPicPr/>
            <p:nvPr/>
          </p:nvPicPr>
          <p:blipFill>
            <a:blip r:embed="rId36" cstate="print"/>
            <a:stretch>
              <a:fillRect/>
            </a:stretch>
          </p:blipFill>
          <p:spPr>
            <a:xfrm>
              <a:off x="2478881" y="5885783"/>
              <a:ext cx="1400079" cy="186118"/>
            </a:xfrm>
            <a:prstGeom prst="rect">
              <a:avLst/>
            </a:prstGeom>
          </p:spPr>
        </p:pic>
        <p:sp>
          <p:nvSpPr>
            <p:cNvPr id="57" name="object 57"/>
            <p:cNvSpPr/>
            <p:nvPr/>
          </p:nvSpPr>
          <p:spPr>
            <a:xfrm>
              <a:off x="1405604" y="6236779"/>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58" name="object 58"/>
            <p:cNvPicPr/>
            <p:nvPr/>
          </p:nvPicPr>
          <p:blipFill>
            <a:blip r:embed="rId37" cstate="print"/>
            <a:stretch>
              <a:fillRect/>
            </a:stretch>
          </p:blipFill>
          <p:spPr>
            <a:xfrm>
              <a:off x="1596390" y="6190868"/>
              <a:ext cx="342042" cy="114585"/>
            </a:xfrm>
            <a:prstGeom prst="rect">
              <a:avLst/>
            </a:prstGeom>
          </p:spPr>
        </p:pic>
        <p:sp>
          <p:nvSpPr>
            <p:cNvPr id="59" name="object 59"/>
            <p:cNvSpPr/>
            <p:nvPr/>
          </p:nvSpPr>
          <p:spPr>
            <a:xfrm>
              <a:off x="1985772" y="6195643"/>
              <a:ext cx="99695" cy="109855"/>
            </a:xfrm>
            <a:custGeom>
              <a:avLst/>
              <a:gdLst/>
              <a:ahLst/>
              <a:cxnLst/>
              <a:rect l="l" t="t" r="r" b="b"/>
              <a:pathLst>
                <a:path w="99694" h="109854">
                  <a:moveTo>
                    <a:pt x="48856" y="0"/>
                  </a:moveTo>
                  <a:lnTo>
                    <a:pt x="35140" y="0"/>
                  </a:lnTo>
                  <a:lnTo>
                    <a:pt x="30480" y="3048"/>
                  </a:lnTo>
                  <a:lnTo>
                    <a:pt x="6096" y="15240"/>
                  </a:lnTo>
                  <a:lnTo>
                    <a:pt x="0" y="16764"/>
                  </a:lnTo>
                  <a:lnTo>
                    <a:pt x="6096" y="35052"/>
                  </a:lnTo>
                  <a:lnTo>
                    <a:pt x="10668" y="35052"/>
                  </a:lnTo>
                  <a:lnTo>
                    <a:pt x="25908" y="27432"/>
                  </a:lnTo>
                  <a:lnTo>
                    <a:pt x="25908" y="108292"/>
                  </a:lnTo>
                  <a:lnTo>
                    <a:pt x="48856" y="108292"/>
                  </a:lnTo>
                  <a:lnTo>
                    <a:pt x="48856" y="0"/>
                  </a:lnTo>
                  <a:close/>
                </a:path>
                <a:path w="99694" h="109854">
                  <a:moveTo>
                    <a:pt x="99148" y="91528"/>
                  </a:moveTo>
                  <a:lnTo>
                    <a:pt x="96100" y="88480"/>
                  </a:lnTo>
                  <a:lnTo>
                    <a:pt x="93052" y="85344"/>
                  </a:lnTo>
                  <a:lnTo>
                    <a:pt x="79336" y="85344"/>
                  </a:lnTo>
                  <a:lnTo>
                    <a:pt x="76288" y="88480"/>
                  </a:lnTo>
                  <a:lnTo>
                    <a:pt x="73240" y="91528"/>
                  </a:lnTo>
                  <a:lnTo>
                    <a:pt x="71716" y="94576"/>
                  </a:lnTo>
                  <a:lnTo>
                    <a:pt x="71716" y="102196"/>
                  </a:lnTo>
                  <a:lnTo>
                    <a:pt x="73240" y="105244"/>
                  </a:lnTo>
                  <a:lnTo>
                    <a:pt x="76288" y="106768"/>
                  </a:lnTo>
                  <a:lnTo>
                    <a:pt x="79336" y="109816"/>
                  </a:lnTo>
                  <a:lnTo>
                    <a:pt x="93052" y="109816"/>
                  </a:lnTo>
                  <a:lnTo>
                    <a:pt x="96100" y="106768"/>
                  </a:lnTo>
                  <a:lnTo>
                    <a:pt x="99148" y="105244"/>
                  </a:lnTo>
                  <a:lnTo>
                    <a:pt x="99148" y="91528"/>
                  </a:lnTo>
                  <a:close/>
                </a:path>
                <a:path w="99694" h="109854">
                  <a:moveTo>
                    <a:pt x="99148" y="38100"/>
                  </a:moveTo>
                  <a:lnTo>
                    <a:pt x="93052" y="32004"/>
                  </a:lnTo>
                  <a:lnTo>
                    <a:pt x="79336" y="32004"/>
                  </a:lnTo>
                  <a:lnTo>
                    <a:pt x="73240" y="38100"/>
                  </a:lnTo>
                  <a:lnTo>
                    <a:pt x="71716" y="41148"/>
                  </a:lnTo>
                  <a:lnTo>
                    <a:pt x="71716" y="48768"/>
                  </a:lnTo>
                  <a:lnTo>
                    <a:pt x="73240" y="51816"/>
                  </a:lnTo>
                  <a:lnTo>
                    <a:pt x="76288" y="53340"/>
                  </a:lnTo>
                  <a:lnTo>
                    <a:pt x="79336" y="56388"/>
                  </a:lnTo>
                  <a:lnTo>
                    <a:pt x="93052" y="56388"/>
                  </a:lnTo>
                  <a:lnTo>
                    <a:pt x="96100" y="53340"/>
                  </a:lnTo>
                  <a:lnTo>
                    <a:pt x="99148" y="51816"/>
                  </a:lnTo>
                  <a:lnTo>
                    <a:pt x="99148" y="38100"/>
                  </a:lnTo>
                  <a:close/>
                </a:path>
              </a:pathLst>
            </a:custGeom>
            <a:solidFill>
              <a:srgbClr val="232323"/>
            </a:solidFill>
          </p:spPr>
          <p:txBody>
            <a:bodyPr wrap="square" lIns="0" tIns="0" rIns="0" bIns="0" rtlCol="0"/>
            <a:lstStyle/>
            <a:p>
              <a:endParaRPr/>
            </a:p>
          </p:txBody>
        </p:sp>
        <p:pic>
          <p:nvPicPr>
            <p:cNvPr id="60" name="object 60"/>
            <p:cNvPicPr/>
            <p:nvPr/>
          </p:nvPicPr>
          <p:blipFill>
            <a:blip r:embed="rId38" cstate="print"/>
            <a:stretch>
              <a:fillRect/>
            </a:stretch>
          </p:blipFill>
          <p:spPr>
            <a:xfrm>
              <a:off x="2136933" y="6190963"/>
              <a:ext cx="311467" cy="114490"/>
            </a:xfrm>
            <a:prstGeom prst="rect">
              <a:avLst/>
            </a:prstGeom>
          </p:spPr>
        </p:pic>
        <p:pic>
          <p:nvPicPr>
            <p:cNvPr id="61" name="object 61"/>
            <p:cNvPicPr/>
            <p:nvPr/>
          </p:nvPicPr>
          <p:blipFill>
            <a:blip r:embed="rId39" cstate="print"/>
            <a:stretch>
              <a:fillRect/>
            </a:stretch>
          </p:blipFill>
          <p:spPr>
            <a:xfrm>
              <a:off x="2498788" y="6190868"/>
              <a:ext cx="341947" cy="114585"/>
            </a:xfrm>
            <a:prstGeom prst="rect">
              <a:avLst/>
            </a:prstGeom>
          </p:spPr>
        </p:pic>
        <p:sp>
          <p:nvSpPr>
            <p:cNvPr id="62" name="object 62"/>
            <p:cNvSpPr/>
            <p:nvPr/>
          </p:nvSpPr>
          <p:spPr>
            <a:xfrm>
              <a:off x="1663636" y="6522148"/>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63" name="object 63"/>
            <p:cNvPicPr/>
            <p:nvPr/>
          </p:nvPicPr>
          <p:blipFill>
            <a:blip r:embed="rId40" cstate="print"/>
            <a:stretch>
              <a:fillRect/>
            </a:stretch>
          </p:blipFill>
          <p:spPr>
            <a:xfrm>
              <a:off x="1852898" y="6477857"/>
              <a:ext cx="1058132" cy="148018"/>
            </a:xfrm>
            <a:prstGeom prst="rect">
              <a:avLst/>
            </a:prstGeom>
          </p:spPr>
        </p:pic>
        <p:pic>
          <p:nvPicPr>
            <p:cNvPr id="64" name="object 64"/>
            <p:cNvPicPr/>
            <p:nvPr/>
          </p:nvPicPr>
          <p:blipFill>
            <a:blip r:embed="rId41" cstate="print"/>
            <a:stretch>
              <a:fillRect/>
            </a:stretch>
          </p:blipFill>
          <p:spPr>
            <a:xfrm>
              <a:off x="2961322" y="6476333"/>
              <a:ext cx="1325308" cy="149542"/>
            </a:xfrm>
            <a:prstGeom prst="rect">
              <a:avLst/>
            </a:prstGeom>
          </p:spPr>
        </p:pic>
        <p:pic>
          <p:nvPicPr>
            <p:cNvPr id="65" name="object 65"/>
            <p:cNvPicPr/>
            <p:nvPr/>
          </p:nvPicPr>
          <p:blipFill>
            <a:blip r:embed="rId42" cstate="print"/>
            <a:stretch>
              <a:fillRect/>
            </a:stretch>
          </p:blipFill>
          <p:spPr>
            <a:xfrm>
              <a:off x="4343114" y="6477857"/>
              <a:ext cx="1864137" cy="148018"/>
            </a:xfrm>
            <a:prstGeom prst="rect">
              <a:avLst/>
            </a:prstGeom>
          </p:spPr>
        </p:pic>
        <p:sp>
          <p:nvSpPr>
            <p:cNvPr id="66" name="object 66"/>
            <p:cNvSpPr/>
            <p:nvPr/>
          </p:nvSpPr>
          <p:spPr>
            <a:xfrm>
              <a:off x="1405604" y="6809041"/>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67" name="object 67"/>
            <p:cNvPicPr/>
            <p:nvPr/>
          </p:nvPicPr>
          <p:blipFill>
            <a:blip r:embed="rId43" cstate="print"/>
            <a:stretch>
              <a:fillRect/>
            </a:stretch>
          </p:blipFill>
          <p:spPr>
            <a:xfrm>
              <a:off x="1596390" y="6763225"/>
              <a:ext cx="342042" cy="115919"/>
            </a:xfrm>
            <a:prstGeom prst="rect">
              <a:avLst/>
            </a:prstGeom>
          </p:spPr>
        </p:pic>
        <p:pic>
          <p:nvPicPr>
            <p:cNvPr id="68" name="object 68"/>
            <p:cNvPicPr/>
            <p:nvPr/>
          </p:nvPicPr>
          <p:blipFill>
            <a:blip r:embed="rId44" cstate="print"/>
            <a:stretch>
              <a:fillRect/>
            </a:stretch>
          </p:blipFill>
          <p:spPr>
            <a:xfrm>
              <a:off x="1991868" y="6767798"/>
              <a:ext cx="114490" cy="109918"/>
            </a:xfrm>
            <a:prstGeom prst="rect">
              <a:avLst/>
            </a:prstGeom>
          </p:spPr>
        </p:pic>
        <p:pic>
          <p:nvPicPr>
            <p:cNvPr id="69" name="object 69"/>
            <p:cNvPicPr/>
            <p:nvPr/>
          </p:nvPicPr>
          <p:blipFill>
            <a:blip r:embed="rId45" cstate="print"/>
            <a:stretch>
              <a:fillRect/>
            </a:stretch>
          </p:blipFill>
          <p:spPr>
            <a:xfrm>
              <a:off x="2167413" y="6767798"/>
              <a:ext cx="1480946" cy="143446"/>
            </a:xfrm>
            <a:prstGeom prst="rect">
              <a:avLst/>
            </a:prstGeom>
          </p:spPr>
        </p:pic>
        <p:sp>
          <p:nvSpPr>
            <p:cNvPr id="70" name="object 70"/>
            <p:cNvSpPr/>
            <p:nvPr/>
          </p:nvSpPr>
          <p:spPr>
            <a:xfrm>
              <a:off x="1663636" y="7094505"/>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71" name="object 71"/>
            <p:cNvPicPr/>
            <p:nvPr/>
          </p:nvPicPr>
          <p:blipFill>
            <a:blip r:embed="rId46" cstate="print"/>
            <a:stretch>
              <a:fillRect/>
            </a:stretch>
          </p:blipFill>
          <p:spPr>
            <a:xfrm>
              <a:off x="1865185" y="7056311"/>
              <a:ext cx="323659" cy="141921"/>
            </a:xfrm>
            <a:prstGeom prst="rect">
              <a:avLst/>
            </a:prstGeom>
          </p:spPr>
        </p:pic>
        <p:pic>
          <p:nvPicPr>
            <p:cNvPr id="72" name="object 72"/>
            <p:cNvPicPr/>
            <p:nvPr/>
          </p:nvPicPr>
          <p:blipFill>
            <a:blip r:embed="rId47" cstate="print"/>
            <a:stretch>
              <a:fillRect/>
            </a:stretch>
          </p:blipFill>
          <p:spPr>
            <a:xfrm>
              <a:off x="2208657" y="7050214"/>
              <a:ext cx="120586" cy="114395"/>
            </a:xfrm>
            <a:prstGeom prst="rect">
              <a:avLst/>
            </a:prstGeom>
          </p:spPr>
        </p:pic>
        <p:pic>
          <p:nvPicPr>
            <p:cNvPr id="73" name="object 73"/>
            <p:cNvPicPr/>
            <p:nvPr/>
          </p:nvPicPr>
          <p:blipFill>
            <a:blip r:embed="rId48" cstate="print"/>
            <a:stretch>
              <a:fillRect/>
            </a:stretch>
          </p:blipFill>
          <p:spPr>
            <a:xfrm>
              <a:off x="2350674" y="7085266"/>
              <a:ext cx="151161" cy="112966"/>
            </a:xfrm>
            <a:prstGeom prst="rect">
              <a:avLst/>
            </a:prstGeom>
          </p:spPr>
        </p:pic>
        <p:pic>
          <p:nvPicPr>
            <p:cNvPr id="74" name="object 74"/>
            <p:cNvPicPr/>
            <p:nvPr/>
          </p:nvPicPr>
          <p:blipFill>
            <a:blip r:embed="rId49" cstate="print"/>
            <a:stretch>
              <a:fillRect/>
            </a:stretch>
          </p:blipFill>
          <p:spPr>
            <a:xfrm>
              <a:off x="2568987" y="7085265"/>
              <a:ext cx="70199" cy="112966"/>
            </a:xfrm>
            <a:prstGeom prst="rect">
              <a:avLst/>
            </a:prstGeom>
          </p:spPr>
        </p:pic>
        <p:pic>
          <p:nvPicPr>
            <p:cNvPr id="75" name="object 75"/>
            <p:cNvPicPr/>
            <p:nvPr/>
          </p:nvPicPr>
          <p:blipFill>
            <a:blip r:embed="rId50" cstate="print"/>
            <a:stretch>
              <a:fillRect/>
            </a:stretch>
          </p:blipFill>
          <p:spPr>
            <a:xfrm>
              <a:off x="2659094" y="7085171"/>
              <a:ext cx="122110" cy="79438"/>
            </a:xfrm>
            <a:prstGeom prst="rect">
              <a:avLst/>
            </a:prstGeom>
          </p:spPr>
        </p:pic>
        <p:pic>
          <p:nvPicPr>
            <p:cNvPr id="76" name="object 76"/>
            <p:cNvPicPr/>
            <p:nvPr/>
          </p:nvPicPr>
          <p:blipFill>
            <a:blip r:embed="rId51" cstate="print"/>
            <a:stretch>
              <a:fillRect/>
            </a:stretch>
          </p:blipFill>
          <p:spPr>
            <a:xfrm>
              <a:off x="2801111" y="7050214"/>
              <a:ext cx="70199" cy="114490"/>
            </a:xfrm>
            <a:prstGeom prst="rect">
              <a:avLst/>
            </a:prstGeom>
          </p:spPr>
        </p:pic>
        <p:sp>
          <p:nvSpPr>
            <p:cNvPr id="77" name="object 77"/>
            <p:cNvSpPr/>
            <p:nvPr/>
          </p:nvSpPr>
          <p:spPr>
            <a:xfrm>
              <a:off x="2891123" y="7050119"/>
              <a:ext cx="12700" cy="113030"/>
            </a:xfrm>
            <a:custGeom>
              <a:avLst/>
              <a:gdLst/>
              <a:ahLst/>
              <a:cxnLst/>
              <a:rect l="l" t="t" r="r" b="b"/>
              <a:pathLst>
                <a:path w="12700" h="113029">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78" name="object 78"/>
            <p:cNvPicPr/>
            <p:nvPr/>
          </p:nvPicPr>
          <p:blipFill>
            <a:blip r:embed="rId52" cstate="print"/>
            <a:stretch>
              <a:fillRect/>
            </a:stretch>
          </p:blipFill>
          <p:spPr>
            <a:xfrm>
              <a:off x="2923222" y="7085265"/>
              <a:ext cx="262604" cy="79438"/>
            </a:xfrm>
            <a:prstGeom prst="rect">
              <a:avLst/>
            </a:prstGeom>
          </p:spPr>
        </p:pic>
        <p:sp>
          <p:nvSpPr>
            <p:cNvPr id="79" name="object 79"/>
            <p:cNvSpPr/>
            <p:nvPr/>
          </p:nvSpPr>
          <p:spPr>
            <a:xfrm>
              <a:off x="1663636" y="7381398"/>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80" name="object 80"/>
            <p:cNvPicPr/>
            <p:nvPr/>
          </p:nvPicPr>
          <p:blipFill>
            <a:blip r:embed="rId53" cstate="print"/>
            <a:stretch>
              <a:fillRect/>
            </a:stretch>
          </p:blipFill>
          <p:spPr>
            <a:xfrm>
              <a:off x="1852898" y="7341679"/>
              <a:ext cx="216788" cy="108299"/>
            </a:xfrm>
            <a:prstGeom prst="rect">
              <a:avLst/>
            </a:prstGeom>
          </p:spPr>
        </p:pic>
        <p:pic>
          <p:nvPicPr>
            <p:cNvPr id="81" name="object 81"/>
            <p:cNvPicPr/>
            <p:nvPr/>
          </p:nvPicPr>
          <p:blipFill>
            <a:blip r:embed="rId54" cstate="print"/>
            <a:stretch>
              <a:fillRect/>
            </a:stretch>
          </p:blipFill>
          <p:spPr>
            <a:xfrm>
              <a:off x="2089689" y="7335487"/>
              <a:ext cx="143351" cy="113061"/>
            </a:xfrm>
            <a:prstGeom prst="rect">
              <a:avLst/>
            </a:prstGeom>
          </p:spPr>
        </p:pic>
        <p:pic>
          <p:nvPicPr>
            <p:cNvPr id="82" name="object 82"/>
            <p:cNvPicPr/>
            <p:nvPr/>
          </p:nvPicPr>
          <p:blipFill>
            <a:blip r:embed="rId55" cstate="print"/>
            <a:stretch>
              <a:fillRect/>
            </a:stretch>
          </p:blipFill>
          <p:spPr>
            <a:xfrm>
              <a:off x="2254472" y="7370635"/>
              <a:ext cx="152685" cy="114490"/>
            </a:xfrm>
            <a:prstGeom prst="rect">
              <a:avLst/>
            </a:prstGeom>
          </p:spPr>
        </p:pic>
        <p:pic>
          <p:nvPicPr>
            <p:cNvPr id="83" name="object 83"/>
            <p:cNvPicPr/>
            <p:nvPr/>
          </p:nvPicPr>
          <p:blipFill>
            <a:blip r:embed="rId56" cstate="print"/>
            <a:stretch>
              <a:fillRect/>
            </a:stretch>
          </p:blipFill>
          <p:spPr>
            <a:xfrm>
              <a:off x="2462117" y="7335583"/>
              <a:ext cx="273272" cy="114395"/>
            </a:xfrm>
            <a:prstGeom prst="rect">
              <a:avLst/>
            </a:prstGeom>
          </p:spPr>
        </p:pic>
        <p:sp>
          <p:nvSpPr>
            <p:cNvPr id="84" name="object 84"/>
            <p:cNvSpPr/>
            <p:nvPr/>
          </p:nvSpPr>
          <p:spPr>
            <a:xfrm>
              <a:off x="2802540" y="7341679"/>
              <a:ext cx="12700" cy="107314"/>
            </a:xfrm>
            <a:custGeom>
              <a:avLst/>
              <a:gdLst/>
              <a:ahLst/>
              <a:cxnLst/>
              <a:rect l="l" t="t" r="r" b="b"/>
              <a:pathLst>
                <a:path w="12700" h="107315">
                  <a:moveTo>
                    <a:pt x="12287" y="106774"/>
                  </a:moveTo>
                  <a:lnTo>
                    <a:pt x="0" y="106774"/>
                  </a:lnTo>
                  <a:lnTo>
                    <a:pt x="0" y="0"/>
                  </a:lnTo>
                  <a:lnTo>
                    <a:pt x="12287" y="0"/>
                  </a:lnTo>
                  <a:lnTo>
                    <a:pt x="12287" y="106774"/>
                  </a:lnTo>
                  <a:close/>
                </a:path>
              </a:pathLst>
            </a:custGeom>
            <a:solidFill>
              <a:srgbClr val="232323"/>
            </a:solidFill>
          </p:spPr>
          <p:txBody>
            <a:bodyPr wrap="square" lIns="0" tIns="0" rIns="0" bIns="0" rtlCol="0"/>
            <a:lstStyle/>
            <a:p>
              <a:endParaRPr/>
            </a:p>
          </p:txBody>
        </p:sp>
        <p:pic>
          <p:nvPicPr>
            <p:cNvPr id="85" name="object 85"/>
            <p:cNvPicPr/>
            <p:nvPr/>
          </p:nvPicPr>
          <p:blipFill>
            <a:blip r:embed="rId57" cstate="print"/>
            <a:stretch>
              <a:fillRect/>
            </a:stretch>
          </p:blipFill>
          <p:spPr>
            <a:xfrm>
              <a:off x="2842260" y="7341679"/>
              <a:ext cx="65627" cy="106775"/>
            </a:xfrm>
            <a:prstGeom prst="rect">
              <a:avLst/>
            </a:prstGeom>
          </p:spPr>
        </p:pic>
        <p:pic>
          <p:nvPicPr>
            <p:cNvPr id="86" name="object 86"/>
            <p:cNvPicPr/>
            <p:nvPr/>
          </p:nvPicPr>
          <p:blipFill>
            <a:blip r:embed="rId58" cstate="print"/>
            <a:stretch>
              <a:fillRect/>
            </a:stretch>
          </p:blipFill>
          <p:spPr>
            <a:xfrm>
              <a:off x="2930842" y="7341679"/>
              <a:ext cx="108394" cy="106775"/>
            </a:xfrm>
            <a:prstGeom prst="rect">
              <a:avLst/>
            </a:prstGeom>
          </p:spPr>
        </p:pic>
        <p:pic>
          <p:nvPicPr>
            <p:cNvPr id="87" name="object 87"/>
            <p:cNvPicPr/>
            <p:nvPr/>
          </p:nvPicPr>
          <p:blipFill>
            <a:blip r:embed="rId59" cstate="print"/>
            <a:stretch>
              <a:fillRect/>
            </a:stretch>
          </p:blipFill>
          <p:spPr>
            <a:xfrm>
              <a:off x="3109436" y="7337012"/>
              <a:ext cx="164877" cy="111442"/>
            </a:xfrm>
            <a:prstGeom prst="rect">
              <a:avLst/>
            </a:prstGeom>
          </p:spPr>
        </p:pic>
        <p:pic>
          <p:nvPicPr>
            <p:cNvPr id="88" name="object 88"/>
            <p:cNvPicPr/>
            <p:nvPr/>
          </p:nvPicPr>
          <p:blipFill>
            <a:blip r:embed="rId60" cstate="print"/>
            <a:stretch>
              <a:fillRect/>
            </a:stretch>
          </p:blipFill>
          <p:spPr>
            <a:xfrm>
              <a:off x="3332416" y="7335583"/>
              <a:ext cx="349567" cy="114395"/>
            </a:xfrm>
            <a:prstGeom prst="rect">
              <a:avLst/>
            </a:prstGeom>
          </p:spPr>
        </p:pic>
        <p:sp>
          <p:nvSpPr>
            <p:cNvPr id="89" name="object 89"/>
            <p:cNvSpPr/>
            <p:nvPr/>
          </p:nvSpPr>
          <p:spPr>
            <a:xfrm>
              <a:off x="3736943" y="7370635"/>
              <a:ext cx="59690" cy="79375"/>
            </a:xfrm>
            <a:custGeom>
              <a:avLst/>
              <a:gdLst/>
              <a:ahLst/>
              <a:cxnLst/>
              <a:rect l="l" t="t" r="r" b="b"/>
              <a:pathLst>
                <a:path w="59689" h="79375">
                  <a:moveTo>
                    <a:pt x="9144" y="19907"/>
                  </a:moveTo>
                  <a:lnTo>
                    <a:pt x="1524" y="12192"/>
                  </a:lnTo>
                  <a:lnTo>
                    <a:pt x="6096" y="7620"/>
                  </a:lnTo>
                  <a:lnTo>
                    <a:pt x="10668" y="4572"/>
                  </a:lnTo>
                  <a:lnTo>
                    <a:pt x="19907" y="1524"/>
                  </a:lnTo>
                  <a:lnTo>
                    <a:pt x="26003" y="0"/>
                  </a:lnTo>
                  <a:lnTo>
                    <a:pt x="39719" y="0"/>
                  </a:lnTo>
                  <a:lnTo>
                    <a:pt x="47339" y="3048"/>
                  </a:lnTo>
                  <a:lnTo>
                    <a:pt x="54959" y="10668"/>
                  </a:lnTo>
                  <a:lnTo>
                    <a:pt x="22955" y="10668"/>
                  </a:lnTo>
                  <a:lnTo>
                    <a:pt x="18383" y="12192"/>
                  </a:lnTo>
                  <a:lnTo>
                    <a:pt x="15335" y="13716"/>
                  </a:lnTo>
                  <a:lnTo>
                    <a:pt x="9144" y="19907"/>
                  </a:lnTo>
                  <a:close/>
                </a:path>
                <a:path w="59689" h="79375">
                  <a:moveTo>
                    <a:pt x="33623" y="79343"/>
                  </a:moveTo>
                  <a:lnTo>
                    <a:pt x="16859" y="79343"/>
                  </a:lnTo>
                  <a:lnTo>
                    <a:pt x="10668" y="77819"/>
                  </a:lnTo>
                  <a:lnTo>
                    <a:pt x="6096" y="73247"/>
                  </a:lnTo>
                  <a:lnTo>
                    <a:pt x="1524" y="70199"/>
                  </a:lnTo>
                  <a:lnTo>
                    <a:pt x="0" y="64103"/>
                  </a:lnTo>
                  <a:lnTo>
                    <a:pt x="0" y="50387"/>
                  </a:lnTo>
                  <a:lnTo>
                    <a:pt x="47339" y="30575"/>
                  </a:lnTo>
                  <a:lnTo>
                    <a:pt x="47339" y="21431"/>
                  </a:lnTo>
                  <a:lnTo>
                    <a:pt x="45815" y="16859"/>
                  </a:lnTo>
                  <a:lnTo>
                    <a:pt x="42767" y="13716"/>
                  </a:lnTo>
                  <a:lnTo>
                    <a:pt x="39719" y="12192"/>
                  </a:lnTo>
                  <a:lnTo>
                    <a:pt x="35147" y="10668"/>
                  </a:lnTo>
                  <a:lnTo>
                    <a:pt x="54959" y="10668"/>
                  </a:lnTo>
                  <a:lnTo>
                    <a:pt x="56483" y="12192"/>
                  </a:lnTo>
                  <a:lnTo>
                    <a:pt x="59531" y="19907"/>
                  </a:lnTo>
                  <a:lnTo>
                    <a:pt x="59531" y="39719"/>
                  </a:lnTo>
                  <a:lnTo>
                    <a:pt x="47339" y="39719"/>
                  </a:lnTo>
                  <a:lnTo>
                    <a:pt x="29051" y="42767"/>
                  </a:lnTo>
                  <a:lnTo>
                    <a:pt x="22955" y="42767"/>
                  </a:lnTo>
                  <a:lnTo>
                    <a:pt x="18383" y="44291"/>
                  </a:lnTo>
                  <a:lnTo>
                    <a:pt x="15335" y="45815"/>
                  </a:lnTo>
                  <a:lnTo>
                    <a:pt x="12192" y="48863"/>
                  </a:lnTo>
                  <a:lnTo>
                    <a:pt x="12192" y="64103"/>
                  </a:lnTo>
                  <a:lnTo>
                    <a:pt x="15335" y="67151"/>
                  </a:lnTo>
                  <a:lnTo>
                    <a:pt x="21431" y="70199"/>
                  </a:lnTo>
                  <a:lnTo>
                    <a:pt x="44291" y="70199"/>
                  </a:lnTo>
                  <a:lnTo>
                    <a:pt x="41243" y="74771"/>
                  </a:lnTo>
                  <a:lnTo>
                    <a:pt x="36671" y="76295"/>
                  </a:lnTo>
                  <a:lnTo>
                    <a:pt x="33623" y="79343"/>
                  </a:lnTo>
                  <a:close/>
                </a:path>
                <a:path w="59689" h="79375">
                  <a:moveTo>
                    <a:pt x="44291" y="70199"/>
                  </a:moveTo>
                  <a:lnTo>
                    <a:pt x="32099" y="70199"/>
                  </a:lnTo>
                  <a:lnTo>
                    <a:pt x="36671" y="68675"/>
                  </a:lnTo>
                  <a:lnTo>
                    <a:pt x="41243" y="64103"/>
                  </a:lnTo>
                  <a:lnTo>
                    <a:pt x="44291" y="59531"/>
                  </a:lnTo>
                  <a:lnTo>
                    <a:pt x="47339" y="53435"/>
                  </a:lnTo>
                  <a:lnTo>
                    <a:pt x="47339" y="39719"/>
                  </a:lnTo>
                  <a:lnTo>
                    <a:pt x="59531" y="39719"/>
                  </a:lnTo>
                  <a:lnTo>
                    <a:pt x="59531" y="65627"/>
                  </a:lnTo>
                  <a:lnTo>
                    <a:pt x="45815" y="65627"/>
                  </a:lnTo>
                  <a:lnTo>
                    <a:pt x="44291" y="70199"/>
                  </a:lnTo>
                  <a:close/>
                </a:path>
                <a:path w="59689" h="79375">
                  <a:moveTo>
                    <a:pt x="59531" y="77819"/>
                  </a:moveTo>
                  <a:lnTo>
                    <a:pt x="47339" y="77819"/>
                  </a:lnTo>
                  <a:lnTo>
                    <a:pt x="47339" y="65627"/>
                  </a:lnTo>
                  <a:lnTo>
                    <a:pt x="59531" y="65627"/>
                  </a:lnTo>
                  <a:lnTo>
                    <a:pt x="59531" y="77819"/>
                  </a:lnTo>
                  <a:close/>
                </a:path>
              </a:pathLst>
            </a:custGeom>
            <a:solidFill>
              <a:srgbClr val="232323"/>
            </a:solidFill>
          </p:spPr>
          <p:txBody>
            <a:bodyPr wrap="square" lIns="0" tIns="0" rIns="0" bIns="0" rtlCol="0"/>
            <a:lstStyle/>
            <a:p>
              <a:endParaRPr/>
            </a:p>
          </p:txBody>
        </p:sp>
        <p:pic>
          <p:nvPicPr>
            <p:cNvPr id="90" name="object 90"/>
            <p:cNvPicPr/>
            <p:nvPr/>
          </p:nvPicPr>
          <p:blipFill>
            <a:blip r:embed="rId61" cstate="print"/>
            <a:stretch>
              <a:fillRect/>
            </a:stretch>
          </p:blipFill>
          <p:spPr>
            <a:xfrm>
              <a:off x="3819334" y="7335583"/>
              <a:ext cx="151257" cy="114395"/>
            </a:xfrm>
            <a:prstGeom prst="rect">
              <a:avLst/>
            </a:prstGeom>
          </p:spPr>
        </p:pic>
        <p:sp>
          <p:nvSpPr>
            <p:cNvPr id="91" name="object 91"/>
            <p:cNvSpPr/>
            <p:nvPr/>
          </p:nvSpPr>
          <p:spPr>
            <a:xfrm>
              <a:off x="4036123" y="7372159"/>
              <a:ext cx="62865" cy="78105"/>
            </a:xfrm>
            <a:custGeom>
              <a:avLst/>
              <a:gdLst/>
              <a:ahLst/>
              <a:cxnLst/>
              <a:rect l="l" t="t" r="r" b="b"/>
              <a:pathLst>
                <a:path w="62864" h="78104">
                  <a:moveTo>
                    <a:pt x="36671" y="77819"/>
                  </a:moveTo>
                  <a:lnTo>
                    <a:pt x="18383" y="77819"/>
                  </a:lnTo>
                  <a:lnTo>
                    <a:pt x="10763" y="76295"/>
                  </a:lnTo>
                  <a:lnTo>
                    <a:pt x="6096" y="70199"/>
                  </a:lnTo>
                  <a:lnTo>
                    <a:pt x="1524" y="65627"/>
                  </a:lnTo>
                  <a:lnTo>
                    <a:pt x="0" y="56388"/>
                  </a:lnTo>
                  <a:lnTo>
                    <a:pt x="0" y="0"/>
                  </a:lnTo>
                  <a:lnTo>
                    <a:pt x="12287" y="0"/>
                  </a:lnTo>
                  <a:lnTo>
                    <a:pt x="12287" y="51816"/>
                  </a:lnTo>
                  <a:lnTo>
                    <a:pt x="13811" y="57912"/>
                  </a:lnTo>
                  <a:lnTo>
                    <a:pt x="16859" y="62579"/>
                  </a:lnTo>
                  <a:lnTo>
                    <a:pt x="19907" y="65627"/>
                  </a:lnTo>
                  <a:lnTo>
                    <a:pt x="24479" y="68675"/>
                  </a:lnTo>
                  <a:lnTo>
                    <a:pt x="48863" y="68675"/>
                  </a:lnTo>
                  <a:lnTo>
                    <a:pt x="45815" y="73247"/>
                  </a:lnTo>
                  <a:lnTo>
                    <a:pt x="41243" y="74771"/>
                  </a:lnTo>
                  <a:lnTo>
                    <a:pt x="36671" y="77819"/>
                  </a:lnTo>
                  <a:close/>
                </a:path>
                <a:path w="62864" h="78104">
                  <a:moveTo>
                    <a:pt x="48863" y="68675"/>
                  </a:moveTo>
                  <a:lnTo>
                    <a:pt x="36671" y="68675"/>
                  </a:lnTo>
                  <a:lnTo>
                    <a:pt x="41243" y="65627"/>
                  </a:lnTo>
                  <a:lnTo>
                    <a:pt x="45815" y="61055"/>
                  </a:lnTo>
                  <a:lnTo>
                    <a:pt x="48863" y="56388"/>
                  </a:lnTo>
                  <a:lnTo>
                    <a:pt x="50387" y="51816"/>
                  </a:lnTo>
                  <a:lnTo>
                    <a:pt x="50387" y="0"/>
                  </a:lnTo>
                  <a:lnTo>
                    <a:pt x="62674" y="0"/>
                  </a:lnTo>
                  <a:lnTo>
                    <a:pt x="62674" y="64103"/>
                  </a:lnTo>
                  <a:lnTo>
                    <a:pt x="50387" y="64103"/>
                  </a:lnTo>
                  <a:lnTo>
                    <a:pt x="48863" y="68675"/>
                  </a:lnTo>
                  <a:close/>
                </a:path>
                <a:path w="62864" h="78104">
                  <a:moveTo>
                    <a:pt x="62674" y="76295"/>
                  </a:moveTo>
                  <a:lnTo>
                    <a:pt x="50387" y="76295"/>
                  </a:lnTo>
                  <a:lnTo>
                    <a:pt x="50387" y="64103"/>
                  </a:lnTo>
                  <a:lnTo>
                    <a:pt x="62674" y="64103"/>
                  </a:lnTo>
                  <a:lnTo>
                    <a:pt x="62674" y="76295"/>
                  </a:lnTo>
                  <a:close/>
                </a:path>
              </a:pathLst>
            </a:custGeom>
            <a:solidFill>
              <a:srgbClr val="232323"/>
            </a:solidFill>
          </p:spPr>
          <p:txBody>
            <a:bodyPr wrap="square" lIns="0" tIns="0" rIns="0" bIns="0" rtlCol="0"/>
            <a:lstStyle/>
            <a:p>
              <a:endParaRPr/>
            </a:p>
          </p:txBody>
        </p:sp>
        <p:pic>
          <p:nvPicPr>
            <p:cNvPr id="92" name="object 92"/>
            <p:cNvPicPr/>
            <p:nvPr/>
          </p:nvPicPr>
          <p:blipFill>
            <a:blip r:embed="rId62" cstate="print"/>
            <a:stretch>
              <a:fillRect/>
            </a:stretch>
          </p:blipFill>
          <p:spPr>
            <a:xfrm>
              <a:off x="4124801" y="7335583"/>
              <a:ext cx="154114" cy="148018"/>
            </a:xfrm>
            <a:prstGeom prst="rect">
              <a:avLst/>
            </a:prstGeom>
          </p:spPr>
        </p:pic>
        <p:pic>
          <p:nvPicPr>
            <p:cNvPr id="93" name="object 93"/>
            <p:cNvPicPr/>
            <p:nvPr/>
          </p:nvPicPr>
          <p:blipFill>
            <a:blip r:embed="rId63" cstate="print"/>
            <a:stretch>
              <a:fillRect/>
            </a:stretch>
          </p:blipFill>
          <p:spPr>
            <a:xfrm>
              <a:off x="4298823" y="7349299"/>
              <a:ext cx="261080" cy="100774"/>
            </a:xfrm>
            <a:prstGeom prst="rect">
              <a:avLst/>
            </a:prstGeom>
          </p:spPr>
        </p:pic>
        <p:sp>
          <p:nvSpPr>
            <p:cNvPr id="94" name="object 94"/>
            <p:cNvSpPr/>
            <p:nvPr/>
          </p:nvSpPr>
          <p:spPr>
            <a:xfrm>
              <a:off x="1405604" y="7666672"/>
              <a:ext cx="38735" cy="38735"/>
            </a:xfrm>
            <a:custGeom>
              <a:avLst/>
              <a:gdLst/>
              <a:ahLst/>
              <a:cxnLst/>
              <a:rect l="l" t="t" r="r" b="b"/>
              <a:pathLst>
                <a:path w="38734" h="38734">
                  <a:moveTo>
                    <a:pt x="24384" y="38195"/>
                  </a:moveTo>
                  <a:lnTo>
                    <a:pt x="19812" y="38195"/>
                  </a:lnTo>
                  <a:lnTo>
                    <a:pt x="13716" y="38195"/>
                  </a:lnTo>
                  <a:lnTo>
                    <a:pt x="9144" y="36671"/>
                  </a:lnTo>
                  <a:lnTo>
                    <a:pt x="6096" y="32099"/>
                  </a:lnTo>
                  <a:lnTo>
                    <a:pt x="1524" y="29051"/>
                  </a:lnTo>
                  <a:lnTo>
                    <a:pt x="0" y="24383"/>
                  </a:lnTo>
                  <a:lnTo>
                    <a:pt x="0" y="13715"/>
                  </a:lnTo>
                  <a:lnTo>
                    <a:pt x="1524" y="9143"/>
                  </a:lnTo>
                  <a:lnTo>
                    <a:pt x="6096" y="6095"/>
                  </a:lnTo>
                  <a:lnTo>
                    <a:pt x="9144" y="1523"/>
                  </a:lnTo>
                  <a:lnTo>
                    <a:pt x="13716" y="0"/>
                  </a:lnTo>
                  <a:lnTo>
                    <a:pt x="24384" y="0"/>
                  </a:lnTo>
                  <a:lnTo>
                    <a:pt x="28956" y="1523"/>
                  </a:lnTo>
                  <a:lnTo>
                    <a:pt x="32004" y="6095"/>
                  </a:lnTo>
                  <a:lnTo>
                    <a:pt x="36671" y="9143"/>
                  </a:lnTo>
                  <a:lnTo>
                    <a:pt x="38195" y="13715"/>
                  </a:lnTo>
                  <a:lnTo>
                    <a:pt x="38195" y="24383"/>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95" name="object 95"/>
            <p:cNvPicPr/>
            <p:nvPr/>
          </p:nvPicPr>
          <p:blipFill>
            <a:blip r:embed="rId64" cstate="print"/>
            <a:stretch>
              <a:fillRect/>
            </a:stretch>
          </p:blipFill>
          <p:spPr>
            <a:xfrm>
              <a:off x="1596390" y="7620952"/>
              <a:ext cx="833627" cy="116014"/>
            </a:xfrm>
            <a:prstGeom prst="rect">
              <a:avLst/>
            </a:prstGeom>
          </p:spPr>
        </p:pic>
        <p:sp>
          <p:nvSpPr>
            <p:cNvPr id="96" name="object 96"/>
            <p:cNvSpPr/>
            <p:nvPr/>
          </p:nvSpPr>
          <p:spPr>
            <a:xfrm>
              <a:off x="2436113" y="7686579"/>
              <a:ext cx="41275" cy="15240"/>
            </a:xfrm>
            <a:custGeom>
              <a:avLst/>
              <a:gdLst/>
              <a:ahLst/>
              <a:cxnLst/>
              <a:rect l="l" t="t" r="r" b="b"/>
              <a:pathLst>
                <a:path w="41275" h="15240">
                  <a:moveTo>
                    <a:pt x="41243" y="15240"/>
                  </a:moveTo>
                  <a:lnTo>
                    <a:pt x="0" y="15240"/>
                  </a:lnTo>
                  <a:lnTo>
                    <a:pt x="0" y="0"/>
                  </a:lnTo>
                  <a:lnTo>
                    <a:pt x="41243" y="0"/>
                  </a:lnTo>
                  <a:lnTo>
                    <a:pt x="41243" y="15240"/>
                  </a:lnTo>
                  <a:close/>
                </a:path>
              </a:pathLst>
            </a:custGeom>
            <a:solidFill>
              <a:srgbClr val="232323"/>
            </a:solidFill>
          </p:spPr>
          <p:txBody>
            <a:bodyPr wrap="square" lIns="0" tIns="0" rIns="0" bIns="0" rtlCol="0"/>
            <a:lstStyle/>
            <a:p>
              <a:endParaRPr/>
            </a:p>
          </p:txBody>
        </p:sp>
        <p:pic>
          <p:nvPicPr>
            <p:cNvPr id="97" name="object 97"/>
            <p:cNvPicPr/>
            <p:nvPr/>
          </p:nvPicPr>
          <p:blipFill>
            <a:blip r:embed="rId65" cstate="print"/>
            <a:stretch>
              <a:fillRect/>
            </a:stretch>
          </p:blipFill>
          <p:spPr>
            <a:xfrm>
              <a:off x="2489644" y="7622476"/>
              <a:ext cx="1167955" cy="148018"/>
            </a:xfrm>
            <a:prstGeom prst="rect">
              <a:avLst/>
            </a:prstGeom>
          </p:spPr>
        </p:pic>
        <p:sp>
          <p:nvSpPr>
            <p:cNvPr id="98" name="object 98"/>
            <p:cNvSpPr/>
            <p:nvPr/>
          </p:nvSpPr>
          <p:spPr>
            <a:xfrm>
              <a:off x="1663636" y="7953660"/>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99" name="object 99"/>
            <p:cNvPicPr/>
            <p:nvPr/>
          </p:nvPicPr>
          <p:blipFill>
            <a:blip r:embed="rId66" cstate="print"/>
            <a:stretch>
              <a:fillRect/>
            </a:stretch>
          </p:blipFill>
          <p:spPr>
            <a:xfrm>
              <a:off x="1857470" y="7912417"/>
              <a:ext cx="169545" cy="109823"/>
            </a:xfrm>
            <a:prstGeom prst="rect">
              <a:avLst/>
            </a:prstGeom>
          </p:spPr>
        </p:pic>
        <p:pic>
          <p:nvPicPr>
            <p:cNvPr id="100" name="object 100"/>
            <p:cNvPicPr/>
            <p:nvPr/>
          </p:nvPicPr>
          <p:blipFill>
            <a:blip r:embed="rId67" cstate="print"/>
            <a:stretch>
              <a:fillRect/>
            </a:stretch>
          </p:blipFill>
          <p:spPr>
            <a:xfrm>
              <a:off x="2046732" y="7942897"/>
              <a:ext cx="108489" cy="77819"/>
            </a:xfrm>
            <a:prstGeom prst="rect">
              <a:avLst/>
            </a:prstGeom>
          </p:spPr>
        </p:pic>
        <p:pic>
          <p:nvPicPr>
            <p:cNvPr id="101" name="object 101"/>
            <p:cNvPicPr/>
            <p:nvPr/>
          </p:nvPicPr>
          <p:blipFill>
            <a:blip r:embed="rId68" cstate="print"/>
            <a:stretch>
              <a:fillRect/>
            </a:stretch>
          </p:blipFill>
          <p:spPr>
            <a:xfrm>
              <a:off x="2178177" y="7942897"/>
              <a:ext cx="186213" cy="79343"/>
            </a:xfrm>
            <a:prstGeom prst="rect">
              <a:avLst/>
            </a:prstGeom>
          </p:spPr>
        </p:pic>
        <p:pic>
          <p:nvPicPr>
            <p:cNvPr id="102" name="object 102"/>
            <p:cNvPicPr/>
            <p:nvPr/>
          </p:nvPicPr>
          <p:blipFill>
            <a:blip r:embed="rId69" cstate="print"/>
            <a:stretch>
              <a:fillRect/>
            </a:stretch>
          </p:blipFill>
          <p:spPr>
            <a:xfrm>
              <a:off x="2387345" y="7907845"/>
              <a:ext cx="152590" cy="114395"/>
            </a:xfrm>
            <a:prstGeom prst="rect">
              <a:avLst/>
            </a:prstGeom>
          </p:spPr>
        </p:pic>
        <p:pic>
          <p:nvPicPr>
            <p:cNvPr id="103" name="object 103"/>
            <p:cNvPicPr/>
            <p:nvPr/>
          </p:nvPicPr>
          <p:blipFill>
            <a:blip r:embed="rId70" cstate="print"/>
            <a:stretch>
              <a:fillRect/>
            </a:stretch>
          </p:blipFill>
          <p:spPr>
            <a:xfrm>
              <a:off x="2562891" y="7907845"/>
              <a:ext cx="2409253" cy="149542"/>
            </a:xfrm>
            <a:prstGeom prst="rect">
              <a:avLst/>
            </a:prstGeom>
          </p:spPr>
        </p:pic>
        <p:sp>
          <p:nvSpPr>
            <p:cNvPr id="104" name="object 104"/>
            <p:cNvSpPr/>
            <p:nvPr/>
          </p:nvSpPr>
          <p:spPr>
            <a:xfrm>
              <a:off x="1663636" y="8239029"/>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05" name="object 105"/>
            <p:cNvPicPr/>
            <p:nvPr/>
          </p:nvPicPr>
          <p:blipFill>
            <a:blip r:embed="rId71" cstate="print"/>
            <a:stretch>
              <a:fillRect/>
            </a:stretch>
          </p:blipFill>
          <p:spPr>
            <a:xfrm>
              <a:off x="1865185" y="8193214"/>
              <a:ext cx="1493138" cy="149542"/>
            </a:xfrm>
            <a:prstGeom prst="rect">
              <a:avLst/>
            </a:prstGeom>
          </p:spPr>
        </p:pic>
        <p:pic>
          <p:nvPicPr>
            <p:cNvPr id="106" name="object 106"/>
            <p:cNvPicPr/>
            <p:nvPr/>
          </p:nvPicPr>
          <p:blipFill>
            <a:blip r:embed="rId72" cstate="print"/>
            <a:stretch>
              <a:fillRect/>
            </a:stretch>
          </p:blipFill>
          <p:spPr>
            <a:xfrm>
              <a:off x="3425475" y="8229790"/>
              <a:ext cx="203072" cy="112966"/>
            </a:xfrm>
            <a:prstGeom prst="rect">
              <a:avLst/>
            </a:prstGeom>
          </p:spPr>
        </p:pic>
        <p:sp>
          <p:nvSpPr>
            <p:cNvPr id="107" name="object 107"/>
            <p:cNvSpPr/>
            <p:nvPr/>
          </p:nvSpPr>
          <p:spPr>
            <a:xfrm>
              <a:off x="3648456" y="8194738"/>
              <a:ext cx="12700" cy="113030"/>
            </a:xfrm>
            <a:custGeom>
              <a:avLst/>
              <a:gdLst/>
              <a:ahLst/>
              <a:cxnLst/>
              <a:rect l="l" t="t" r="r" b="b"/>
              <a:pathLst>
                <a:path w="12700" h="113029">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108" name="object 108"/>
            <p:cNvPicPr/>
            <p:nvPr/>
          </p:nvPicPr>
          <p:blipFill>
            <a:blip r:embed="rId73" cstate="print"/>
            <a:stretch>
              <a:fillRect/>
            </a:stretch>
          </p:blipFill>
          <p:spPr>
            <a:xfrm>
              <a:off x="3681983" y="8194738"/>
              <a:ext cx="346614" cy="114490"/>
            </a:xfrm>
            <a:prstGeom prst="rect">
              <a:avLst/>
            </a:prstGeom>
          </p:spPr>
        </p:pic>
        <p:pic>
          <p:nvPicPr>
            <p:cNvPr id="109" name="object 109"/>
            <p:cNvPicPr/>
            <p:nvPr/>
          </p:nvPicPr>
          <p:blipFill>
            <a:blip r:embed="rId74" cstate="print"/>
            <a:stretch>
              <a:fillRect/>
            </a:stretch>
          </p:blipFill>
          <p:spPr>
            <a:xfrm>
              <a:off x="4048410" y="8229790"/>
              <a:ext cx="132873" cy="79343"/>
            </a:xfrm>
            <a:prstGeom prst="rect">
              <a:avLst/>
            </a:prstGeom>
          </p:spPr>
        </p:pic>
        <p:sp>
          <p:nvSpPr>
            <p:cNvPr id="110" name="object 110"/>
            <p:cNvSpPr/>
            <p:nvPr/>
          </p:nvSpPr>
          <p:spPr>
            <a:xfrm>
              <a:off x="1663636" y="8525922"/>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11" name="object 111"/>
            <p:cNvPicPr/>
            <p:nvPr/>
          </p:nvPicPr>
          <p:blipFill>
            <a:blip r:embed="rId75" cstate="print"/>
            <a:stretch>
              <a:fillRect/>
            </a:stretch>
          </p:blipFill>
          <p:spPr>
            <a:xfrm>
              <a:off x="1865185" y="8486202"/>
              <a:ext cx="299180" cy="108490"/>
            </a:xfrm>
            <a:prstGeom prst="rect">
              <a:avLst/>
            </a:prstGeom>
          </p:spPr>
        </p:pic>
        <p:pic>
          <p:nvPicPr>
            <p:cNvPr id="112" name="object 112"/>
            <p:cNvPicPr/>
            <p:nvPr/>
          </p:nvPicPr>
          <p:blipFill>
            <a:blip r:embed="rId76" cstate="print"/>
            <a:stretch>
              <a:fillRect/>
            </a:stretch>
          </p:blipFill>
          <p:spPr>
            <a:xfrm>
              <a:off x="2184273" y="8480107"/>
              <a:ext cx="125253" cy="112966"/>
            </a:xfrm>
            <a:prstGeom prst="rect">
              <a:avLst/>
            </a:prstGeom>
          </p:spPr>
        </p:pic>
        <p:pic>
          <p:nvPicPr>
            <p:cNvPr id="113" name="object 113"/>
            <p:cNvPicPr/>
            <p:nvPr/>
          </p:nvPicPr>
          <p:blipFill>
            <a:blip r:embed="rId77" cstate="print"/>
            <a:stretch>
              <a:fillRect/>
            </a:stretch>
          </p:blipFill>
          <p:spPr>
            <a:xfrm>
              <a:off x="2330767" y="8515254"/>
              <a:ext cx="151161" cy="114395"/>
            </a:xfrm>
            <a:prstGeom prst="rect">
              <a:avLst/>
            </a:prstGeom>
          </p:spPr>
        </p:pic>
        <p:pic>
          <p:nvPicPr>
            <p:cNvPr id="114" name="object 114"/>
            <p:cNvPicPr/>
            <p:nvPr/>
          </p:nvPicPr>
          <p:blipFill>
            <a:blip r:embed="rId78" cstate="print"/>
            <a:stretch>
              <a:fillRect/>
            </a:stretch>
          </p:blipFill>
          <p:spPr>
            <a:xfrm>
              <a:off x="2544603" y="8484679"/>
              <a:ext cx="86963" cy="109918"/>
            </a:xfrm>
            <a:prstGeom prst="rect">
              <a:avLst/>
            </a:prstGeom>
          </p:spPr>
        </p:pic>
        <p:pic>
          <p:nvPicPr>
            <p:cNvPr id="115" name="object 115"/>
            <p:cNvPicPr/>
            <p:nvPr/>
          </p:nvPicPr>
          <p:blipFill>
            <a:blip r:embed="rId79" cstate="print"/>
            <a:stretch>
              <a:fillRect/>
            </a:stretch>
          </p:blipFill>
          <p:spPr>
            <a:xfrm>
              <a:off x="2654522" y="8486203"/>
              <a:ext cx="79343" cy="108394"/>
            </a:xfrm>
            <a:prstGeom prst="rect">
              <a:avLst/>
            </a:prstGeom>
          </p:spPr>
        </p:pic>
        <p:sp>
          <p:nvSpPr>
            <p:cNvPr id="116" name="object 116"/>
            <p:cNvSpPr/>
            <p:nvPr/>
          </p:nvSpPr>
          <p:spPr>
            <a:xfrm>
              <a:off x="2759868" y="8486203"/>
              <a:ext cx="13970" cy="107314"/>
            </a:xfrm>
            <a:custGeom>
              <a:avLst/>
              <a:gdLst/>
              <a:ahLst/>
              <a:cxnLst/>
              <a:rect l="l" t="t" r="r" b="b"/>
              <a:pathLst>
                <a:path w="13969" h="107315">
                  <a:moveTo>
                    <a:pt x="13716" y="106870"/>
                  </a:moveTo>
                  <a:lnTo>
                    <a:pt x="0" y="106870"/>
                  </a:lnTo>
                  <a:lnTo>
                    <a:pt x="0" y="0"/>
                  </a:lnTo>
                  <a:lnTo>
                    <a:pt x="13716" y="0"/>
                  </a:lnTo>
                  <a:lnTo>
                    <a:pt x="13716" y="106870"/>
                  </a:lnTo>
                  <a:close/>
                </a:path>
              </a:pathLst>
            </a:custGeom>
            <a:solidFill>
              <a:srgbClr val="232323"/>
            </a:solidFill>
          </p:spPr>
          <p:txBody>
            <a:bodyPr wrap="square" lIns="0" tIns="0" rIns="0" bIns="0" rtlCol="0"/>
            <a:lstStyle/>
            <a:p>
              <a:endParaRPr/>
            </a:p>
          </p:txBody>
        </p:sp>
        <p:pic>
          <p:nvPicPr>
            <p:cNvPr id="117" name="object 117"/>
            <p:cNvPicPr/>
            <p:nvPr/>
          </p:nvPicPr>
          <p:blipFill>
            <a:blip r:embed="rId80" cstate="print"/>
            <a:stretch>
              <a:fillRect/>
            </a:stretch>
          </p:blipFill>
          <p:spPr>
            <a:xfrm>
              <a:off x="2836163" y="8515254"/>
              <a:ext cx="74866" cy="79343"/>
            </a:xfrm>
            <a:prstGeom prst="rect">
              <a:avLst/>
            </a:prstGeom>
          </p:spPr>
        </p:pic>
        <p:sp>
          <p:nvSpPr>
            <p:cNvPr id="118" name="object 118"/>
            <p:cNvSpPr/>
            <p:nvPr/>
          </p:nvSpPr>
          <p:spPr>
            <a:xfrm>
              <a:off x="2930842" y="8515254"/>
              <a:ext cx="40005" cy="78105"/>
            </a:xfrm>
            <a:custGeom>
              <a:avLst/>
              <a:gdLst/>
              <a:ahLst/>
              <a:cxnLst/>
              <a:rect l="l" t="t" r="r" b="b"/>
              <a:pathLst>
                <a:path w="40005" h="78104">
                  <a:moveTo>
                    <a:pt x="19050" y="16764"/>
                  </a:moveTo>
                  <a:lnTo>
                    <a:pt x="12192" y="16764"/>
                  </a:lnTo>
                  <a:lnTo>
                    <a:pt x="13716" y="12192"/>
                  </a:lnTo>
                  <a:lnTo>
                    <a:pt x="16764" y="7620"/>
                  </a:lnTo>
                  <a:lnTo>
                    <a:pt x="19812" y="4572"/>
                  </a:lnTo>
                  <a:lnTo>
                    <a:pt x="24384" y="1524"/>
                  </a:lnTo>
                  <a:lnTo>
                    <a:pt x="27527" y="0"/>
                  </a:lnTo>
                  <a:lnTo>
                    <a:pt x="35147" y="0"/>
                  </a:lnTo>
                  <a:lnTo>
                    <a:pt x="36671" y="1524"/>
                  </a:lnTo>
                  <a:lnTo>
                    <a:pt x="39719" y="1524"/>
                  </a:lnTo>
                  <a:lnTo>
                    <a:pt x="38195" y="12192"/>
                  </a:lnTo>
                  <a:lnTo>
                    <a:pt x="26003" y="12192"/>
                  </a:lnTo>
                  <a:lnTo>
                    <a:pt x="21336" y="13716"/>
                  </a:lnTo>
                  <a:lnTo>
                    <a:pt x="19050" y="16764"/>
                  </a:lnTo>
                  <a:close/>
                </a:path>
                <a:path w="40005" h="78104">
                  <a:moveTo>
                    <a:pt x="12192" y="77819"/>
                  </a:moveTo>
                  <a:lnTo>
                    <a:pt x="0" y="77819"/>
                  </a:lnTo>
                  <a:lnTo>
                    <a:pt x="0" y="1524"/>
                  </a:lnTo>
                  <a:lnTo>
                    <a:pt x="12192" y="1524"/>
                  </a:lnTo>
                  <a:lnTo>
                    <a:pt x="12192" y="16764"/>
                  </a:lnTo>
                  <a:lnTo>
                    <a:pt x="19050" y="16764"/>
                  </a:lnTo>
                  <a:lnTo>
                    <a:pt x="16764" y="19812"/>
                  </a:lnTo>
                  <a:lnTo>
                    <a:pt x="13716" y="24384"/>
                  </a:lnTo>
                  <a:lnTo>
                    <a:pt x="12192" y="32004"/>
                  </a:lnTo>
                  <a:lnTo>
                    <a:pt x="12192" y="77819"/>
                  </a:lnTo>
                  <a:close/>
                </a:path>
              </a:pathLst>
            </a:custGeom>
            <a:solidFill>
              <a:srgbClr val="232323"/>
            </a:solidFill>
          </p:spPr>
          <p:txBody>
            <a:bodyPr wrap="square" lIns="0" tIns="0" rIns="0" bIns="0" rtlCol="0"/>
            <a:lstStyle/>
            <a:p>
              <a:endParaRPr/>
            </a:p>
          </p:txBody>
        </p:sp>
        <p:pic>
          <p:nvPicPr>
            <p:cNvPr id="119" name="object 119"/>
            <p:cNvPicPr/>
            <p:nvPr/>
          </p:nvPicPr>
          <p:blipFill>
            <a:blip r:embed="rId81" cstate="print"/>
            <a:stretch>
              <a:fillRect/>
            </a:stretch>
          </p:blipFill>
          <p:spPr>
            <a:xfrm>
              <a:off x="3020948" y="8484679"/>
              <a:ext cx="80867" cy="109918"/>
            </a:xfrm>
            <a:prstGeom prst="rect">
              <a:avLst/>
            </a:prstGeom>
          </p:spPr>
        </p:pic>
        <p:sp>
          <p:nvSpPr>
            <p:cNvPr id="120" name="object 120"/>
            <p:cNvSpPr/>
            <p:nvPr/>
          </p:nvSpPr>
          <p:spPr>
            <a:xfrm>
              <a:off x="3121711" y="8486140"/>
              <a:ext cx="84455" cy="107314"/>
            </a:xfrm>
            <a:custGeom>
              <a:avLst/>
              <a:gdLst/>
              <a:ahLst/>
              <a:cxnLst/>
              <a:rect l="l" t="t" r="r" b="b"/>
              <a:pathLst>
                <a:path w="84455" h="107315">
                  <a:moveTo>
                    <a:pt x="54965" y="96520"/>
                  </a:moveTo>
                  <a:lnTo>
                    <a:pt x="12192" y="96520"/>
                  </a:lnTo>
                  <a:lnTo>
                    <a:pt x="12192" y="0"/>
                  </a:lnTo>
                  <a:lnTo>
                    <a:pt x="0" y="0"/>
                  </a:lnTo>
                  <a:lnTo>
                    <a:pt x="0" y="96520"/>
                  </a:lnTo>
                  <a:lnTo>
                    <a:pt x="0" y="106680"/>
                  </a:lnTo>
                  <a:lnTo>
                    <a:pt x="54965" y="106680"/>
                  </a:lnTo>
                  <a:lnTo>
                    <a:pt x="54965" y="96520"/>
                  </a:lnTo>
                  <a:close/>
                </a:path>
                <a:path w="84455" h="107315">
                  <a:moveTo>
                    <a:pt x="83921" y="76"/>
                  </a:moveTo>
                  <a:lnTo>
                    <a:pt x="71729" y="76"/>
                  </a:lnTo>
                  <a:lnTo>
                    <a:pt x="71729" y="106934"/>
                  </a:lnTo>
                  <a:lnTo>
                    <a:pt x="83921" y="106934"/>
                  </a:lnTo>
                  <a:lnTo>
                    <a:pt x="83921" y="76"/>
                  </a:lnTo>
                  <a:close/>
                </a:path>
              </a:pathLst>
            </a:custGeom>
            <a:solidFill>
              <a:srgbClr val="232323"/>
            </a:solidFill>
          </p:spPr>
          <p:txBody>
            <a:bodyPr wrap="square" lIns="0" tIns="0" rIns="0" bIns="0" rtlCol="0"/>
            <a:lstStyle/>
            <a:p>
              <a:endParaRPr/>
            </a:p>
          </p:txBody>
        </p:sp>
        <p:pic>
          <p:nvPicPr>
            <p:cNvPr id="121" name="object 121"/>
            <p:cNvPicPr/>
            <p:nvPr/>
          </p:nvPicPr>
          <p:blipFill>
            <a:blip r:embed="rId82" cstate="print"/>
            <a:stretch>
              <a:fillRect/>
            </a:stretch>
          </p:blipFill>
          <p:spPr>
            <a:xfrm>
              <a:off x="3269741" y="8481535"/>
              <a:ext cx="1233678" cy="148114"/>
            </a:xfrm>
            <a:prstGeom prst="rect">
              <a:avLst/>
            </a:prstGeom>
          </p:spPr>
        </p:pic>
        <p:sp>
          <p:nvSpPr>
            <p:cNvPr id="122" name="object 122"/>
            <p:cNvSpPr/>
            <p:nvPr/>
          </p:nvSpPr>
          <p:spPr>
            <a:xfrm>
              <a:off x="1335309" y="8870823"/>
              <a:ext cx="5124450" cy="18415"/>
            </a:xfrm>
            <a:custGeom>
              <a:avLst/>
              <a:gdLst/>
              <a:ahLst/>
              <a:cxnLst/>
              <a:rect l="l" t="t" r="r" b="b"/>
              <a:pathLst>
                <a:path w="5124450" h="18415">
                  <a:moveTo>
                    <a:pt x="5117782" y="18288"/>
                  </a:moveTo>
                  <a:lnTo>
                    <a:pt x="7715" y="18288"/>
                  </a:lnTo>
                  <a:lnTo>
                    <a:pt x="4667" y="16764"/>
                  </a:lnTo>
                  <a:lnTo>
                    <a:pt x="1524" y="13716"/>
                  </a:lnTo>
                  <a:lnTo>
                    <a:pt x="0" y="10668"/>
                  </a:lnTo>
                  <a:lnTo>
                    <a:pt x="0" y="9144"/>
                  </a:lnTo>
                  <a:lnTo>
                    <a:pt x="0" y="6096"/>
                  </a:lnTo>
                  <a:lnTo>
                    <a:pt x="1524" y="4572"/>
                  </a:lnTo>
                  <a:lnTo>
                    <a:pt x="3143" y="1524"/>
                  </a:lnTo>
                  <a:lnTo>
                    <a:pt x="4667" y="0"/>
                  </a:lnTo>
                  <a:lnTo>
                    <a:pt x="5119306" y="0"/>
                  </a:lnTo>
                  <a:lnTo>
                    <a:pt x="5123878" y="4572"/>
                  </a:lnTo>
                  <a:lnTo>
                    <a:pt x="5123878" y="13716"/>
                  </a:lnTo>
                  <a:lnTo>
                    <a:pt x="5120830" y="15240"/>
                  </a:lnTo>
                  <a:lnTo>
                    <a:pt x="5117782" y="18288"/>
                  </a:lnTo>
                  <a:close/>
                </a:path>
              </a:pathLst>
            </a:custGeom>
            <a:solidFill>
              <a:srgbClr val="707070"/>
            </a:solidFill>
          </p:spPr>
          <p:txBody>
            <a:bodyPr wrap="square" lIns="0" tIns="0" rIns="0" bIns="0" rtlCol="0"/>
            <a:lstStyle/>
            <a:p>
              <a:endParaRPr/>
            </a:p>
          </p:txBody>
        </p:sp>
        <p:pic>
          <p:nvPicPr>
            <p:cNvPr id="123" name="object 123"/>
            <p:cNvPicPr/>
            <p:nvPr/>
          </p:nvPicPr>
          <p:blipFill>
            <a:blip r:embed="rId83" cstate="print"/>
            <a:stretch>
              <a:fillRect/>
            </a:stretch>
          </p:blipFill>
          <p:spPr>
            <a:xfrm>
              <a:off x="1350645" y="9250775"/>
              <a:ext cx="112966" cy="134302"/>
            </a:xfrm>
            <a:prstGeom prst="rect">
              <a:avLst/>
            </a:prstGeom>
          </p:spPr>
        </p:pic>
        <p:pic>
          <p:nvPicPr>
            <p:cNvPr id="124" name="object 124"/>
            <p:cNvPicPr/>
            <p:nvPr/>
          </p:nvPicPr>
          <p:blipFill>
            <a:blip r:embed="rId84" cstate="print"/>
            <a:stretch>
              <a:fillRect/>
            </a:stretch>
          </p:blipFill>
          <p:spPr>
            <a:xfrm>
              <a:off x="1486471" y="9262967"/>
              <a:ext cx="256508" cy="123634"/>
            </a:xfrm>
            <a:prstGeom prst="rect">
              <a:avLst/>
            </a:prstGeom>
          </p:spPr>
        </p:pic>
        <p:pic>
          <p:nvPicPr>
            <p:cNvPr id="125" name="object 125"/>
            <p:cNvPicPr/>
            <p:nvPr/>
          </p:nvPicPr>
          <p:blipFill>
            <a:blip r:embed="rId85" cstate="print"/>
            <a:stretch>
              <a:fillRect/>
            </a:stretch>
          </p:blipFill>
          <p:spPr>
            <a:xfrm>
              <a:off x="1800987" y="9249251"/>
              <a:ext cx="262604" cy="137350"/>
            </a:xfrm>
            <a:prstGeom prst="rect">
              <a:avLst/>
            </a:prstGeom>
          </p:spPr>
        </p:pic>
        <p:pic>
          <p:nvPicPr>
            <p:cNvPr id="126" name="object 126"/>
            <p:cNvPicPr/>
            <p:nvPr/>
          </p:nvPicPr>
          <p:blipFill>
            <a:blip r:embed="rId86" cstate="print"/>
            <a:stretch>
              <a:fillRect/>
            </a:stretch>
          </p:blipFill>
          <p:spPr>
            <a:xfrm>
              <a:off x="2083498" y="9287446"/>
              <a:ext cx="181641" cy="141922"/>
            </a:xfrm>
            <a:prstGeom prst="rect">
              <a:avLst/>
            </a:prstGeom>
          </p:spPr>
        </p:pic>
        <p:sp>
          <p:nvSpPr>
            <p:cNvPr id="127" name="object 127"/>
            <p:cNvSpPr/>
            <p:nvPr/>
          </p:nvSpPr>
          <p:spPr>
            <a:xfrm>
              <a:off x="1405604" y="9594246"/>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128" name="object 128"/>
            <p:cNvPicPr/>
            <p:nvPr/>
          </p:nvPicPr>
          <p:blipFill>
            <a:blip r:embed="rId87" cstate="print"/>
            <a:stretch>
              <a:fillRect/>
            </a:stretch>
          </p:blipFill>
          <p:spPr>
            <a:xfrm>
              <a:off x="1596390" y="9548336"/>
              <a:ext cx="342042" cy="114585"/>
            </a:xfrm>
            <a:prstGeom prst="rect">
              <a:avLst/>
            </a:prstGeom>
          </p:spPr>
        </p:pic>
        <p:sp>
          <p:nvSpPr>
            <p:cNvPr id="129" name="object 129"/>
            <p:cNvSpPr/>
            <p:nvPr/>
          </p:nvSpPr>
          <p:spPr>
            <a:xfrm>
              <a:off x="1985772" y="9553003"/>
              <a:ext cx="99695" cy="109855"/>
            </a:xfrm>
            <a:custGeom>
              <a:avLst/>
              <a:gdLst/>
              <a:ahLst/>
              <a:cxnLst/>
              <a:rect l="l" t="t" r="r" b="b"/>
              <a:pathLst>
                <a:path w="99694" h="109854">
                  <a:moveTo>
                    <a:pt x="48856" y="0"/>
                  </a:moveTo>
                  <a:lnTo>
                    <a:pt x="35140" y="0"/>
                  </a:lnTo>
                  <a:lnTo>
                    <a:pt x="30480" y="3048"/>
                  </a:lnTo>
                  <a:lnTo>
                    <a:pt x="6096" y="15240"/>
                  </a:lnTo>
                  <a:lnTo>
                    <a:pt x="0" y="16764"/>
                  </a:lnTo>
                  <a:lnTo>
                    <a:pt x="6096" y="35052"/>
                  </a:lnTo>
                  <a:lnTo>
                    <a:pt x="10668" y="35052"/>
                  </a:lnTo>
                  <a:lnTo>
                    <a:pt x="25908" y="27432"/>
                  </a:lnTo>
                  <a:lnTo>
                    <a:pt x="25908" y="108305"/>
                  </a:lnTo>
                  <a:lnTo>
                    <a:pt x="48856" y="108305"/>
                  </a:lnTo>
                  <a:lnTo>
                    <a:pt x="48856" y="0"/>
                  </a:lnTo>
                  <a:close/>
                </a:path>
                <a:path w="99694" h="109854">
                  <a:moveTo>
                    <a:pt x="99148" y="91541"/>
                  </a:moveTo>
                  <a:lnTo>
                    <a:pt x="96100" y="88493"/>
                  </a:lnTo>
                  <a:lnTo>
                    <a:pt x="93052" y="85344"/>
                  </a:lnTo>
                  <a:lnTo>
                    <a:pt x="79336" y="85344"/>
                  </a:lnTo>
                  <a:lnTo>
                    <a:pt x="76288" y="88493"/>
                  </a:lnTo>
                  <a:lnTo>
                    <a:pt x="73240" y="91541"/>
                  </a:lnTo>
                  <a:lnTo>
                    <a:pt x="71716" y="94589"/>
                  </a:lnTo>
                  <a:lnTo>
                    <a:pt x="71716" y="102209"/>
                  </a:lnTo>
                  <a:lnTo>
                    <a:pt x="73240" y="105257"/>
                  </a:lnTo>
                  <a:lnTo>
                    <a:pt x="76288" y="106781"/>
                  </a:lnTo>
                  <a:lnTo>
                    <a:pt x="79336" y="109829"/>
                  </a:lnTo>
                  <a:lnTo>
                    <a:pt x="93052" y="109829"/>
                  </a:lnTo>
                  <a:lnTo>
                    <a:pt x="96100" y="106781"/>
                  </a:lnTo>
                  <a:lnTo>
                    <a:pt x="99148" y="105257"/>
                  </a:lnTo>
                  <a:lnTo>
                    <a:pt x="99148" y="91541"/>
                  </a:lnTo>
                  <a:close/>
                </a:path>
                <a:path w="99694" h="109854">
                  <a:moveTo>
                    <a:pt x="99148" y="38100"/>
                  </a:moveTo>
                  <a:lnTo>
                    <a:pt x="93052" y="32004"/>
                  </a:lnTo>
                  <a:lnTo>
                    <a:pt x="79336" y="32004"/>
                  </a:lnTo>
                  <a:lnTo>
                    <a:pt x="73240" y="38100"/>
                  </a:lnTo>
                  <a:lnTo>
                    <a:pt x="71716" y="41148"/>
                  </a:lnTo>
                  <a:lnTo>
                    <a:pt x="71716" y="48768"/>
                  </a:lnTo>
                  <a:lnTo>
                    <a:pt x="73240" y="51816"/>
                  </a:lnTo>
                  <a:lnTo>
                    <a:pt x="76288" y="53340"/>
                  </a:lnTo>
                  <a:lnTo>
                    <a:pt x="79336" y="56388"/>
                  </a:lnTo>
                  <a:lnTo>
                    <a:pt x="93052" y="56388"/>
                  </a:lnTo>
                  <a:lnTo>
                    <a:pt x="96100" y="53340"/>
                  </a:lnTo>
                  <a:lnTo>
                    <a:pt x="99148" y="51816"/>
                  </a:lnTo>
                  <a:lnTo>
                    <a:pt x="99148" y="38100"/>
                  </a:lnTo>
                  <a:close/>
                </a:path>
              </a:pathLst>
            </a:custGeom>
            <a:solidFill>
              <a:srgbClr val="232323"/>
            </a:solidFill>
          </p:spPr>
          <p:txBody>
            <a:bodyPr wrap="square" lIns="0" tIns="0" rIns="0" bIns="0" rtlCol="0"/>
            <a:lstStyle/>
            <a:p>
              <a:endParaRPr/>
            </a:p>
          </p:txBody>
        </p:sp>
        <p:pic>
          <p:nvPicPr>
            <p:cNvPr id="130" name="object 130"/>
            <p:cNvPicPr/>
            <p:nvPr/>
          </p:nvPicPr>
          <p:blipFill>
            <a:blip r:embed="rId88" cstate="print"/>
            <a:stretch>
              <a:fillRect/>
            </a:stretch>
          </p:blipFill>
          <p:spPr>
            <a:xfrm>
              <a:off x="2136933" y="9548336"/>
              <a:ext cx="311467" cy="114585"/>
            </a:xfrm>
            <a:prstGeom prst="rect">
              <a:avLst/>
            </a:prstGeom>
          </p:spPr>
        </p:pic>
        <p:pic>
          <p:nvPicPr>
            <p:cNvPr id="131" name="object 131"/>
            <p:cNvPicPr/>
            <p:nvPr/>
          </p:nvPicPr>
          <p:blipFill>
            <a:blip r:embed="rId89" cstate="print"/>
            <a:stretch>
              <a:fillRect/>
            </a:stretch>
          </p:blipFill>
          <p:spPr>
            <a:xfrm>
              <a:off x="2498788" y="9548336"/>
              <a:ext cx="341947" cy="114490"/>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2682" y="361187"/>
            <a:ext cx="5756275" cy="9354820"/>
            <a:chOff x="1022682" y="361187"/>
            <a:chExt cx="5756275" cy="9354820"/>
          </a:xfrm>
        </p:grpSpPr>
        <p:pic>
          <p:nvPicPr>
            <p:cNvPr id="3" name="object 3"/>
            <p:cNvPicPr/>
            <p:nvPr/>
          </p:nvPicPr>
          <p:blipFill>
            <a:blip r:embed="rId3" cstate="print"/>
            <a:stretch>
              <a:fillRect/>
            </a:stretch>
          </p:blipFill>
          <p:spPr>
            <a:xfrm>
              <a:off x="1022682" y="367284"/>
              <a:ext cx="5756002" cy="9348215"/>
            </a:xfrm>
            <a:prstGeom prst="rect">
              <a:avLst/>
            </a:prstGeom>
          </p:spPr>
        </p:pic>
        <p:pic>
          <p:nvPicPr>
            <p:cNvPr id="4" name="object 4"/>
            <p:cNvPicPr/>
            <p:nvPr/>
          </p:nvPicPr>
          <p:blipFill>
            <a:blip r:embed="rId4" cstate="print"/>
            <a:stretch>
              <a:fillRect/>
            </a:stretch>
          </p:blipFill>
          <p:spPr>
            <a:xfrm>
              <a:off x="1124712" y="361187"/>
              <a:ext cx="5545836" cy="9354312"/>
            </a:xfrm>
            <a:prstGeom prst="rect">
              <a:avLst/>
            </a:prstGeom>
          </p:spPr>
        </p:pic>
        <p:sp>
          <p:nvSpPr>
            <p:cNvPr id="5" name="object 5"/>
            <p:cNvSpPr/>
            <p:nvPr/>
          </p:nvSpPr>
          <p:spPr>
            <a:xfrm>
              <a:off x="1144524" y="361187"/>
              <a:ext cx="5507990" cy="9354820"/>
            </a:xfrm>
            <a:custGeom>
              <a:avLst/>
              <a:gdLst/>
              <a:ahLst/>
              <a:cxnLst/>
              <a:rect l="l" t="t" r="r" b="b"/>
              <a:pathLst>
                <a:path w="5507990" h="9354820">
                  <a:moveTo>
                    <a:pt x="5507736" y="9354312"/>
                  </a:moveTo>
                  <a:lnTo>
                    <a:pt x="0" y="9354312"/>
                  </a:lnTo>
                  <a:lnTo>
                    <a:pt x="0" y="0"/>
                  </a:lnTo>
                  <a:lnTo>
                    <a:pt x="5507736" y="0"/>
                  </a:lnTo>
                  <a:lnTo>
                    <a:pt x="5507736" y="9354312"/>
                  </a:lnTo>
                  <a:close/>
                </a:path>
              </a:pathLst>
            </a:custGeom>
            <a:solidFill>
              <a:srgbClr val="FFFFFF"/>
            </a:solidFill>
          </p:spPr>
          <p:txBody>
            <a:bodyPr wrap="square" lIns="0" tIns="0" rIns="0" bIns="0" rtlCol="0"/>
            <a:lstStyle/>
            <a:p>
              <a:endParaRPr/>
            </a:p>
          </p:txBody>
        </p:sp>
        <p:sp>
          <p:nvSpPr>
            <p:cNvPr id="6" name="object 6"/>
            <p:cNvSpPr/>
            <p:nvPr/>
          </p:nvSpPr>
          <p:spPr>
            <a:xfrm>
              <a:off x="1663636" y="455961"/>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7" name="object 7"/>
            <p:cNvPicPr/>
            <p:nvPr/>
          </p:nvPicPr>
          <p:blipFill>
            <a:blip r:embed="rId5" cstate="print"/>
            <a:stretch>
              <a:fillRect/>
            </a:stretch>
          </p:blipFill>
          <p:spPr>
            <a:xfrm>
              <a:off x="1852898" y="411670"/>
              <a:ext cx="190881" cy="114490"/>
            </a:xfrm>
            <a:prstGeom prst="rect">
              <a:avLst/>
            </a:prstGeom>
          </p:spPr>
        </p:pic>
        <p:pic>
          <p:nvPicPr>
            <p:cNvPr id="8" name="object 8"/>
            <p:cNvPicPr/>
            <p:nvPr/>
          </p:nvPicPr>
          <p:blipFill>
            <a:blip r:embed="rId6" cstate="print"/>
            <a:stretch>
              <a:fillRect/>
            </a:stretch>
          </p:blipFill>
          <p:spPr>
            <a:xfrm>
              <a:off x="2063686" y="446722"/>
              <a:ext cx="97631" cy="79438"/>
            </a:xfrm>
            <a:prstGeom prst="rect">
              <a:avLst/>
            </a:prstGeom>
          </p:spPr>
        </p:pic>
        <p:pic>
          <p:nvPicPr>
            <p:cNvPr id="9" name="object 9"/>
            <p:cNvPicPr/>
            <p:nvPr/>
          </p:nvPicPr>
          <p:blipFill>
            <a:blip r:embed="rId7" cstate="print"/>
            <a:stretch>
              <a:fillRect/>
            </a:stretch>
          </p:blipFill>
          <p:spPr>
            <a:xfrm>
              <a:off x="2225420" y="417861"/>
              <a:ext cx="85534" cy="106775"/>
            </a:xfrm>
            <a:prstGeom prst="rect">
              <a:avLst/>
            </a:prstGeom>
          </p:spPr>
        </p:pic>
        <p:pic>
          <p:nvPicPr>
            <p:cNvPr id="10" name="object 10"/>
            <p:cNvPicPr/>
            <p:nvPr/>
          </p:nvPicPr>
          <p:blipFill>
            <a:blip r:embed="rId8" cstate="print"/>
            <a:stretch>
              <a:fillRect/>
            </a:stretch>
          </p:blipFill>
          <p:spPr>
            <a:xfrm>
              <a:off x="2332386" y="425386"/>
              <a:ext cx="192309" cy="100774"/>
            </a:xfrm>
            <a:prstGeom prst="rect">
              <a:avLst/>
            </a:prstGeom>
          </p:spPr>
        </p:pic>
        <p:pic>
          <p:nvPicPr>
            <p:cNvPr id="11" name="object 11"/>
            <p:cNvPicPr/>
            <p:nvPr/>
          </p:nvPicPr>
          <p:blipFill>
            <a:blip r:embed="rId9" cstate="print"/>
            <a:stretch>
              <a:fillRect/>
            </a:stretch>
          </p:blipFill>
          <p:spPr>
            <a:xfrm>
              <a:off x="2573559" y="416242"/>
              <a:ext cx="351186" cy="143446"/>
            </a:xfrm>
            <a:prstGeom prst="rect">
              <a:avLst/>
            </a:prstGeom>
          </p:spPr>
        </p:pic>
        <p:sp>
          <p:nvSpPr>
            <p:cNvPr id="12" name="object 12"/>
            <p:cNvSpPr/>
            <p:nvPr/>
          </p:nvSpPr>
          <p:spPr>
            <a:xfrm>
              <a:off x="1405604" y="742854"/>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13" name="object 13"/>
            <p:cNvPicPr/>
            <p:nvPr/>
          </p:nvPicPr>
          <p:blipFill>
            <a:blip r:embed="rId10" cstate="print"/>
            <a:stretch>
              <a:fillRect/>
            </a:stretch>
          </p:blipFill>
          <p:spPr>
            <a:xfrm>
              <a:off x="1596390" y="696944"/>
              <a:ext cx="342042" cy="114585"/>
            </a:xfrm>
            <a:prstGeom prst="rect">
              <a:avLst/>
            </a:prstGeom>
          </p:spPr>
        </p:pic>
        <p:pic>
          <p:nvPicPr>
            <p:cNvPr id="14" name="object 14"/>
            <p:cNvPicPr/>
            <p:nvPr/>
          </p:nvPicPr>
          <p:blipFill>
            <a:blip r:embed="rId11" cstate="print"/>
            <a:stretch>
              <a:fillRect/>
            </a:stretch>
          </p:blipFill>
          <p:spPr>
            <a:xfrm>
              <a:off x="1991868" y="701611"/>
              <a:ext cx="114490" cy="109918"/>
            </a:xfrm>
            <a:prstGeom prst="rect">
              <a:avLst/>
            </a:prstGeom>
          </p:spPr>
        </p:pic>
        <p:sp>
          <p:nvSpPr>
            <p:cNvPr id="15" name="object 15"/>
            <p:cNvSpPr/>
            <p:nvPr/>
          </p:nvSpPr>
          <p:spPr>
            <a:xfrm>
              <a:off x="1663636" y="697051"/>
              <a:ext cx="1821814" cy="369570"/>
            </a:xfrm>
            <a:custGeom>
              <a:avLst/>
              <a:gdLst/>
              <a:ahLst/>
              <a:cxnLst/>
              <a:rect l="l" t="t" r="r" b="b"/>
              <a:pathLst>
                <a:path w="1821814" h="369569">
                  <a:moveTo>
                    <a:pt x="38100" y="344893"/>
                  </a:moveTo>
                  <a:lnTo>
                    <a:pt x="35052" y="340321"/>
                  </a:lnTo>
                  <a:lnTo>
                    <a:pt x="32004" y="337273"/>
                  </a:lnTo>
                  <a:lnTo>
                    <a:pt x="28956" y="332701"/>
                  </a:lnTo>
                  <a:lnTo>
                    <a:pt x="24384" y="331177"/>
                  </a:lnTo>
                  <a:lnTo>
                    <a:pt x="13716" y="331177"/>
                  </a:lnTo>
                  <a:lnTo>
                    <a:pt x="9144" y="332701"/>
                  </a:lnTo>
                  <a:lnTo>
                    <a:pt x="6096" y="337273"/>
                  </a:lnTo>
                  <a:lnTo>
                    <a:pt x="1524" y="340321"/>
                  </a:lnTo>
                  <a:lnTo>
                    <a:pt x="0" y="344893"/>
                  </a:lnTo>
                  <a:lnTo>
                    <a:pt x="0" y="355561"/>
                  </a:lnTo>
                  <a:lnTo>
                    <a:pt x="1524" y="360133"/>
                  </a:lnTo>
                  <a:lnTo>
                    <a:pt x="6096" y="363181"/>
                  </a:lnTo>
                  <a:lnTo>
                    <a:pt x="9144" y="367753"/>
                  </a:lnTo>
                  <a:lnTo>
                    <a:pt x="13716" y="369277"/>
                  </a:lnTo>
                  <a:lnTo>
                    <a:pt x="18288" y="369277"/>
                  </a:lnTo>
                  <a:lnTo>
                    <a:pt x="24384" y="369277"/>
                  </a:lnTo>
                  <a:lnTo>
                    <a:pt x="28956" y="367753"/>
                  </a:lnTo>
                  <a:lnTo>
                    <a:pt x="32004" y="363181"/>
                  </a:lnTo>
                  <a:lnTo>
                    <a:pt x="35052" y="360133"/>
                  </a:lnTo>
                  <a:lnTo>
                    <a:pt x="38100" y="355561"/>
                  </a:lnTo>
                  <a:lnTo>
                    <a:pt x="38100" y="344893"/>
                  </a:lnTo>
                  <a:close/>
                </a:path>
                <a:path w="1821814" h="369569">
                  <a:moveTo>
                    <a:pt x="596925" y="6286"/>
                  </a:moveTo>
                  <a:lnTo>
                    <a:pt x="572541" y="6286"/>
                  </a:lnTo>
                  <a:lnTo>
                    <a:pt x="572541" y="49466"/>
                  </a:lnTo>
                  <a:lnTo>
                    <a:pt x="528256" y="49466"/>
                  </a:lnTo>
                  <a:lnTo>
                    <a:pt x="528256" y="6286"/>
                  </a:lnTo>
                  <a:lnTo>
                    <a:pt x="503770" y="6286"/>
                  </a:lnTo>
                  <a:lnTo>
                    <a:pt x="503770" y="49466"/>
                  </a:lnTo>
                  <a:lnTo>
                    <a:pt x="503770" y="68516"/>
                  </a:lnTo>
                  <a:lnTo>
                    <a:pt x="503770" y="112966"/>
                  </a:lnTo>
                  <a:lnTo>
                    <a:pt x="528256" y="112966"/>
                  </a:lnTo>
                  <a:lnTo>
                    <a:pt x="528256" y="68516"/>
                  </a:lnTo>
                  <a:lnTo>
                    <a:pt x="572541" y="68516"/>
                  </a:lnTo>
                  <a:lnTo>
                    <a:pt x="572541" y="112966"/>
                  </a:lnTo>
                  <a:lnTo>
                    <a:pt x="596925" y="112966"/>
                  </a:lnTo>
                  <a:lnTo>
                    <a:pt x="596925" y="68516"/>
                  </a:lnTo>
                  <a:lnTo>
                    <a:pt x="596925" y="49466"/>
                  </a:lnTo>
                  <a:lnTo>
                    <a:pt x="596925" y="6286"/>
                  </a:lnTo>
                  <a:close/>
                </a:path>
                <a:path w="1821814" h="369569">
                  <a:moveTo>
                    <a:pt x="682459" y="77812"/>
                  </a:moveTo>
                  <a:lnTo>
                    <a:pt x="682345" y="65620"/>
                  </a:lnTo>
                  <a:lnTo>
                    <a:pt x="682231" y="64096"/>
                  </a:lnTo>
                  <a:lnTo>
                    <a:pt x="681913" y="59690"/>
                  </a:lnTo>
                  <a:lnTo>
                    <a:pt x="680364" y="53238"/>
                  </a:lnTo>
                  <a:lnTo>
                    <a:pt x="679792" y="51904"/>
                  </a:lnTo>
                  <a:lnTo>
                    <a:pt x="677964" y="47637"/>
                  </a:lnTo>
                  <a:lnTo>
                    <a:pt x="648830" y="35140"/>
                  </a:lnTo>
                  <a:lnTo>
                    <a:pt x="638162" y="35140"/>
                  </a:lnTo>
                  <a:lnTo>
                    <a:pt x="632066" y="36664"/>
                  </a:lnTo>
                  <a:lnTo>
                    <a:pt x="627494" y="38188"/>
                  </a:lnTo>
                  <a:lnTo>
                    <a:pt x="622922" y="41236"/>
                  </a:lnTo>
                  <a:lnTo>
                    <a:pt x="616737" y="44284"/>
                  </a:lnTo>
                  <a:lnTo>
                    <a:pt x="624446" y="58000"/>
                  </a:lnTo>
                  <a:lnTo>
                    <a:pt x="629018" y="54952"/>
                  </a:lnTo>
                  <a:lnTo>
                    <a:pt x="633590" y="53428"/>
                  </a:lnTo>
                  <a:lnTo>
                    <a:pt x="636638" y="53428"/>
                  </a:lnTo>
                  <a:lnTo>
                    <a:pt x="641210" y="51904"/>
                  </a:lnTo>
                  <a:lnTo>
                    <a:pt x="654926" y="51904"/>
                  </a:lnTo>
                  <a:lnTo>
                    <a:pt x="661022" y="58000"/>
                  </a:lnTo>
                  <a:lnTo>
                    <a:pt x="661022" y="64096"/>
                  </a:lnTo>
                  <a:lnTo>
                    <a:pt x="661022" y="77812"/>
                  </a:lnTo>
                  <a:lnTo>
                    <a:pt x="661022" y="86956"/>
                  </a:lnTo>
                  <a:lnTo>
                    <a:pt x="659498" y="91528"/>
                  </a:lnTo>
                  <a:lnTo>
                    <a:pt x="653402" y="97624"/>
                  </a:lnTo>
                  <a:lnTo>
                    <a:pt x="650354" y="99148"/>
                  </a:lnTo>
                  <a:lnTo>
                    <a:pt x="642734" y="99148"/>
                  </a:lnTo>
                  <a:lnTo>
                    <a:pt x="639686" y="97624"/>
                  </a:lnTo>
                  <a:lnTo>
                    <a:pt x="636638" y="94576"/>
                  </a:lnTo>
                  <a:lnTo>
                    <a:pt x="635114" y="91528"/>
                  </a:lnTo>
                  <a:lnTo>
                    <a:pt x="635114" y="86956"/>
                  </a:lnTo>
                  <a:lnTo>
                    <a:pt x="636638" y="83908"/>
                  </a:lnTo>
                  <a:lnTo>
                    <a:pt x="639686" y="80860"/>
                  </a:lnTo>
                  <a:lnTo>
                    <a:pt x="642734" y="79336"/>
                  </a:lnTo>
                  <a:lnTo>
                    <a:pt x="647306" y="79336"/>
                  </a:lnTo>
                  <a:lnTo>
                    <a:pt x="661022" y="77812"/>
                  </a:lnTo>
                  <a:lnTo>
                    <a:pt x="661022" y="64096"/>
                  </a:lnTo>
                  <a:lnTo>
                    <a:pt x="642734" y="65620"/>
                  </a:lnTo>
                  <a:lnTo>
                    <a:pt x="613689" y="85432"/>
                  </a:lnTo>
                  <a:lnTo>
                    <a:pt x="613689" y="99148"/>
                  </a:lnTo>
                  <a:lnTo>
                    <a:pt x="615213" y="105346"/>
                  </a:lnTo>
                  <a:lnTo>
                    <a:pt x="621398" y="108394"/>
                  </a:lnTo>
                  <a:lnTo>
                    <a:pt x="625970" y="112966"/>
                  </a:lnTo>
                  <a:lnTo>
                    <a:pt x="630542" y="114490"/>
                  </a:lnTo>
                  <a:lnTo>
                    <a:pt x="647306" y="114490"/>
                  </a:lnTo>
                  <a:lnTo>
                    <a:pt x="650354" y="111442"/>
                  </a:lnTo>
                  <a:lnTo>
                    <a:pt x="654926" y="109918"/>
                  </a:lnTo>
                  <a:lnTo>
                    <a:pt x="657974" y="106870"/>
                  </a:lnTo>
                  <a:lnTo>
                    <a:pt x="659498" y="102298"/>
                  </a:lnTo>
                  <a:lnTo>
                    <a:pt x="661022" y="102298"/>
                  </a:lnTo>
                  <a:lnTo>
                    <a:pt x="661022" y="112966"/>
                  </a:lnTo>
                  <a:lnTo>
                    <a:pt x="682459" y="112966"/>
                  </a:lnTo>
                  <a:lnTo>
                    <a:pt x="682459" y="102298"/>
                  </a:lnTo>
                  <a:lnTo>
                    <a:pt x="682459" y="99148"/>
                  </a:lnTo>
                  <a:lnTo>
                    <a:pt x="682459" y="77812"/>
                  </a:lnTo>
                  <a:close/>
                </a:path>
                <a:path w="1821814" h="369569">
                  <a:moveTo>
                    <a:pt x="775614" y="56476"/>
                  </a:moveTo>
                  <a:lnTo>
                    <a:pt x="758748" y="35140"/>
                  </a:lnTo>
                  <a:lnTo>
                    <a:pt x="745032" y="35140"/>
                  </a:lnTo>
                  <a:lnTo>
                    <a:pt x="725220" y="48856"/>
                  </a:lnTo>
                  <a:lnTo>
                    <a:pt x="725220" y="36664"/>
                  </a:lnTo>
                  <a:lnTo>
                    <a:pt x="700747" y="36664"/>
                  </a:lnTo>
                  <a:lnTo>
                    <a:pt x="700747" y="112966"/>
                  </a:lnTo>
                  <a:lnTo>
                    <a:pt x="725220" y="112966"/>
                  </a:lnTo>
                  <a:lnTo>
                    <a:pt x="725220" y="65620"/>
                  </a:lnTo>
                  <a:lnTo>
                    <a:pt x="726744" y="61048"/>
                  </a:lnTo>
                  <a:lnTo>
                    <a:pt x="728268" y="58000"/>
                  </a:lnTo>
                  <a:lnTo>
                    <a:pt x="731316" y="54952"/>
                  </a:lnTo>
                  <a:lnTo>
                    <a:pt x="734364" y="53428"/>
                  </a:lnTo>
                  <a:lnTo>
                    <a:pt x="743508" y="53428"/>
                  </a:lnTo>
                  <a:lnTo>
                    <a:pt x="746556" y="54952"/>
                  </a:lnTo>
                  <a:lnTo>
                    <a:pt x="748080" y="58000"/>
                  </a:lnTo>
                  <a:lnTo>
                    <a:pt x="751128" y="61048"/>
                  </a:lnTo>
                  <a:lnTo>
                    <a:pt x="751128" y="112966"/>
                  </a:lnTo>
                  <a:lnTo>
                    <a:pt x="775614" y="112966"/>
                  </a:lnTo>
                  <a:lnTo>
                    <a:pt x="775614" y="56476"/>
                  </a:lnTo>
                  <a:close/>
                </a:path>
                <a:path w="1821814" h="369569">
                  <a:moveTo>
                    <a:pt x="868667" y="88"/>
                  </a:moveTo>
                  <a:lnTo>
                    <a:pt x="845807" y="88"/>
                  </a:lnTo>
                  <a:lnTo>
                    <a:pt x="845807" y="65709"/>
                  </a:lnTo>
                  <a:lnTo>
                    <a:pt x="845807" y="82473"/>
                  </a:lnTo>
                  <a:lnTo>
                    <a:pt x="844283" y="87045"/>
                  </a:lnTo>
                  <a:lnTo>
                    <a:pt x="841235" y="91617"/>
                  </a:lnTo>
                  <a:lnTo>
                    <a:pt x="838187" y="94665"/>
                  </a:lnTo>
                  <a:lnTo>
                    <a:pt x="833615" y="97713"/>
                  </a:lnTo>
                  <a:lnTo>
                    <a:pt x="824471" y="97713"/>
                  </a:lnTo>
                  <a:lnTo>
                    <a:pt x="819899" y="94665"/>
                  </a:lnTo>
                  <a:lnTo>
                    <a:pt x="816762" y="91617"/>
                  </a:lnTo>
                  <a:lnTo>
                    <a:pt x="813714" y="88569"/>
                  </a:lnTo>
                  <a:lnTo>
                    <a:pt x="813714" y="68757"/>
                  </a:lnTo>
                  <a:lnTo>
                    <a:pt x="815238" y="64185"/>
                  </a:lnTo>
                  <a:lnTo>
                    <a:pt x="816762" y="59524"/>
                  </a:lnTo>
                  <a:lnTo>
                    <a:pt x="819899" y="54952"/>
                  </a:lnTo>
                  <a:lnTo>
                    <a:pt x="824471" y="53428"/>
                  </a:lnTo>
                  <a:lnTo>
                    <a:pt x="833615" y="53428"/>
                  </a:lnTo>
                  <a:lnTo>
                    <a:pt x="838187" y="54952"/>
                  </a:lnTo>
                  <a:lnTo>
                    <a:pt x="841235" y="58000"/>
                  </a:lnTo>
                  <a:lnTo>
                    <a:pt x="844283" y="61137"/>
                  </a:lnTo>
                  <a:lnTo>
                    <a:pt x="845807" y="65709"/>
                  </a:lnTo>
                  <a:lnTo>
                    <a:pt x="845807" y="88"/>
                  </a:lnTo>
                  <a:lnTo>
                    <a:pt x="844283" y="88"/>
                  </a:lnTo>
                  <a:lnTo>
                    <a:pt x="844283" y="45808"/>
                  </a:lnTo>
                  <a:lnTo>
                    <a:pt x="842759" y="42760"/>
                  </a:lnTo>
                  <a:lnTo>
                    <a:pt x="839711" y="39712"/>
                  </a:lnTo>
                  <a:lnTo>
                    <a:pt x="833615" y="36664"/>
                  </a:lnTo>
                  <a:lnTo>
                    <a:pt x="829043" y="35140"/>
                  </a:lnTo>
                  <a:lnTo>
                    <a:pt x="824471" y="35140"/>
                  </a:lnTo>
                  <a:lnTo>
                    <a:pt x="791641" y="59524"/>
                  </a:lnTo>
                  <a:lnTo>
                    <a:pt x="789825" y="68757"/>
                  </a:lnTo>
                  <a:lnTo>
                    <a:pt x="789330" y="76377"/>
                  </a:lnTo>
                  <a:lnTo>
                    <a:pt x="810666" y="114477"/>
                  </a:lnTo>
                  <a:lnTo>
                    <a:pt x="830567" y="114477"/>
                  </a:lnTo>
                  <a:lnTo>
                    <a:pt x="835139" y="111429"/>
                  </a:lnTo>
                  <a:lnTo>
                    <a:pt x="838187" y="109905"/>
                  </a:lnTo>
                  <a:lnTo>
                    <a:pt x="841235" y="106857"/>
                  </a:lnTo>
                  <a:lnTo>
                    <a:pt x="844283" y="102285"/>
                  </a:lnTo>
                  <a:lnTo>
                    <a:pt x="844283" y="112953"/>
                  </a:lnTo>
                  <a:lnTo>
                    <a:pt x="868667" y="112953"/>
                  </a:lnTo>
                  <a:lnTo>
                    <a:pt x="868667" y="102285"/>
                  </a:lnTo>
                  <a:lnTo>
                    <a:pt x="868667" y="97713"/>
                  </a:lnTo>
                  <a:lnTo>
                    <a:pt x="868667" y="53428"/>
                  </a:lnTo>
                  <a:lnTo>
                    <a:pt x="868667" y="45808"/>
                  </a:lnTo>
                  <a:lnTo>
                    <a:pt x="868667" y="88"/>
                  </a:lnTo>
                  <a:close/>
                </a:path>
                <a:path w="1821814" h="369569">
                  <a:moveTo>
                    <a:pt x="942009" y="82384"/>
                  </a:moveTo>
                  <a:lnTo>
                    <a:pt x="917536" y="65620"/>
                  </a:lnTo>
                  <a:lnTo>
                    <a:pt x="912964" y="64096"/>
                  </a:lnTo>
                  <a:lnTo>
                    <a:pt x="909916" y="64096"/>
                  </a:lnTo>
                  <a:lnTo>
                    <a:pt x="906868" y="62572"/>
                  </a:lnTo>
                  <a:lnTo>
                    <a:pt x="905344" y="61048"/>
                  </a:lnTo>
                  <a:lnTo>
                    <a:pt x="905344" y="54952"/>
                  </a:lnTo>
                  <a:lnTo>
                    <a:pt x="906868" y="53428"/>
                  </a:lnTo>
                  <a:lnTo>
                    <a:pt x="909916" y="51904"/>
                  </a:lnTo>
                  <a:lnTo>
                    <a:pt x="920584" y="51904"/>
                  </a:lnTo>
                  <a:lnTo>
                    <a:pt x="923632" y="53428"/>
                  </a:lnTo>
                  <a:lnTo>
                    <a:pt x="926680" y="53428"/>
                  </a:lnTo>
                  <a:lnTo>
                    <a:pt x="931252" y="58000"/>
                  </a:lnTo>
                  <a:lnTo>
                    <a:pt x="940485" y="42760"/>
                  </a:lnTo>
                  <a:lnTo>
                    <a:pt x="937437" y="39712"/>
                  </a:lnTo>
                  <a:lnTo>
                    <a:pt x="932865" y="38188"/>
                  </a:lnTo>
                  <a:lnTo>
                    <a:pt x="929728" y="36664"/>
                  </a:lnTo>
                  <a:lnTo>
                    <a:pt x="925156" y="35140"/>
                  </a:lnTo>
                  <a:lnTo>
                    <a:pt x="906868" y="35140"/>
                  </a:lnTo>
                  <a:lnTo>
                    <a:pt x="899248" y="38188"/>
                  </a:lnTo>
                  <a:lnTo>
                    <a:pt x="887056" y="47332"/>
                  </a:lnTo>
                  <a:lnTo>
                    <a:pt x="884008" y="53428"/>
                  </a:lnTo>
                  <a:lnTo>
                    <a:pt x="884008" y="67144"/>
                  </a:lnTo>
                  <a:lnTo>
                    <a:pt x="885532" y="73240"/>
                  </a:lnTo>
                  <a:lnTo>
                    <a:pt x="894676" y="79336"/>
                  </a:lnTo>
                  <a:lnTo>
                    <a:pt x="900772" y="82384"/>
                  </a:lnTo>
                  <a:lnTo>
                    <a:pt x="911440" y="85432"/>
                  </a:lnTo>
                  <a:lnTo>
                    <a:pt x="914488" y="85432"/>
                  </a:lnTo>
                  <a:lnTo>
                    <a:pt x="917536" y="86956"/>
                  </a:lnTo>
                  <a:lnTo>
                    <a:pt x="919060" y="86956"/>
                  </a:lnTo>
                  <a:lnTo>
                    <a:pt x="922108" y="90004"/>
                  </a:lnTo>
                  <a:lnTo>
                    <a:pt x="922108" y="94576"/>
                  </a:lnTo>
                  <a:lnTo>
                    <a:pt x="920584" y="96100"/>
                  </a:lnTo>
                  <a:lnTo>
                    <a:pt x="919060" y="96100"/>
                  </a:lnTo>
                  <a:lnTo>
                    <a:pt x="916012" y="97624"/>
                  </a:lnTo>
                  <a:lnTo>
                    <a:pt x="902296" y="97624"/>
                  </a:lnTo>
                  <a:lnTo>
                    <a:pt x="890104" y="91528"/>
                  </a:lnTo>
                  <a:lnTo>
                    <a:pt x="880960" y="106870"/>
                  </a:lnTo>
                  <a:lnTo>
                    <a:pt x="885532" y="109918"/>
                  </a:lnTo>
                  <a:lnTo>
                    <a:pt x="899248" y="114490"/>
                  </a:lnTo>
                  <a:lnTo>
                    <a:pt x="920584" y="114490"/>
                  </a:lnTo>
                  <a:lnTo>
                    <a:pt x="928204" y="112966"/>
                  </a:lnTo>
                  <a:lnTo>
                    <a:pt x="932865" y="108394"/>
                  </a:lnTo>
                  <a:lnTo>
                    <a:pt x="938961" y="103822"/>
                  </a:lnTo>
                  <a:lnTo>
                    <a:pt x="942009" y="96100"/>
                  </a:lnTo>
                  <a:lnTo>
                    <a:pt x="942009" y="82384"/>
                  </a:lnTo>
                  <a:close/>
                </a:path>
                <a:path w="1821814" h="369569">
                  <a:moveTo>
                    <a:pt x="996975" y="64096"/>
                  </a:moveTo>
                  <a:lnTo>
                    <a:pt x="955738" y="64096"/>
                  </a:lnTo>
                  <a:lnTo>
                    <a:pt x="955738" y="80860"/>
                  </a:lnTo>
                  <a:lnTo>
                    <a:pt x="996975" y="80860"/>
                  </a:lnTo>
                  <a:lnTo>
                    <a:pt x="996975" y="64096"/>
                  </a:lnTo>
                  <a:close/>
                </a:path>
                <a:path w="1821814" h="369569">
                  <a:moveTo>
                    <a:pt x="1117561" y="59524"/>
                  </a:moveTo>
                  <a:lnTo>
                    <a:pt x="1116711" y="47536"/>
                  </a:lnTo>
                  <a:lnTo>
                    <a:pt x="1114132" y="36804"/>
                  </a:lnTo>
                  <a:lnTo>
                    <a:pt x="1109853" y="27508"/>
                  </a:lnTo>
                  <a:lnTo>
                    <a:pt x="1108595" y="25895"/>
                  </a:lnTo>
                  <a:lnTo>
                    <a:pt x="1103845" y="19799"/>
                  </a:lnTo>
                  <a:lnTo>
                    <a:pt x="1096162" y="12928"/>
                  </a:lnTo>
                  <a:lnTo>
                    <a:pt x="1091653" y="10591"/>
                  </a:lnTo>
                  <a:lnTo>
                    <a:pt x="1091653" y="71716"/>
                  </a:lnTo>
                  <a:lnTo>
                    <a:pt x="1090129" y="79336"/>
                  </a:lnTo>
                  <a:lnTo>
                    <a:pt x="1085469" y="85432"/>
                  </a:lnTo>
                  <a:lnTo>
                    <a:pt x="1079436" y="91452"/>
                  </a:lnTo>
                  <a:lnTo>
                    <a:pt x="1077747" y="92341"/>
                  </a:lnTo>
                  <a:lnTo>
                    <a:pt x="1073277" y="94576"/>
                  </a:lnTo>
                  <a:lnTo>
                    <a:pt x="1056513" y="94576"/>
                  </a:lnTo>
                  <a:lnTo>
                    <a:pt x="1038225" y="59524"/>
                  </a:lnTo>
                  <a:lnTo>
                    <a:pt x="1038771" y="52717"/>
                  </a:lnTo>
                  <a:lnTo>
                    <a:pt x="1056513" y="25895"/>
                  </a:lnTo>
                  <a:lnTo>
                    <a:pt x="1073277" y="25895"/>
                  </a:lnTo>
                  <a:lnTo>
                    <a:pt x="1091603" y="59524"/>
                  </a:lnTo>
                  <a:lnTo>
                    <a:pt x="1091653" y="71716"/>
                  </a:lnTo>
                  <a:lnTo>
                    <a:pt x="1091653" y="10591"/>
                  </a:lnTo>
                  <a:lnTo>
                    <a:pt x="1087031" y="8178"/>
                  </a:lnTo>
                  <a:lnTo>
                    <a:pt x="1076756" y="5448"/>
                  </a:lnTo>
                  <a:lnTo>
                    <a:pt x="1065657" y="4559"/>
                  </a:lnTo>
                  <a:lnTo>
                    <a:pt x="1054544" y="5448"/>
                  </a:lnTo>
                  <a:lnTo>
                    <a:pt x="1021219" y="28397"/>
                  </a:lnTo>
                  <a:lnTo>
                    <a:pt x="1012215" y="61048"/>
                  </a:lnTo>
                  <a:lnTo>
                    <a:pt x="1013091" y="72809"/>
                  </a:lnTo>
                  <a:lnTo>
                    <a:pt x="1034897" y="106730"/>
                  </a:lnTo>
                  <a:lnTo>
                    <a:pt x="1053160" y="113601"/>
                  </a:lnTo>
                  <a:lnTo>
                    <a:pt x="1052957" y="113601"/>
                  </a:lnTo>
                  <a:lnTo>
                    <a:pt x="1064133" y="114477"/>
                  </a:lnTo>
                  <a:lnTo>
                    <a:pt x="1075880" y="113601"/>
                  </a:lnTo>
                  <a:lnTo>
                    <a:pt x="1086078" y="110858"/>
                  </a:lnTo>
                  <a:lnTo>
                    <a:pt x="1113942" y="82194"/>
                  </a:lnTo>
                  <a:lnTo>
                    <a:pt x="1116685" y="71501"/>
                  </a:lnTo>
                  <a:lnTo>
                    <a:pt x="1117561" y="59524"/>
                  </a:lnTo>
                  <a:close/>
                </a:path>
                <a:path w="1821814" h="369569">
                  <a:moveTo>
                    <a:pt x="1206144" y="56476"/>
                  </a:moveTo>
                  <a:lnTo>
                    <a:pt x="1204620" y="48856"/>
                  </a:lnTo>
                  <a:lnTo>
                    <a:pt x="1200048" y="42760"/>
                  </a:lnTo>
                  <a:lnTo>
                    <a:pt x="1195476" y="38188"/>
                  </a:lnTo>
                  <a:lnTo>
                    <a:pt x="1189291" y="35140"/>
                  </a:lnTo>
                  <a:lnTo>
                    <a:pt x="1175575" y="35140"/>
                  </a:lnTo>
                  <a:lnTo>
                    <a:pt x="1166431" y="38188"/>
                  </a:lnTo>
                  <a:lnTo>
                    <a:pt x="1160335" y="44284"/>
                  </a:lnTo>
                  <a:lnTo>
                    <a:pt x="1157287" y="48856"/>
                  </a:lnTo>
                  <a:lnTo>
                    <a:pt x="1155763" y="48856"/>
                  </a:lnTo>
                  <a:lnTo>
                    <a:pt x="1155763" y="36664"/>
                  </a:lnTo>
                  <a:lnTo>
                    <a:pt x="1132801" y="36664"/>
                  </a:lnTo>
                  <a:lnTo>
                    <a:pt x="1132801" y="112966"/>
                  </a:lnTo>
                  <a:lnTo>
                    <a:pt x="1155763" y="112966"/>
                  </a:lnTo>
                  <a:lnTo>
                    <a:pt x="1155763" y="65620"/>
                  </a:lnTo>
                  <a:lnTo>
                    <a:pt x="1157287" y="61048"/>
                  </a:lnTo>
                  <a:lnTo>
                    <a:pt x="1163383" y="54952"/>
                  </a:lnTo>
                  <a:lnTo>
                    <a:pt x="1166431" y="53428"/>
                  </a:lnTo>
                  <a:lnTo>
                    <a:pt x="1174051" y="53428"/>
                  </a:lnTo>
                  <a:lnTo>
                    <a:pt x="1177099" y="54952"/>
                  </a:lnTo>
                  <a:lnTo>
                    <a:pt x="1180147" y="58000"/>
                  </a:lnTo>
                  <a:lnTo>
                    <a:pt x="1181671" y="61048"/>
                  </a:lnTo>
                  <a:lnTo>
                    <a:pt x="1183195" y="65620"/>
                  </a:lnTo>
                  <a:lnTo>
                    <a:pt x="1183195" y="112966"/>
                  </a:lnTo>
                  <a:lnTo>
                    <a:pt x="1206144" y="112966"/>
                  </a:lnTo>
                  <a:lnTo>
                    <a:pt x="1206144" y="56476"/>
                  </a:lnTo>
                  <a:close/>
                </a:path>
                <a:path w="1821814" h="369569">
                  <a:moveTo>
                    <a:pt x="1348066" y="41236"/>
                  </a:moveTo>
                  <a:lnTo>
                    <a:pt x="1347470" y="32905"/>
                  </a:lnTo>
                  <a:lnTo>
                    <a:pt x="1345590" y="25996"/>
                  </a:lnTo>
                  <a:lnTo>
                    <a:pt x="1344714" y="24472"/>
                  </a:lnTo>
                  <a:lnTo>
                    <a:pt x="1342275" y="20231"/>
                  </a:lnTo>
                  <a:lnTo>
                    <a:pt x="1337398" y="15328"/>
                  </a:lnTo>
                  <a:lnTo>
                    <a:pt x="1331988" y="11277"/>
                  </a:lnTo>
                  <a:lnTo>
                    <a:pt x="1325003" y="8382"/>
                  </a:lnTo>
                  <a:lnTo>
                    <a:pt x="1322158" y="7810"/>
                  </a:lnTo>
                  <a:lnTo>
                    <a:pt x="1322158" y="36664"/>
                  </a:lnTo>
                  <a:lnTo>
                    <a:pt x="1322158" y="48856"/>
                  </a:lnTo>
                  <a:lnTo>
                    <a:pt x="1320634" y="51904"/>
                  </a:lnTo>
                  <a:lnTo>
                    <a:pt x="1317586" y="54952"/>
                  </a:lnTo>
                  <a:lnTo>
                    <a:pt x="1314450" y="58000"/>
                  </a:lnTo>
                  <a:lnTo>
                    <a:pt x="1309878" y="59524"/>
                  </a:lnTo>
                  <a:lnTo>
                    <a:pt x="1293114" y="59524"/>
                  </a:lnTo>
                  <a:lnTo>
                    <a:pt x="1293114" y="24472"/>
                  </a:lnTo>
                  <a:lnTo>
                    <a:pt x="1309878" y="24472"/>
                  </a:lnTo>
                  <a:lnTo>
                    <a:pt x="1314450" y="25996"/>
                  </a:lnTo>
                  <a:lnTo>
                    <a:pt x="1317586" y="29044"/>
                  </a:lnTo>
                  <a:lnTo>
                    <a:pt x="1320634" y="32092"/>
                  </a:lnTo>
                  <a:lnTo>
                    <a:pt x="1322158" y="36664"/>
                  </a:lnTo>
                  <a:lnTo>
                    <a:pt x="1322158" y="7810"/>
                  </a:lnTo>
                  <a:lnTo>
                    <a:pt x="1316570" y="6667"/>
                  </a:lnTo>
                  <a:lnTo>
                    <a:pt x="1306830" y="6083"/>
                  </a:lnTo>
                  <a:lnTo>
                    <a:pt x="1270254" y="6083"/>
                  </a:lnTo>
                  <a:lnTo>
                    <a:pt x="1270254" y="112953"/>
                  </a:lnTo>
                  <a:lnTo>
                    <a:pt x="1293114" y="112953"/>
                  </a:lnTo>
                  <a:lnTo>
                    <a:pt x="1293114" y="77812"/>
                  </a:lnTo>
                  <a:lnTo>
                    <a:pt x="1305306" y="77812"/>
                  </a:lnTo>
                  <a:lnTo>
                    <a:pt x="1340993" y="62661"/>
                  </a:lnTo>
                  <a:lnTo>
                    <a:pt x="1347241" y="48856"/>
                  </a:lnTo>
                  <a:lnTo>
                    <a:pt x="1348066" y="41236"/>
                  </a:lnTo>
                  <a:close/>
                </a:path>
                <a:path w="1821814" h="369569">
                  <a:moveTo>
                    <a:pt x="1412265" y="36664"/>
                  </a:moveTo>
                  <a:lnTo>
                    <a:pt x="1407693" y="36664"/>
                  </a:lnTo>
                  <a:lnTo>
                    <a:pt x="1407693" y="35140"/>
                  </a:lnTo>
                  <a:lnTo>
                    <a:pt x="1399971" y="35140"/>
                  </a:lnTo>
                  <a:lnTo>
                    <a:pt x="1395399" y="36664"/>
                  </a:lnTo>
                  <a:lnTo>
                    <a:pt x="1386255" y="45808"/>
                  </a:lnTo>
                  <a:lnTo>
                    <a:pt x="1384731" y="51904"/>
                  </a:lnTo>
                  <a:lnTo>
                    <a:pt x="1384731" y="36664"/>
                  </a:lnTo>
                  <a:lnTo>
                    <a:pt x="1361871" y="36664"/>
                  </a:lnTo>
                  <a:lnTo>
                    <a:pt x="1361871" y="112966"/>
                  </a:lnTo>
                  <a:lnTo>
                    <a:pt x="1384731" y="112966"/>
                  </a:lnTo>
                  <a:lnTo>
                    <a:pt x="1384731" y="70192"/>
                  </a:lnTo>
                  <a:lnTo>
                    <a:pt x="1386255" y="65620"/>
                  </a:lnTo>
                  <a:lnTo>
                    <a:pt x="1389303" y="61048"/>
                  </a:lnTo>
                  <a:lnTo>
                    <a:pt x="1392351" y="58000"/>
                  </a:lnTo>
                  <a:lnTo>
                    <a:pt x="1396923" y="56476"/>
                  </a:lnTo>
                  <a:lnTo>
                    <a:pt x="1409217" y="56476"/>
                  </a:lnTo>
                  <a:lnTo>
                    <a:pt x="1409915" y="51904"/>
                  </a:lnTo>
                  <a:lnTo>
                    <a:pt x="1412265" y="36664"/>
                  </a:lnTo>
                  <a:close/>
                </a:path>
                <a:path w="1821814" h="369569">
                  <a:moveTo>
                    <a:pt x="1485506" y="77812"/>
                  </a:moveTo>
                  <a:lnTo>
                    <a:pt x="1485404" y="65620"/>
                  </a:lnTo>
                  <a:lnTo>
                    <a:pt x="1485290" y="64096"/>
                  </a:lnTo>
                  <a:lnTo>
                    <a:pt x="1484960" y="59690"/>
                  </a:lnTo>
                  <a:lnTo>
                    <a:pt x="1483410" y="53238"/>
                  </a:lnTo>
                  <a:lnTo>
                    <a:pt x="1482839" y="51904"/>
                  </a:lnTo>
                  <a:lnTo>
                    <a:pt x="1481010" y="47637"/>
                  </a:lnTo>
                  <a:lnTo>
                    <a:pt x="1451889" y="35140"/>
                  </a:lnTo>
                  <a:lnTo>
                    <a:pt x="1441221" y="35140"/>
                  </a:lnTo>
                  <a:lnTo>
                    <a:pt x="1435125" y="36664"/>
                  </a:lnTo>
                  <a:lnTo>
                    <a:pt x="1430553" y="38188"/>
                  </a:lnTo>
                  <a:lnTo>
                    <a:pt x="1424457" y="41236"/>
                  </a:lnTo>
                  <a:lnTo>
                    <a:pt x="1419885" y="44284"/>
                  </a:lnTo>
                  <a:lnTo>
                    <a:pt x="1427505" y="58000"/>
                  </a:lnTo>
                  <a:lnTo>
                    <a:pt x="1432077" y="54952"/>
                  </a:lnTo>
                  <a:lnTo>
                    <a:pt x="1435125" y="53428"/>
                  </a:lnTo>
                  <a:lnTo>
                    <a:pt x="1439697" y="53428"/>
                  </a:lnTo>
                  <a:lnTo>
                    <a:pt x="1442745" y="51904"/>
                  </a:lnTo>
                  <a:lnTo>
                    <a:pt x="1458074" y="51904"/>
                  </a:lnTo>
                  <a:lnTo>
                    <a:pt x="1462646" y="56476"/>
                  </a:lnTo>
                  <a:lnTo>
                    <a:pt x="1462646" y="64096"/>
                  </a:lnTo>
                  <a:lnTo>
                    <a:pt x="1462646" y="77812"/>
                  </a:lnTo>
                  <a:lnTo>
                    <a:pt x="1462646" y="91528"/>
                  </a:lnTo>
                  <a:lnTo>
                    <a:pt x="1459598" y="94576"/>
                  </a:lnTo>
                  <a:lnTo>
                    <a:pt x="1456461" y="97624"/>
                  </a:lnTo>
                  <a:lnTo>
                    <a:pt x="1453413" y="99148"/>
                  </a:lnTo>
                  <a:lnTo>
                    <a:pt x="1445793" y="99148"/>
                  </a:lnTo>
                  <a:lnTo>
                    <a:pt x="1442745" y="97624"/>
                  </a:lnTo>
                  <a:lnTo>
                    <a:pt x="1441221" y="96100"/>
                  </a:lnTo>
                  <a:lnTo>
                    <a:pt x="1438173" y="94576"/>
                  </a:lnTo>
                  <a:lnTo>
                    <a:pt x="1438173" y="83908"/>
                  </a:lnTo>
                  <a:lnTo>
                    <a:pt x="1441221" y="82384"/>
                  </a:lnTo>
                  <a:lnTo>
                    <a:pt x="1442745" y="80860"/>
                  </a:lnTo>
                  <a:lnTo>
                    <a:pt x="1445793" y="79336"/>
                  </a:lnTo>
                  <a:lnTo>
                    <a:pt x="1448841" y="79336"/>
                  </a:lnTo>
                  <a:lnTo>
                    <a:pt x="1462646" y="77812"/>
                  </a:lnTo>
                  <a:lnTo>
                    <a:pt x="1462646" y="64096"/>
                  </a:lnTo>
                  <a:lnTo>
                    <a:pt x="1445793" y="65620"/>
                  </a:lnTo>
                  <a:lnTo>
                    <a:pt x="1435125" y="67144"/>
                  </a:lnTo>
                  <a:lnTo>
                    <a:pt x="1427505" y="70192"/>
                  </a:lnTo>
                  <a:lnTo>
                    <a:pt x="1418361" y="79336"/>
                  </a:lnTo>
                  <a:lnTo>
                    <a:pt x="1416837" y="85432"/>
                  </a:lnTo>
                  <a:lnTo>
                    <a:pt x="1416837" y="99148"/>
                  </a:lnTo>
                  <a:lnTo>
                    <a:pt x="1418361" y="105346"/>
                  </a:lnTo>
                  <a:lnTo>
                    <a:pt x="1422933" y="108394"/>
                  </a:lnTo>
                  <a:lnTo>
                    <a:pt x="1427505" y="112966"/>
                  </a:lnTo>
                  <a:lnTo>
                    <a:pt x="1433601" y="114490"/>
                  </a:lnTo>
                  <a:lnTo>
                    <a:pt x="1448841" y="114490"/>
                  </a:lnTo>
                  <a:lnTo>
                    <a:pt x="1453413" y="111442"/>
                  </a:lnTo>
                  <a:lnTo>
                    <a:pt x="1456461" y="109918"/>
                  </a:lnTo>
                  <a:lnTo>
                    <a:pt x="1459598" y="106870"/>
                  </a:lnTo>
                  <a:lnTo>
                    <a:pt x="1462646" y="102298"/>
                  </a:lnTo>
                  <a:lnTo>
                    <a:pt x="1462646" y="112966"/>
                  </a:lnTo>
                  <a:lnTo>
                    <a:pt x="1485506" y="112966"/>
                  </a:lnTo>
                  <a:lnTo>
                    <a:pt x="1485506" y="102298"/>
                  </a:lnTo>
                  <a:lnTo>
                    <a:pt x="1485506" y="99148"/>
                  </a:lnTo>
                  <a:lnTo>
                    <a:pt x="1485506" y="77812"/>
                  </a:lnTo>
                  <a:close/>
                </a:path>
                <a:path w="1821814" h="369569">
                  <a:moveTo>
                    <a:pt x="1564944" y="41236"/>
                  </a:moveTo>
                  <a:lnTo>
                    <a:pt x="1561896" y="39712"/>
                  </a:lnTo>
                  <a:lnTo>
                    <a:pt x="1557235" y="38188"/>
                  </a:lnTo>
                  <a:lnTo>
                    <a:pt x="1551139" y="35140"/>
                  </a:lnTo>
                  <a:lnTo>
                    <a:pt x="1541995" y="35140"/>
                  </a:lnTo>
                  <a:lnTo>
                    <a:pt x="1532521" y="35737"/>
                  </a:lnTo>
                  <a:lnTo>
                    <a:pt x="1502473" y="59334"/>
                  </a:lnTo>
                  <a:lnTo>
                    <a:pt x="1502422" y="59524"/>
                  </a:lnTo>
                  <a:lnTo>
                    <a:pt x="1500060" y="67449"/>
                  </a:lnTo>
                  <a:lnTo>
                    <a:pt x="1499946" y="68668"/>
                  </a:lnTo>
                  <a:lnTo>
                    <a:pt x="1499222" y="76288"/>
                  </a:lnTo>
                  <a:lnTo>
                    <a:pt x="1500035" y="84861"/>
                  </a:lnTo>
                  <a:lnTo>
                    <a:pt x="1531632" y="113893"/>
                  </a:lnTo>
                  <a:lnTo>
                    <a:pt x="1540471" y="114477"/>
                  </a:lnTo>
                  <a:lnTo>
                    <a:pt x="1549615" y="114477"/>
                  </a:lnTo>
                  <a:lnTo>
                    <a:pt x="1552663" y="112953"/>
                  </a:lnTo>
                  <a:lnTo>
                    <a:pt x="1557235" y="112953"/>
                  </a:lnTo>
                  <a:lnTo>
                    <a:pt x="1561896" y="111429"/>
                  </a:lnTo>
                  <a:lnTo>
                    <a:pt x="1564944" y="108381"/>
                  </a:lnTo>
                  <a:lnTo>
                    <a:pt x="1558467" y="97624"/>
                  </a:lnTo>
                  <a:lnTo>
                    <a:pt x="1555711" y="93052"/>
                  </a:lnTo>
                  <a:lnTo>
                    <a:pt x="1554187" y="94576"/>
                  </a:lnTo>
                  <a:lnTo>
                    <a:pt x="1551139" y="96100"/>
                  </a:lnTo>
                  <a:lnTo>
                    <a:pt x="1546567" y="96100"/>
                  </a:lnTo>
                  <a:lnTo>
                    <a:pt x="1543519" y="97624"/>
                  </a:lnTo>
                  <a:lnTo>
                    <a:pt x="1537423" y="97624"/>
                  </a:lnTo>
                  <a:lnTo>
                    <a:pt x="1532851" y="94576"/>
                  </a:lnTo>
                  <a:lnTo>
                    <a:pt x="1525231" y="86956"/>
                  </a:lnTo>
                  <a:lnTo>
                    <a:pt x="1523707" y="82384"/>
                  </a:lnTo>
                  <a:lnTo>
                    <a:pt x="1523707" y="68668"/>
                  </a:lnTo>
                  <a:lnTo>
                    <a:pt x="1525231" y="62572"/>
                  </a:lnTo>
                  <a:lnTo>
                    <a:pt x="1528279" y="59524"/>
                  </a:lnTo>
                  <a:lnTo>
                    <a:pt x="1528406" y="59334"/>
                  </a:lnTo>
                  <a:lnTo>
                    <a:pt x="1531327" y="54952"/>
                  </a:lnTo>
                  <a:lnTo>
                    <a:pt x="1535899" y="53428"/>
                  </a:lnTo>
                  <a:lnTo>
                    <a:pt x="1549615" y="53428"/>
                  </a:lnTo>
                  <a:lnTo>
                    <a:pt x="1551139" y="54952"/>
                  </a:lnTo>
                  <a:lnTo>
                    <a:pt x="1554187" y="54952"/>
                  </a:lnTo>
                  <a:lnTo>
                    <a:pt x="1555711" y="56476"/>
                  </a:lnTo>
                  <a:lnTo>
                    <a:pt x="1557553" y="53428"/>
                  </a:lnTo>
                  <a:lnTo>
                    <a:pt x="1564944" y="41236"/>
                  </a:lnTo>
                  <a:close/>
                </a:path>
                <a:path w="1821814" h="369569">
                  <a:moveTo>
                    <a:pt x="1624482" y="111429"/>
                  </a:moveTo>
                  <a:lnTo>
                    <a:pt x="1619910" y="96189"/>
                  </a:lnTo>
                  <a:lnTo>
                    <a:pt x="1618386" y="97713"/>
                  </a:lnTo>
                  <a:lnTo>
                    <a:pt x="1609242" y="97713"/>
                  </a:lnTo>
                  <a:lnTo>
                    <a:pt x="1606194" y="94665"/>
                  </a:lnTo>
                  <a:lnTo>
                    <a:pt x="1606194" y="54952"/>
                  </a:lnTo>
                  <a:lnTo>
                    <a:pt x="1622958" y="54952"/>
                  </a:lnTo>
                  <a:lnTo>
                    <a:pt x="1622958" y="36664"/>
                  </a:lnTo>
                  <a:lnTo>
                    <a:pt x="1606194" y="36664"/>
                  </a:lnTo>
                  <a:lnTo>
                    <a:pt x="1606194" y="12179"/>
                  </a:lnTo>
                  <a:lnTo>
                    <a:pt x="1583232" y="18376"/>
                  </a:lnTo>
                  <a:lnTo>
                    <a:pt x="1583232" y="36664"/>
                  </a:lnTo>
                  <a:lnTo>
                    <a:pt x="1571040" y="36664"/>
                  </a:lnTo>
                  <a:lnTo>
                    <a:pt x="1571040" y="54952"/>
                  </a:lnTo>
                  <a:lnTo>
                    <a:pt x="1583232" y="54952"/>
                  </a:lnTo>
                  <a:lnTo>
                    <a:pt x="1583232" y="99237"/>
                  </a:lnTo>
                  <a:lnTo>
                    <a:pt x="1584756" y="105333"/>
                  </a:lnTo>
                  <a:lnTo>
                    <a:pt x="1589328" y="109905"/>
                  </a:lnTo>
                  <a:lnTo>
                    <a:pt x="1594002" y="112953"/>
                  </a:lnTo>
                  <a:lnTo>
                    <a:pt x="1600098" y="114477"/>
                  </a:lnTo>
                  <a:lnTo>
                    <a:pt x="1619910" y="114477"/>
                  </a:lnTo>
                  <a:lnTo>
                    <a:pt x="1622958" y="112953"/>
                  </a:lnTo>
                  <a:lnTo>
                    <a:pt x="1624482" y="111429"/>
                  </a:lnTo>
                  <a:close/>
                </a:path>
                <a:path w="1821814" h="369569">
                  <a:moveTo>
                    <a:pt x="1659534" y="36664"/>
                  </a:moveTo>
                  <a:lnTo>
                    <a:pt x="1636674" y="36664"/>
                  </a:lnTo>
                  <a:lnTo>
                    <a:pt x="1636674" y="112966"/>
                  </a:lnTo>
                  <a:lnTo>
                    <a:pt x="1659534" y="112966"/>
                  </a:lnTo>
                  <a:lnTo>
                    <a:pt x="1659534" y="36664"/>
                  </a:lnTo>
                  <a:close/>
                </a:path>
                <a:path w="1821814" h="369569">
                  <a:moveTo>
                    <a:pt x="1662582" y="9144"/>
                  </a:moveTo>
                  <a:lnTo>
                    <a:pt x="1661058" y="6096"/>
                  </a:lnTo>
                  <a:lnTo>
                    <a:pt x="1658010" y="4572"/>
                  </a:lnTo>
                  <a:lnTo>
                    <a:pt x="1656486" y="1524"/>
                  </a:lnTo>
                  <a:lnTo>
                    <a:pt x="1653438" y="0"/>
                  </a:lnTo>
                  <a:lnTo>
                    <a:pt x="1644294" y="0"/>
                  </a:lnTo>
                  <a:lnTo>
                    <a:pt x="1641246" y="1524"/>
                  </a:lnTo>
                  <a:lnTo>
                    <a:pt x="1636674" y="6096"/>
                  </a:lnTo>
                  <a:lnTo>
                    <a:pt x="1635150" y="9144"/>
                  </a:lnTo>
                  <a:lnTo>
                    <a:pt x="1635150" y="16764"/>
                  </a:lnTo>
                  <a:lnTo>
                    <a:pt x="1638198" y="22860"/>
                  </a:lnTo>
                  <a:lnTo>
                    <a:pt x="1641246" y="25908"/>
                  </a:lnTo>
                  <a:lnTo>
                    <a:pt x="1656486" y="25908"/>
                  </a:lnTo>
                  <a:lnTo>
                    <a:pt x="1658010" y="22860"/>
                  </a:lnTo>
                  <a:lnTo>
                    <a:pt x="1661058" y="19812"/>
                  </a:lnTo>
                  <a:lnTo>
                    <a:pt x="1662582" y="16764"/>
                  </a:lnTo>
                  <a:lnTo>
                    <a:pt x="1662582" y="9144"/>
                  </a:lnTo>
                  <a:close/>
                </a:path>
                <a:path w="1821814" h="369569">
                  <a:moveTo>
                    <a:pt x="1742020" y="108381"/>
                  </a:moveTo>
                  <a:lnTo>
                    <a:pt x="1732876" y="93052"/>
                  </a:lnTo>
                  <a:lnTo>
                    <a:pt x="1726780" y="96100"/>
                  </a:lnTo>
                  <a:lnTo>
                    <a:pt x="1722208" y="96100"/>
                  </a:lnTo>
                  <a:lnTo>
                    <a:pt x="1720684" y="97624"/>
                  </a:lnTo>
                  <a:lnTo>
                    <a:pt x="1712963" y="97624"/>
                  </a:lnTo>
                  <a:lnTo>
                    <a:pt x="1708391" y="94576"/>
                  </a:lnTo>
                  <a:lnTo>
                    <a:pt x="1700771" y="86956"/>
                  </a:lnTo>
                  <a:lnTo>
                    <a:pt x="1699247" y="82384"/>
                  </a:lnTo>
                  <a:lnTo>
                    <a:pt x="1699247" y="68668"/>
                  </a:lnTo>
                  <a:lnTo>
                    <a:pt x="1700771" y="62572"/>
                  </a:lnTo>
                  <a:lnTo>
                    <a:pt x="1708391" y="54952"/>
                  </a:lnTo>
                  <a:lnTo>
                    <a:pt x="1712963" y="53428"/>
                  </a:lnTo>
                  <a:lnTo>
                    <a:pt x="1725256" y="53428"/>
                  </a:lnTo>
                  <a:lnTo>
                    <a:pt x="1728304" y="54952"/>
                  </a:lnTo>
                  <a:lnTo>
                    <a:pt x="1729828" y="54952"/>
                  </a:lnTo>
                  <a:lnTo>
                    <a:pt x="1732876" y="56476"/>
                  </a:lnTo>
                  <a:lnTo>
                    <a:pt x="1740496" y="41236"/>
                  </a:lnTo>
                  <a:lnTo>
                    <a:pt x="1734400" y="38188"/>
                  </a:lnTo>
                  <a:lnTo>
                    <a:pt x="1729828" y="36664"/>
                  </a:lnTo>
                  <a:lnTo>
                    <a:pt x="1726780" y="35140"/>
                  </a:lnTo>
                  <a:lnTo>
                    <a:pt x="1717535" y="35140"/>
                  </a:lnTo>
                  <a:lnTo>
                    <a:pt x="1708708" y="35737"/>
                  </a:lnTo>
                  <a:lnTo>
                    <a:pt x="1676984" y="67449"/>
                  </a:lnTo>
                  <a:lnTo>
                    <a:pt x="1676387" y="76288"/>
                  </a:lnTo>
                  <a:lnTo>
                    <a:pt x="1676984" y="84861"/>
                  </a:lnTo>
                  <a:lnTo>
                    <a:pt x="1707210" y="113893"/>
                  </a:lnTo>
                  <a:lnTo>
                    <a:pt x="1716011" y="114477"/>
                  </a:lnTo>
                  <a:lnTo>
                    <a:pt x="1725256" y="114477"/>
                  </a:lnTo>
                  <a:lnTo>
                    <a:pt x="1729828" y="112953"/>
                  </a:lnTo>
                  <a:lnTo>
                    <a:pt x="1732876" y="112953"/>
                  </a:lnTo>
                  <a:lnTo>
                    <a:pt x="1737448" y="111429"/>
                  </a:lnTo>
                  <a:lnTo>
                    <a:pt x="1742020" y="108381"/>
                  </a:lnTo>
                  <a:close/>
                </a:path>
                <a:path w="1821814" h="369569">
                  <a:moveTo>
                    <a:pt x="1821370" y="73240"/>
                  </a:moveTo>
                  <a:lnTo>
                    <a:pt x="1820964" y="67144"/>
                  </a:lnTo>
                  <a:lnTo>
                    <a:pt x="1820799" y="64427"/>
                  </a:lnTo>
                  <a:lnTo>
                    <a:pt x="1819084" y="56476"/>
                  </a:lnTo>
                  <a:lnTo>
                    <a:pt x="1816519" y="50380"/>
                  </a:lnTo>
                  <a:lnTo>
                    <a:pt x="1816227" y="49669"/>
                  </a:lnTo>
                  <a:lnTo>
                    <a:pt x="1812226" y="44284"/>
                  </a:lnTo>
                  <a:lnTo>
                    <a:pt x="1807095" y="40284"/>
                  </a:lnTo>
                  <a:lnTo>
                    <a:pt x="1800987" y="37426"/>
                  </a:lnTo>
                  <a:lnTo>
                    <a:pt x="1800034" y="37198"/>
                  </a:lnTo>
                  <a:lnTo>
                    <a:pt x="1800034" y="61048"/>
                  </a:lnTo>
                  <a:lnTo>
                    <a:pt x="1800034" y="67144"/>
                  </a:lnTo>
                  <a:lnTo>
                    <a:pt x="1772602" y="67144"/>
                  </a:lnTo>
                  <a:lnTo>
                    <a:pt x="1772602" y="62572"/>
                  </a:lnTo>
                  <a:lnTo>
                    <a:pt x="1774126" y="58000"/>
                  </a:lnTo>
                  <a:lnTo>
                    <a:pt x="1780222" y="51904"/>
                  </a:lnTo>
                  <a:lnTo>
                    <a:pt x="1783270" y="50380"/>
                  </a:lnTo>
                  <a:lnTo>
                    <a:pt x="1790890" y="50380"/>
                  </a:lnTo>
                  <a:lnTo>
                    <a:pt x="1793938" y="51904"/>
                  </a:lnTo>
                  <a:lnTo>
                    <a:pt x="1796986" y="54952"/>
                  </a:lnTo>
                  <a:lnTo>
                    <a:pt x="1800034" y="61048"/>
                  </a:lnTo>
                  <a:lnTo>
                    <a:pt x="1800034" y="37198"/>
                  </a:lnTo>
                  <a:lnTo>
                    <a:pt x="1794002" y="35712"/>
                  </a:lnTo>
                  <a:lnTo>
                    <a:pt x="1786318" y="35140"/>
                  </a:lnTo>
                  <a:lnTo>
                    <a:pt x="1778609" y="35979"/>
                  </a:lnTo>
                  <a:lnTo>
                    <a:pt x="1748955" y="67691"/>
                  </a:lnTo>
                  <a:lnTo>
                    <a:pt x="1748116" y="76288"/>
                  </a:lnTo>
                  <a:lnTo>
                    <a:pt x="1748929" y="84886"/>
                  </a:lnTo>
                  <a:lnTo>
                    <a:pt x="1779219" y="113919"/>
                  </a:lnTo>
                  <a:lnTo>
                    <a:pt x="1787842" y="114490"/>
                  </a:lnTo>
                  <a:lnTo>
                    <a:pt x="1800034" y="114490"/>
                  </a:lnTo>
                  <a:lnTo>
                    <a:pt x="1806130" y="112966"/>
                  </a:lnTo>
                  <a:lnTo>
                    <a:pt x="1812226" y="109918"/>
                  </a:lnTo>
                  <a:lnTo>
                    <a:pt x="1821370" y="103822"/>
                  </a:lnTo>
                  <a:lnTo>
                    <a:pt x="1817268" y="97624"/>
                  </a:lnTo>
                  <a:lnTo>
                    <a:pt x="1812226" y="90004"/>
                  </a:lnTo>
                  <a:lnTo>
                    <a:pt x="1807654" y="93052"/>
                  </a:lnTo>
                  <a:lnTo>
                    <a:pt x="1804606" y="94576"/>
                  </a:lnTo>
                  <a:lnTo>
                    <a:pt x="1800034" y="96100"/>
                  </a:lnTo>
                  <a:lnTo>
                    <a:pt x="1796986" y="97624"/>
                  </a:lnTo>
                  <a:lnTo>
                    <a:pt x="1786318" y="97624"/>
                  </a:lnTo>
                  <a:lnTo>
                    <a:pt x="1777174" y="94576"/>
                  </a:lnTo>
                  <a:lnTo>
                    <a:pt x="1774126" y="91528"/>
                  </a:lnTo>
                  <a:lnTo>
                    <a:pt x="1772602" y="86956"/>
                  </a:lnTo>
                  <a:lnTo>
                    <a:pt x="1772602" y="82384"/>
                  </a:lnTo>
                  <a:lnTo>
                    <a:pt x="1821370" y="82384"/>
                  </a:lnTo>
                  <a:lnTo>
                    <a:pt x="1821370" y="73240"/>
                  </a:lnTo>
                  <a:close/>
                </a:path>
              </a:pathLst>
            </a:custGeom>
            <a:solidFill>
              <a:srgbClr val="232323"/>
            </a:solidFill>
          </p:spPr>
          <p:txBody>
            <a:bodyPr wrap="square" lIns="0" tIns="0" rIns="0" bIns="0" rtlCol="0"/>
            <a:lstStyle/>
            <a:p>
              <a:endParaRPr/>
            </a:p>
          </p:txBody>
        </p:sp>
        <p:pic>
          <p:nvPicPr>
            <p:cNvPr id="16" name="object 16"/>
            <p:cNvPicPr/>
            <p:nvPr/>
          </p:nvPicPr>
          <p:blipFill>
            <a:blip r:embed="rId12" cstate="print"/>
            <a:stretch>
              <a:fillRect/>
            </a:stretch>
          </p:blipFill>
          <p:spPr>
            <a:xfrm>
              <a:off x="1857470" y="983932"/>
              <a:ext cx="1151191" cy="148018"/>
            </a:xfrm>
            <a:prstGeom prst="rect">
              <a:avLst/>
            </a:prstGeom>
          </p:spPr>
        </p:pic>
        <p:sp>
          <p:nvSpPr>
            <p:cNvPr id="17" name="object 17"/>
            <p:cNvSpPr/>
            <p:nvPr/>
          </p:nvSpPr>
          <p:spPr>
            <a:xfrm>
              <a:off x="1663636" y="1315116"/>
              <a:ext cx="38100" cy="36830"/>
            </a:xfrm>
            <a:custGeom>
              <a:avLst/>
              <a:gdLst/>
              <a:ahLst/>
              <a:cxnLst/>
              <a:rect l="l" t="t" r="r" b="b"/>
              <a:pathLst>
                <a:path w="38100" h="36830">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8" name="object 18"/>
            <p:cNvPicPr/>
            <p:nvPr/>
          </p:nvPicPr>
          <p:blipFill>
            <a:blip r:embed="rId13" cstate="print"/>
            <a:stretch>
              <a:fillRect/>
            </a:stretch>
          </p:blipFill>
          <p:spPr>
            <a:xfrm>
              <a:off x="1865185" y="1267777"/>
              <a:ext cx="2120645" cy="151066"/>
            </a:xfrm>
            <a:prstGeom prst="rect">
              <a:avLst/>
            </a:prstGeom>
          </p:spPr>
        </p:pic>
        <p:sp>
          <p:nvSpPr>
            <p:cNvPr id="19" name="object 19"/>
            <p:cNvSpPr/>
            <p:nvPr/>
          </p:nvSpPr>
          <p:spPr>
            <a:xfrm>
              <a:off x="1663636" y="1600580"/>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20" name="object 20"/>
            <p:cNvPicPr/>
            <p:nvPr/>
          </p:nvPicPr>
          <p:blipFill>
            <a:blip r:embed="rId14" cstate="print"/>
            <a:stretch>
              <a:fillRect/>
            </a:stretch>
          </p:blipFill>
          <p:spPr>
            <a:xfrm>
              <a:off x="1857470" y="1560861"/>
              <a:ext cx="169545" cy="109823"/>
            </a:xfrm>
            <a:prstGeom prst="rect">
              <a:avLst/>
            </a:prstGeom>
          </p:spPr>
        </p:pic>
        <p:pic>
          <p:nvPicPr>
            <p:cNvPr id="21" name="object 21"/>
            <p:cNvPicPr/>
            <p:nvPr/>
          </p:nvPicPr>
          <p:blipFill>
            <a:blip r:embed="rId15" cstate="print"/>
            <a:stretch>
              <a:fillRect/>
            </a:stretch>
          </p:blipFill>
          <p:spPr>
            <a:xfrm>
              <a:off x="2046827" y="1554765"/>
              <a:ext cx="236696" cy="149542"/>
            </a:xfrm>
            <a:prstGeom prst="rect">
              <a:avLst/>
            </a:prstGeom>
          </p:spPr>
        </p:pic>
        <p:pic>
          <p:nvPicPr>
            <p:cNvPr id="22" name="object 22"/>
            <p:cNvPicPr/>
            <p:nvPr/>
          </p:nvPicPr>
          <p:blipFill>
            <a:blip r:embed="rId16" cstate="print"/>
            <a:stretch>
              <a:fillRect/>
            </a:stretch>
          </p:blipFill>
          <p:spPr>
            <a:xfrm>
              <a:off x="2306383" y="1592865"/>
              <a:ext cx="64103" cy="77819"/>
            </a:xfrm>
            <a:prstGeom prst="rect">
              <a:avLst/>
            </a:prstGeom>
          </p:spPr>
        </p:pic>
        <p:pic>
          <p:nvPicPr>
            <p:cNvPr id="23" name="object 23"/>
            <p:cNvPicPr/>
            <p:nvPr/>
          </p:nvPicPr>
          <p:blipFill>
            <a:blip r:embed="rId17" cstate="print"/>
            <a:stretch>
              <a:fillRect/>
            </a:stretch>
          </p:blipFill>
          <p:spPr>
            <a:xfrm>
              <a:off x="2394966" y="1556289"/>
              <a:ext cx="67151" cy="112871"/>
            </a:xfrm>
            <a:prstGeom prst="rect">
              <a:avLst/>
            </a:prstGeom>
          </p:spPr>
        </p:pic>
        <p:pic>
          <p:nvPicPr>
            <p:cNvPr id="24" name="object 24"/>
            <p:cNvPicPr/>
            <p:nvPr/>
          </p:nvPicPr>
          <p:blipFill>
            <a:blip r:embed="rId18" cstate="print"/>
            <a:stretch>
              <a:fillRect/>
            </a:stretch>
          </p:blipFill>
          <p:spPr>
            <a:xfrm>
              <a:off x="2485072" y="1591341"/>
              <a:ext cx="151066" cy="112966"/>
            </a:xfrm>
            <a:prstGeom prst="rect">
              <a:avLst/>
            </a:prstGeom>
          </p:spPr>
        </p:pic>
        <p:pic>
          <p:nvPicPr>
            <p:cNvPr id="25" name="object 25"/>
            <p:cNvPicPr/>
            <p:nvPr/>
          </p:nvPicPr>
          <p:blipFill>
            <a:blip r:embed="rId19" cstate="print"/>
            <a:stretch>
              <a:fillRect/>
            </a:stretch>
          </p:blipFill>
          <p:spPr>
            <a:xfrm>
              <a:off x="2700242" y="1556194"/>
              <a:ext cx="1598580" cy="148113"/>
            </a:xfrm>
            <a:prstGeom prst="rect">
              <a:avLst/>
            </a:prstGeom>
          </p:spPr>
        </p:pic>
        <p:sp>
          <p:nvSpPr>
            <p:cNvPr id="26" name="object 26"/>
            <p:cNvSpPr/>
            <p:nvPr/>
          </p:nvSpPr>
          <p:spPr>
            <a:xfrm>
              <a:off x="1335309" y="1945385"/>
              <a:ext cx="5124450" cy="20320"/>
            </a:xfrm>
            <a:custGeom>
              <a:avLst/>
              <a:gdLst/>
              <a:ahLst/>
              <a:cxnLst/>
              <a:rect l="l" t="t" r="r" b="b"/>
              <a:pathLst>
                <a:path w="5124450" h="20319">
                  <a:moveTo>
                    <a:pt x="5117782" y="19812"/>
                  </a:moveTo>
                  <a:lnTo>
                    <a:pt x="7715" y="19812"/>
                  </a:lnTo>
                  <a:lnTo>
                    <a:pt x="4667" y="18288"/>
                  </a:lnTo>
                  <a:lnTo>
                    <a:pt x="3143" y="16764"/>
                  </a:lnTo>
                  <a:lnTo>
                    <a:pt x="1524" y="13716"/>
                  </a:lnTo>
                  <a:lnTo>
                    <a:pt x="0" y="12192"/>
                  </a:lnTo>
                  <a:lnTo>
                    <a:pt x="0" y="9144"/>
                  </a:lnTo>
                  <a:lnTo>
                    <a:pt x="0" y="7620"/>
                  </a:lnTo>
                  <a:lnTo>
                    <a:pt x="1524" y="4572"/>
                  </a:lnTo>
                  <a:lnTo>
                    <a:pt x="4667" y="1524"/>
                  </a:lnTo>
                  <a:lnTo>
                    <a:pt x="7715" y="0"/>
                  </a:lnTo>
                  <a:lnTo>
                    <a:pt x="5117782" y="0"/>
                  </a:lnTo>
                  <a:lnTo>
                    <a:pt x="5120830" y="3048"/>
                  </a:lnTo>
                  <a:lnTo>
                    <a:pt x="5123878" y="4572"/>
                  </a:lnTo>
                  <a:lnTo>
                    <a:pt x="5123878" y="13716"/>
                  </a:lnTo>
                  <a:lnTo>
                    <a:pt x="5117782" y="19812"/>
                  </a:lnTo>
                  <a:close/>
                </a:path>
              </a:pathLst>
            </a:custGeom>
            <a:solidFill>
              <a:srgbClr val="707070"/>
            </a:solidFill>
          </p:spPr>
          <p:txBody>
            <a:bodyPr wrap="square" lIns="0" tIns="0" rIns="0" bIns="0" rtlCol="0"/>
            <a:lstStyle/>
            <a:p>
              <a:endParaRPr/>
            </a:p>
          </p:txBody>
        </p:sp>
        <p:sp>
          <p:nvSpPr>
            <p:cNvPr id="27" name="object 27"/>
            <p:cNvSpPr/>
            <p:nvPr/>
          </p:nvSpPr>
          <p:spPr>
            <a:xfrm>
              <a:off x="1336827" y="2610802"/>
              <a:ext cx="201930" cy="137795"/>
            </a:xfrm>
            <a:custGeom>
              <a:avLst/>
              <a:gdLst/>
              <a:ahLst/>
              <a:cxnLst/>
              <a:rect l="l" t="t" r="r" b="b"/>
              <a:pathLst>
                <a:path w="201930" h="137794">
                  <a:moveTo>
                    <a:pt x="55054" y="0"/>
                  </a:moveTo>
                  <a:lnTo>
                    <a:pt x="41249" y="0"/>
                  </a:lnTo>
                  <a:lnTo>
                    <a:pt x="29057" y="9144"/>
                  </a:lnTo>
                  <a:lnTo>
                    <a:pt x="21437" y="12192"/>
                  </a:lnTo>
                  <a:lnTo>
                    <a:pt x="15341" y="16764"/>
                  </a:lnTo>
                  <a:lnTo>
                    <a:pt x="7721" y="19812"/>
                  </a:lnTo>
                  <a:lnTo>
                    <a:pt x="0" y="21336"/>
                  </a:lnTo>
                  <a:lnTo>
                    <a:pt x="6197" y="39624"/>
                  </a:lnTo>
                  <a:lnTo>
                    <a:pt x="15341" y="36576"/>
                  </a:lnTo>
                  <a:lnTo>
                    <a:pt x="19913" y="33528"/>
                  </a:lnTo>
                  <a:lnTo>
                    <a:pt x="24485" y="32004"/>
                  </a:lnTo>
                  <a:lnTo>
                    <a:pt x="33629" y="25908"/>
                  </a:lnTo>
                  <a:lnTo>
                    <a:pt x="33629" y="135826"/>
                  </a:lnTo>
                  <a:lnTo>
                    <a:pt x="55054" y="135826"/>
                  </a:lnTo>
                  <a:lnTo>
                    <a:pt x="55054" y="0"/>
                  </a:lnTo>
                  <a:close/>
                </a:path>
                <a:path w="201930" h="137794">
                  <a:moveTo>
                    <a:pt x="111544" y="120497"/>
                  </a:moveTo>
                  <a:lnTo>
                    <a:pt x="110020" y="117449"/>
                  </a:lnTo>
                  <a:lnTo>
                    <a:pt x="106972" y="114401"/>
                  </a:lnTo>
                  <a:lnTo>
                    <a:pt x="103822" y="111353"/>
                  </a:lnTo>
                  <a:lnTo>
                    <a:pt x="100774" y="109829"/>
                  </a:lnTo>
                  <a:lnTo>
                    <a:pt x="93154" y="109829"/>
                  </a:lnTo>
                  <a:lnTo>
                    <a:pt x="90106" y="111353"/>
                  </a:lnTo>
                  <a:lnTo>
                    <a:pt x="87058" y="114401"/>
                  </a:lnTo>
                  <a:lnTo>
                    <a:pt x="84010" y="120497"/>
                  </a:lnTo>
                  <a:lnTo>
                    <a:pt x="84010" y="128117"/>
                  </a:lnTo>
                  <a:lnTo>
                    <a:pt x="87058" y="134213"/>
                  </a:lnTo>
                  <a:lnTo>
                    <a:pt x="90106" y="137350"/>
                  </a:lnTo>
                  <a:lnTo>
                    <a:pt x="97726" y="137350"/>
                  </a:lnTo>
                  <a:lnTo>
                    <a:pt x="103822" y="137350"/>
                  </a:lnTo>
                  <a:lnTo>
                    <a:pt x="110020" y="131165"/>
                  </a:lnTo>
                  <a:lnTo>
                    <a:pt x="111544" y="128117"/>
                  </a:lnTo>
                  <a:lnTo>
                    <a:pt x="111544" y="120497"/>
                  </a:lnTo>
                  <a:close/>
                </a:path>
                <a:path w="201930" h="137794">
                  <a:moveTo>
                    <a:pt x="201549" y="1536"/>
                  </a:moveTo>
                  <a:lnTo>
                    <a:pt x="180213" y="1536"/>
                  </a:lnTo>
                  <a:lnTo>
                    <a:pt x="180213" y="135826"/>
                  </a:lnTo>
                  <a:lnTo>
                    <a:pt x="201549" y="135826"/>
                  </a:lnTo>
                  <a:lnTo>
                    <a:pt x="201549" y="1536"/>
                  </a:lnTo>
                  <a:close/>
                </a:path>
              </a:pathLst>
            </a:custGeom>
            <a:solidFill>
              <a:srgbClr val="232323"/>
            </a:solidFill>
          </p:spPr>
          <p:txBody>
            <a:bodyPr wrap="square" lIns="0" tIns="0" rIns="0" bIns="0" rtlCol="0"/>
            <a:lstStyle/>
            <a:p>
              <a:endParaRPr/>
            </a:p>
          </p:txBody>
        </p:sp>
        <p:pic>
          <p:nvPicPr>
            <p:cNvPr id="28" name="object 28"/>
            <p:cNvPicPr/>
            <p:nvPr/>
          </p:nvPicPr>
          <p:blipFill>
            <a:blip r:embed="rId20" cstate="print"/>
            <a:stretch>
              <a:fillRect/>
            </a:stretch>
          </p:blipFill>
          <p:spPr>
            <a:xfrm>
              <a:off x="1567433" y="2604611"/>
              <a:ext cx="458057" cy="143541"/>
            </a:xfrm>
            <a:prstGeom prst="rect">
              <a:avLst/>
            </a:prstGeom>
          </p:spPr>
        </p:pic>
        <p:pic>
          <p:nvPicPr>
            <p:cNvPr id="29" name="object 29"/>
            <p:cNvPicPr/>
            <p:nvPr/>
          </p:nvPicPr>
          <p:blipFill>
            <a:blip r:embed="rId21" cstate="print"/>
            <a:stretch>
              <a:fillRect/>
            </a:stretch>
          </p:blipFill>
          <p:spPr>
            <a:xfrm>
              <a:off x="2049875" y="2651950"/>
              <a:ext cx="85534" cy="96202"/>
            </a:xfrm>
            <a:prstGeom prst="rect">
              <a:avLst/>
            </a:prstGeom>
          </p:spPr>
        </p:pic>
        <p:pic>
          <p:nvPicPr>
            <p:cNvPr id="30" name="object 30"/>
            <p:cNvPicPr/>
            <p:nvPr/>
          </p:nvPicPr>
          <p:blipFill>
            <a:blip r:embed="rId22" cstate="print"/>
            <a:stretch>
              <a:fillRect/>
            </a:stretch>
          </p:blipFill>
          <p:spPr>
            <a:xfrm>
              <a:off x="2155221" y="2606135"/>
              <a:ext cx="320611" cy="143446"/>
            </a:xfrm>
            <a:prstGeom prst="rect">
              <a:avLst/>
            </a:prstGeom>
          </p:spPr>
        </p:pic>
        <p:pic>
          <p:nvPicPr>
            <p:cNvPr id="31" name="object 31"/>
            <p:cNvPicPr/>
            <p:nvPr/>
          </p:nvPicPr>
          <p:blipFill>
            <a:blip r:embed="rId23" cstate="print"/>
            <a:stretch>
              <a:fillRect/>
            </a:stretch>
          </p:blipFill>
          <p:spPr>
            <a:xfrm>
              <a:off x="2495740" y="2648902"/>
              <a:ext cx="85439" cy="97726"/>
            </a:xfrm>
            <a:prstGeom prst="rect">
              <a:avLst/>
            </a:prstGeom>
          </p:spPr>
        </p:pic>
        <p:pic>
          <p:nvPicPr>
            <p:cNvPr id="32" name="object 32"/>
            <p:cNvPicPr/>
            <p:nvPr/>
          </p:nvPicPr>
          <p:blipFill>
            <a:blip r:embed="rId24" cstate="print"/>
            <a:stretch>
              <a:fillRect/>
            </a:stretch>
          </p:blipFill>
          <p:spPr>
            <a:xfrm>
              <a:off x="2645282" y="2610802"/>
              <a:ext cx="137445" cy="137350"/>
            </a:xfrm>
            <a:prstGeom prst="rect">
              <a:avLst/>
            </a:prstGeom>
          </p:spPr>
        </p:pic>
        <p:pic>
          <p:nvPicPr>
            <p:cNvPr id="33" name="object 33"/>
            <p:cNvPicPr/>
            <p:nvPr/>
          </p:nvPicPr>
          <p:blipFill>
            <a:blip r:embed="rId25" cstate="print"/>
            <a:stretch>
              <a:fillRect/>
            </a:stretch>
          </p:blipFill>
          <p:spPr>
            <a:xfrm>
              <a:off x="2836163" y="2610802"/>
              <a:ext cx="329755" cy="137350"/>
            </a:xfrm>
            <a:prstGeom prst="rect">
              <a:avLst/>
            </a:prstGeom>
          </p:spPr>
        </p:pic>
        <p:pic>
          <p:nvPicPr>
            <p:cNvPr id="34" name="object 34"/>
            <p:cNvPicPr/>
            <p:nvPr/>
          </p:nvPicPr>
          <p:blipFill>
            <a:blip r:embed="rId26" cstate="print"/>
            <a:stretch>
              <a:fillRect/>
            </a:stretch>
          </p:blipFill>
          <p:spPr>
            <a:xfrm>
              <a:off x="3185826" y="2606135"/>
              <a:ext cx="451866" cy="142017"/>
            </a:xfrm>
            <a:prstGeom prst="rect">
              <a:avLst/>
            </a:prstGeom>
          </p:spPr>
        </p:pic>
        <p:sp>
          <p:nvSpPr>
            <p:cNvPr id="35" name="object 35"/>
            <p:cNvSpPr/>
            <p:nvPr/>
          </p:nvSpPr>
          <p:spPr>
            <a:xfrm>
              <a:off x="1405604" y="2955702"/>
              <a:ext cx="38735" cy="36830"/>
            </a:xfrm>
            <a:custGeom>
              <a:avLst/>
              <a:gdLst/>
              <a:ahLst/>
              <a:cxnLst/>
              <a:rect l="l" t="t" r="r" b="b"/>
              <a:pathLst>
                <a:path w="38734" h="36830">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36" name="object 36"/>
            <p:cNvPicPr/>
            <p:nvPr/>
          </p:nvPicPr>
          <p:blipFill>
            <a:blip r:embed="rId27" cstate="print"/>
            <a:stretch>
              <a:fillRect/>
            </a:stretch>
          </p:blipFill>
          <p:spPr>
            <a:xfrm>
              <a:off x="1596390" y="2909792"/>
              <a:ext cx="1096232" cy="114585"/>
            </a:xfrm>
            <a:prstGeom prst="rect">
              <a:avLst/>
            </a:prstGeom>
          </p:spPr>
        </p:pic>
        <p:pic>
          <p:nvPicPr>
            <p:cNvPr id="37" name="object 37"/>
            <p:cNvPicPr/>
            <p:nvPr/>
          </p:nvPicPr>
          <p:blipFill>
            <a:blip r:embed="rId28" cstate="print"/>
            <a:stretch>
              <a:fillRect/>
            </a:stretch>
          </p:blipFill>
          <p:spPr>
            <a:xfrm>
              <a:off x="2749105" y="2909887"/>
              <a:ext cx="2055114" cy="149542"/>
            </a:xfrm>
            <a:prstGeom prst="rect">
              <a:avLst/>
            </a:prstGeom>
          </p:spPr>
        </p:pic>
        <p:sp>
          <p:nvSpPr>
            <p:cNvPr id="38" name="object 38"/>
            <p:cNvSpPr/>
            <p:nvPr/>
          </p:nvSpPr>
          <p:spPr>
            <a:xfrm>
              <a:off x="1663636" y="3202888"/>
              <a:ext cx="2714625" cy="107314"/>
            </a:xfrm>
            <a:custGeom>
              <a:avLst/>
              <a:gdLst/>
              <a:ahLst/>
              <a:cxnLst/>
              <a:rect l="l" t="t" r="r" b="b"/>
              <a:pathLst>
                <a:path w="2714625" h="107314">
                  <a:moveTo>
                    <a:pt x="38100" y="51904"/>
                  </a:moveTo>
                  <a:lnTo>
                    <a:pt x="35052" y="47332"/>
                  </a:lnTo>
                  <a:lnTo>
                    <a:pt x="32004" y="44284"/>
                  </a:lnTo>
                  <a:lnTo>
                    <a:pt x="28956" y="39712"/>
                  </a:lnTo>
                  <a:lnTo>
                    <a:pt x="24384" y="38188"/>
                  </a:lnTo>
                  <a:lnTo>
                    <a:pt x="13716" y="38188"/>
                  </a:lnTo>
                  <a:lnTo>
                    <a:pt x="9144" y="39712"/>
                  </a:lnTo>
                  <a:lnTo>
                    <a:pt x="6096" y="44284"/>
                  </a:lnTo>
                  <a:lnTo>
                    <a:pt x="1524" y="47332"/>
                  </a:lnTo>
                  <a:lnTo>
                    <a:pt x="0" y="51904"/>
                  </a:lnTo>
                  <a:lnTo>
                    <a:pt x="0" y="62572"/>
                  </a:lnTo>
                  <a:lnTo>
                    <a:pt x="1524" y="67144"/>
                  </a:lnTo>
                  <a:lnTo>
                    <a:pt x="6096" y="70192"/>
                  </a:lnTo>
                  <a:lnTo>
                    <a:pt x="9144" y="74764"/>
                  </a:lnTo>
                  <a:lnTo>
                    <a:pt x="13716" y="76288"/>
                  </a:lnTo>
                  <a:lnTo>
                    <a:pt x="18288" y="76288"/>
                  </a:lnTo>
                  <a:lnTo>
                    <a:pt x="24384" y="76288"/>
                  </a:lnTo>
                  <a:lnTo>
                    <a:pt x="28956" y="74764"/>
                  </a:lnTo>
                  <a:lnTo>
                    <a:pt x="32004" y="70192"/>
                  </a:lnTo>
                  <a:lnTo>
                    <a:pt x="35052" y="67144"/>
                  </a:lnTo>
                  <a:lnTo>
                    <a:pt x="38100" y="62572"/>
                  </a:lnTo>
                  <a:lnTo>
                    <a:pt x="38100" y="51904"/>
                  </a:lnTo>
                  <a:close/>
                </a:path>
                <a:path w="2714625" h="107314">
                  <a:moveTo>
                    <a:pt x="2714523" y="0"/>
                  </a:moveTo>
                  <a:lnTo>
                    <a:pt x="2700807" y="0"/>
                  </a:lnTo>
                  <a:lnTo>
                    <a:pt x="2700807" y="106870"/>
                  </a:lnTo>
                  <a:lnTo>
                    <a:pt x="2714523" y="106870"/>
                  </a:lnTo>
                  <a:lnTo>
                    <a:pt x="2714523" y="0"/>
                  </a:lnTo>
                  <a:close/>
                </a:path>
              </a:pathLst>
            </a:custGeom>
            <a:solidFill>
              <a:srgbClr val="232323"/>
            </a:solidFill>
          </p:spPr>
          <p:txBody>
            <a:bodyPr wrap="square" lIns="0" tIns="0" rIns="0" bIns="0" rtlCol="0"/>
            <a:lstStyle/>
            <a:p>
              <a:endParaRPr/>
            </a:p>
          </p:txBody>
        </p:sp>
        <p:pic>
          <p:nvPicPr>
            <p:cNvPr id="39" name="object 39"/>
            <p:cNvPicPr/>
            <p:nvPr/>
          </p:nvPicPr>
          <p:blipFill>
            <a:blip r:embed="rId29" cstate="print"/>
            <a:stretch>
              <a:fillRect/>
            </a:stretch>
          </p:blipFill>
          <p:spPr>
            <a:xfrm>
              <a:off x="4405693" y="3202876"/>
              <a:ext cx="65627" cy="106870"/>
            </a:xfrm>
            <a:prstGeom prst="rect">
              <a:avLst/>
            </a:prstGeom>
          </p:spPr>
        </p:pic>
        <p:pic>
          <p:nvPicPr>
            <p:cNvPr id="40" name="object 40"/>
            <p:cNvPicPr/>
            <p:nvPr/>
          </p:nvPicPr>
          <p:blipFill>
            <a:blip r:embed="rId30" cstate="print"/>
            <a:stretch>
              <a:fillRect/>
            </a:stretch>
          </p:blipFill>
          <p:spPr>
            <a:xfrm>
              <a:off x="4492752" y="3202876"/>
              <a:ext cx="109918" cy="106870"/>
            </a:xfrm>
            <a:prstGeom prst="rect">
              <a:avLst/>
            </a:prstGeom>
          </p:spPr>
        </p:pic>
        <p:pic>
          <p:nvPicPr>
            <p:cNvPr id="41" name="object 41"/>
            <p:cNvPicPr/>
            <p:nvPr/>
          </p:nvPicPr>
          <p:blipFill>
            <a:blip r:embed="rId31" cstate="print"/>
            <a:stretch>
              <a:fillRect/>
            </a:stretch>
          </p:blipFill>
          <p:spPr>
            <a:xfrm>
              <a:off x="4665249" y="3201352"/>
              <a:ext cx="161829" cy="109918"/>
            </a:xfrm>
            <a:prstGeom prst="rect">
              <a:avLst/>
            </a:prstGeom>
          </p:spPr>
        </p:pic>
        <p:pic>
          <p:nvPicPr>
            <p:cNvPr id="42" name="object 42"/>
            <p:cNvPicPr/>
            <p:nvPr/>
          </p:nvPicPr>
          <p:blipFill>
            <a:blip r:embed="rId32" cstate="print"/>
            <a:stretch>
              <a:fillRect/>
            </a:stretch>
          </p:blipFill>
          <p:spPr>
            <a:xfrm>
              <a:off x="4846891" y="3202876"/>
              <a:ext cx="110013" cy="106870"/>
            </a:xfrm>
            <a:prstGeom prst="rect">
              <a:avLst/>
            </a:prstGeom>
          </p:spPr>
        </p:pic>
        <p:sp>
          <p:nvSpPr>
            <p:cNvPr id="43" name="object 43"/>
            <p:cNvSpPr/>
            <p:nvPr/>
          </p:nvSpPr>
          <p:spPr>
            <a:xfrm>
              <a:off x="5019484" y="3231927"/>
              <a:ext cx="59690" cy="79375"/>
            </a:xfrm>
            <a:custGeom>
              <a:avLst/>
              <a:gdLst/>
              <a:ahLst/>
              <a:cxnLst/>
              <a:rect l="l" t="t" r="r" b="b"/>
              <a:pathLst>
                <a:path w="59689" h="79375">
                  <a:moveTo>
                    <a:pt x="9144" y="18288"/>
                  </a:moveTo>
                  <a:lnTo>
                    <a:pt x="1524" y="10668"/>
                  </a:lnTo>
                  <a:lnTo>
                    <a:pt x="15240" y="1524"/>
                  </a:lnTo>
                  <a:lnTo>
                    <a:pt x="19812" y="0"/>
                  </a:lnTo>
                  <a:lnTo>
                    <a:pt x="41243" y="0"/>
                  </a:lnTo>
                  <a:lnTo>
                    <a:pt x="47339" y="1524"/>
                  </a:lnTo>
                  <a:lnTo>
                    <a:pt x="54959" y="9144"/>
                  </a:lnTo>
                  <a:lnTo>
                    <a:pt x="27527" y="9144"/>
                  </a:lnTo>
                  <a:lnTo>
                    <a:pt x="22860" y="10668"/>
                  </a:lnTo>
                  <a:lnTo>
                    <a:pt x="19812" y="12192"/>
                  </a:lnTo>
                  <a:lnTo>
                    <a:pt x="15240" y="13716"/>
                  </a:lnTo>
                  <a:lnTo>
                    <a:pt x="12192" y="15240"/>
                  </a:lnTo>
                  <a:lnTo>
                    <a:pt x="9144" y="18288"/>
                  </a:lnTo>
                  <a:close/>
                </a:path>
                <a:path w="59689" h="79375">
                  <a:moveTo>
                    <a:pt x="29051" y="79343"/>
                  </a:moveTo>
                  <a:lnTo>
                    <a:pt x="16764" y="79343"/>
                  </a:lnTo>
                  <a:lnTo>
                    <a:pt x="10668" y="77819"/>
                  </a:lnTo>
                  <a:lnTo>
                    <a:pt x="1524" y="68675"/>
                  </a:lnTo>
                  <a:lnTo>
                    <a:pt x="0" y="62579"/>
                  </a:lnTo>
                  <a:lnTo>
                    <a:pt x="0" y="50387"/>
                  </a:lnTo>
                  <a:lnTo>
                    <a:pt x="47339" y="28956"/>
                  </a:lnTo>
                  <a:lnTo>
                    <a:pt x="47339" y="21336"/>
                  </a:lnTo>
                  <a:lnTo>
                    <a:pt x="45815" y="16764"/>
                  </a:lnTo>
                  <a:lnTo>
                    <a:pt x="39719" y="10668"/>
                  </a:lnTo>
                  <a:lnTo>
                    <a:pt x="35147" y="9144"/>
                  </a:lnTo>
                  <a:lnTo>
                    <a:pt x="54959" y="9144"/>
                  </a:lnTo>
                  <a:lnTo>
                    <a:pt x="56483" y="10668"/>
                  </a:lnTo>
                  <a:lnTo>
                    <a:pt x="59531" y="18288"/>
                  </a:lnTo>
                  <a:lnTo>
                    <a:pt x="59531" y="38195"/>
                  </a:lnTo>
                  <a:lnTo>
                    <a:pt x="47339" y="38195"/>
                  </a:lnTo>
                  <a:lnTo>
                    <a:pt x="29051" y="41243"/>
                  </a:lnTo>
                  <a:lnTo>
                    <a:pt x="22860" y="42767"/>
                  </a:lnTo>
                  <a:lnTo>
                    <a:pt x="18288" y="44291"/>
                  </a:lnTo>
                  <a:lnTo>
                    <a:pt x="16764" y="45815"/>
                  </a:lnTo>
                  <a:lnTo>
                    <a:pt x="13716" y="47339"/>
                  </a:lnTo>
                  <a:lnTo>
                    <a:pt x="12192" y="50387"/>
                  </a:lnTo>
                  <a:lnTo>
                    <a:pt x="12192" y="59531"/>
                  </a:lnTo>
                  <a:lnTo>
                    <a:pt x="15240" y="65627"/>
                  </a:lnTo>
                  <a:lnTo>
                    <a:pt x="18288" y="68675"/>
                  </a:lnTo>
                  <a:lnTo>
                    <a:pt x="45307" y="68675"/>
                  </a:lnTo>
                  <a:lnTo>
                    <a:pt x="44291" y="70199"/>
                  </a:lnTo>
                  <a:lnTo>
                    <a:pt x="41243" y="73247"/>
                  </a:lnTo>
                  <a:lnTo>
                    <a:pt x="36671" y="76295"/>
                  </a:lnTo>
                  <a:lnTo>
                    <a:pt x="33623" y="77819"/>
                  </a:lnTo>
                  <a:lnTo>
                    <a:pt x="29051" y="79343"/>
                  </a:lnTo>
                  <a:close/>
                </a:path>
                <a:path w="59689" h="79375">
                  <a:moveTo>
                    <a:pt x="45307" y="68675"/>
                  </a:moveTo>
                  <a:lnTo>
                    <a:pt x="32099" y="68675"/>
                  </a:lnTo>
                  <a:lnTo>
                    <a:pt x="38195" y="67151"/>
                  </a:lnTo>
                  <a:lnTo>
                    <a:pt x="41243" y="62579"/>
                  </a:lnTo>
                  <a:lnTo>
                    <a:pt x="45815" y="58007"/>
                  </a:lnTo>
                  <a:lnTo>
                    <a:pt x="47339" y="53435"/>
                  </a:lnTo>
                  <a:lnTo>
                    <a:pt x="47339" y="38195"/>
                  </a:lnTo>
                  <a:lnTo>
                    <a:pt x="59531" y="38195"/>
                  </a:lnTo>
                  <a:lnTo>
                    <a:pt x="59531" y="65627"/>
                  </a:lnTo>
                  <a:lnTo>
                    <a:pt x="47339" y="65627"/>
                  </a:lnTo>
                  <a:lnTo>
                    <a:pt x="45307" y="68675"/>
                  </a:lnTo>
                  <a:close/>
                </a:path>
                <a:path w="59689" h="79375">
                  <a:moveTo>
                    <a:pt x="59531" y="77819"/>
                  </a:moveTo>
                  <a:lnTo>
                    <a:pt x="47339" y="77819"/>
                  </a:lnTo>
                  <a:lnTo>
                    <a:pt x="47339" y="65627"/>
                  </a:lnTo>
                  <a:lnTo>
                    <a:pt x="59531" y="65627"/>
                  </a:lnTo>
                  <a:lnTo>
                    <a:pt x="59531" y="77819"/>
                  </a:lnTo>
                  <a:close/>
                </a:path>
              </a:pathLst>
            </a:custGeom>
            <a:solidFill>
              <a:srgbClr val="232323"/>
            </a:solidFill>
          </p:spPr>
          <p:txBody>
            <a:bodyPr wrap="square" lIns="0" tIns="0" rIns="0" bIns="0" rtlCol="0"/>
            <a:lstStyle/>
            <a:p>
              <a:endParaRPr/>
            </a:p>
          </p:txBody>
        </p:sp>
        <p:pic>
          <p:nvPicPr>
            <p:cNvPr id="44" name="object 44"/>
            <p:cNvPicPr/>
            <p:nvPr/>
          </p:nvPicPr>
          <p:blipFill>
            <a:blip r:embed="rId33" cstate="print"/>
            <a:stretch>
              <a:fillRect/>
            </a:stretch>
          </p:blipFill>
          <p:spPr>
            <a:xfrm>
              <a:off x="5101875" y="3196780"/>
              <a:ext cx="152685" cy="114490"/>
            </a:xfrm>
            <a:prstGeom prst="rect">
              <a:avLst/>
            </a:prstGeom>
          </p:spPr>
        </p:pic>
        <p:pic>
          <p:nvPicPr>
            <p:cNvPr id="45" name="object 45"/>
            <p:cNvPicPr/>
            <p:nvPr/>
          </p:nvPicPr>
          <p:blipFill>
            <a:blip r:embed="rId34" cstate="print"/>
            <a:stretch>
              <a:fillRect/>
            </a:stretch>
          </p:blipFill>
          <p:spPr>
            <a:xfrm>
              <a:off x="1852898" y="3195256"/>
              <a:ext cx="2708528" cy="360140"/>
            </a:xfrm>
            <a:prstGeom prst="rect">
              <a:avLst/>
            </a:prstGeom>
          </p:spPr>
        </p:pic>
        <p:pic>
          <p:nvPicPr>
            <p:cNvPr id="46" name="object 46"/>
            <p:cNvPicPr/>
            <p:nvPr/>
          </p:nvPicPr>
          <p:blipFill>
            <a:blip r:embed="rId35" cstate="print"/>
            <a:stretch>
              <a:fillRect/>
            </a:stretch>
          </p:blipFill>
          <p:spPr>
            <a:xfrm>
              <a:off x="5318760" y="3196780"/>
              <a:ext cx="914494" cy="148113"/>
            </a:xfrm>
            <a:prstGeom prst="rect">
              <a:avLst/>
            </a:prstGeom>
          </p:spPr>
        </p:pic>
        <p:sp>
          <p:nvSpPr>
            <p:cNvPr id="47" name="object 47"/>
            <p:cNvSpPr/>
            <p:nvPr/>
          </p:nvSpPr>
          <p:spPr>
            <a:xfrm>
              <a:off x="1663636" y="3503485"/>
              <a:ext cx="2928620" cy="271780"/>
            </a:xfrm>
            <a:custGeom>
              <a:avLst/>
              <a:gdLst/>
              <a:ahLst/>
              <a:cxnLst/>
              <a:rect l="l" t="t" r="r" b="b"/>
              <a:pathLst>
                <a:path w="2928620" h="271779">
                  <a:moveTo>
                    <a:pt x="38100" y="247269"/>
                  </a:moveTo>
                  <a:lnTo>
                    <a:pt x="35052" y="242697"/>
                  </a:lnTo>
                  <a:lnTo>
                    <a:pt x="32004" y="239649"/>
                  </a:lnTo>
                  <a:lnTo>
                    <a:pt x="28956" y="235077"/>
                  </a:lnTo>
                  <a:lnTo>
                    <a:pt x="24384" y="233553"/>
                  </a:lnTo>
                  <a:lnTo>
                    <a:pt x="13716" y="233553"/>
                  </a:lnTo>
                  <a:lnTo>
                    <a:pt x="9144" y="235077"/>
                  </a:lnTo>
                  <a:lnTo>
                    <a:pt x="6096" y="239649"/>
                  </a:lnTo>
                  <a:lnTo>
                    <a:pt x="1524" y="242697"/>
                  </a:lnTo>
                  <a:lnTo>
                    <a:pt x="0" y="247269"/>
                  </a:lnTo>
                  <a:lnTo>
                    <a:pt x="0" y="257937"/>
                  </a:lnTo>
                  <a:lnTo>
                    <a:pt x="1524" y="262509"/>
                  </a:lnTo>
                  <a:lnTo>
                    <a:pt x="6096" y="265557"/>
                  </a:lnTo>
                  <a:lnTo>
                    <a:pt x="9144" y="270129"/>
                  </a:lnTo>
                  <a:lnTo>
                    <a:pt x="13716" y="271653"/>
                  </a:lnTo>
                  <a:lnTo>
                    <a:pt x="18288" y="271653"/>
                  </a:lnTo>
                  <a:lnTo>
                    <a:pt x="24384" y="271653"/>
                  </a:lnTo>
                  <a:lnTo>
                    <a:pt x="28956" y="270129"/>
                  </a:lnTo>
                  <a:lnTo>
                    <a:pt x="32004" y="265557"/>
                  </a:lnTo>
                  <a:lnTo>
                    <a:pt x="35052" y="262509"/>
                  </a:lnTo>
                  <a:lnTo>
                    <a:pt x="38100" y="257937"/>
                  </a:lnTo>
                  <a:lnTo>
                    <a:pt x="38100" y="247269"/>
                  </a:lnTo>
                  <a:close/>
                </a:path>
                <a:path w="2928620" h="271779">
                  <a:moveTo>
                    <a:pt x="2928366" y="4572"/>
                  </a:moveTo>
                  <a:lnTo>
                    <a:pt x="2926842" y="3048"/>
                  </a:lnTo>
                  <a:lnTo>
                    <a:pt x="2925216" y="1524"/>
                  </a:lnTo>
                  <a:lnTo>
                    <a:pt x="2922168" y="0"/>
                  </a:lnTo>
                  <a:lnTo>
                    <a:pt x="2917596" y="0"/>
                  </a:lnTo>
                  <a:lnTo>
                    <a:pt x="2911500" y="6096"/>
                  </a:lnTo>
                  <a:lnTo>
                    <a:pt x="2911500" y="10769"/>
                  </a:lnTo>
                  <a:lnTo>
                    <a:pt x="2913024" y="13817"/>
                  </a:lnTo>
                  <a:lnTo>
                    <a:pt x="2916072" y="16865"/>
                  </a:lnTo>
                  <a:lnTo>
                    <a:pt x="2920644" y="16865"/>
                  </a:lnTo>
                  <a:lnTo>
                    <a:pt x="2925216" y="16865"/>
                  </a:lnTo>
                  <a:lnTo>
                    <a:pt x="2926842" y="15341"/>
                  </a:lnTo>
                  <a:lnTo>
                    <a:pt x="2928366" y="13817"/>
                  </a:lnTo>
                  <a:lnTo>
                    <a:pt x="2928366" y="4572"/>
                  </a:lnTo>
                  <a:close/>
                </a:path>
              </a:pathLst>
            </a:custGeom>
            <a:solidFill>
              <a:srgbClr val="232323"/>
            </a:solidFill>
          </p:spPr>
          <p:txBody>
            <a:bodyPr wrap="square" lIns="0" tIns="0" rIns="0" bIns="0" rtlCol="0"/>
            <a:lstStyle/>
            <a:p>
              <a:endParaRPr/>
            </a:p>
          </p:txBody>
        </p:sp>
        <p:pic>
          <p:nvPicPr>
            <p:cNvPr id="48" name="object 48"/>
            <p:cNvPicPr/>
            <p:nvPr/>
          </p:nvPicPr>
          <p:blipFill>
            <a:blip r:embed="rId36" cstate="print"/>
            <a:stretch>
              <a:fillRect/>
            </a:stretch>
          </p:blipFill>
          <p:spPr>
            <a:xfrm>
              <a:off x="1865185" y="3691223"/>
              <a:ext cx="4300918" cy="347948"/>
            </a:xfrm>
            <a:prstGeom prst="rect">
              <a:avLst/>
            </a:prstGeom>
          </p:spPr>
        </p:pic>
        <p:sp>
          <p:nvSpPr>
            <p:cNvPr id="49" name="object 49"/>
            <p:cNvSpPr/>
            <p:nvPr/>
          </p:nvSpPr>
          <p:spPr>
            <a:xfrm>
              <a:off x="1405604" y="4232910"/>
              <a:ext cx="38735" cy="38735"/>
            </a:xfrm>
            <a:custGeom>
              <a:avLst/>
              <a:gdLst/>
              <a:ahLst/>
              <a:cxnLst/>
              <a:rect l="l" t="t" r="r" b="b"/>
              <a:pathLst>
                <a:path w="38734" h="38735">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50" name="object 50"/>
            <p:cNvPicPr/>
            <p:nvPr/>
          </p:nvPicPr>
          <p:blipFill>
            <a:blip r:embed="rId37" cstate="print"/>
            <a:stretch>
              <a:fillRect/>
            </a:stretch>
          </p:blipFill>
          <p:spPr>
            <a:xfrm>
              <a:off x="1596390" y="4188714"/>
              <a:ext cx="1253489" cy="114585"/>
            </a:xfrm>
            <a:prstGeom prst="rect">
              <a:avLst/>
            </a:prstGeom>
          </p:spPr>
        </p:pic>
        <p:sp>
          <p:nvSpPr>
            <p:cNvPr id="51" name="object 51"/>
            <p:cNvSpPr/>
            <p:nvPr/>
          </p:nvSpPr>
          <p:spPr>
            <a:xfrm>
              <a:off x="1663636" y="4519993"/>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52" name="object 52"/>
            <p:cNvPicPr/>
            <p:nvPr/>
          </p:nvPicPr>
          <p:blipFill>
            <a:blip r:embed="rId38" cstate="print"/>
            <a:stretch>
              <a:fillRect/>
            </a:stretch>
          </p:blipFill>
          <p:spPr>
            <a:xfrm>
              <a:off x="4297298" y="4509135"/>
              <a:ext cx="612266" cy="79438"/>
            </a:xfrm>
            <a:prstGeom prst="rect">
              <a:avLst/>
            </a:prstGeom>
          </p:spPr>
        </p:pic>
        <p:pic>
          <p:nvPicPr>
            <p:cNvPr id="53" name="object 53"/>
            <p:cNvPicPr/>
            <p:nvPr/>
          </p:nvPicPr>
          <p:blipFill>
            <a:blip r:embed="rId39" cstate="print"/>
            <a:stretch>
              <a:fillRect/>
            </a:stretch>
          </p:blipFill>
          <p:spPr>
            <a:xfrm>
              <a:off x="4970621" y="4474083"/>
              <a:ext cx="777144" cy="114490"/>
            </a:xfrm>
            <a:prstGeom prst="rect">
              <a:avLst/>
            </a:prstGeom>
          </p:spPr>
        </p:pic>
        <p:pic>
          <p:nvPicPr>
            <p:cNvPr id="54" name="object 54"/>
            <p:cNvPicPr/>
            <p:nvPr/>
          </p:nvPicPr>
          <p:blipFill>
            <a:blip r:embed="rId40" cstate="print"/>
            <a:stretch>
              <a:fillRect/>
            </a:stretch>
          </p:blipFill>
          <p:spPr>
            <a:xfrm>
              <a:off x="1865185" y="4472654"/>
              <a:ext cx="3481006" cy="360140"/>
            </a:xfrm>
            <a:prstGeom prst="rect">
              <a:avLst/>
            </a:prstGeom>
          </p:spPr>
        </p:pic>
        <p:sp>
          <p:nvSpPr>
            <p:cNvPr id="55" name="object 55"/>
            <p:cNvSpPr/>
            <p:nvPr/>
          </p:nvSpPr>
          <p:spPr>
            <a:xfrm>
              <a:off x="1863559" y="4719738"/>
              <a:ext cx="3519804" cy="113664"/>
            </a:xfrm>
            <a:custGeom>
              <a:avLst/>
              <a:gdLst/>
              <a:ahLst/>
              <a:cxnLst/>
              <a:rect l="l" t="t" r="r" b="b"/>
              <a:pathLst>
                <a:path w="3519804" h="113664">
                  <a:moveTo>
                    <a:pt x="39725" y="88"/>
                  </a:moveTo>
                  <a:lnTo>
                    <a:pt x="27520" y="88"/>
                  </a:lnTo>
                  <a:lnTo>
                    <a:pt x="22948" y="1612"/>
                  </a:lnTo>
                  <a:lnTo>
                    <a:pt x="19900" y="4660"/>
                  </a:lnTo>
                  <a:lnTo>
                    <a:pt x="16852" y="6184"/>
                  </a:lnTo>
                  <a:lnTo>
                    <a:pt x="13716" y="10756"/>
                  </a:lnTo>
                  <a:lnTo>
                    <a:pt x="12192" y="16852"/>
                  </a:lnTo>
                  <a:lnTo>
                    <a:pt x="12192" y="1612"/>
                  </a:lnTo>
                  <a:lnTo>
                    <a:pt x="0" y="1612"/>
                  </a:lnTo>
                  <a:lnTo>
                    <a:pt x="0" y="77914"/>
                  </a:lnTo>
                  <a:lnTo>
                    <a:pt x="12192" y="77914"/>
                  </a:lnTo>
                  <a:lnTo>
                    <a:pt x="12192" y="30670"/>
                  </a:lnTo>
                  <a:lnTo>
                    <a:pt x="13716" y="24472"/>
                  </a:lnTo>
                  <a:lnTo>
                    <a:pt x="16852" y="18376"/>
                  </a:lnTo>
                  <a:lnTo>
                    <a:pt x="17868" y="16852"/>
                  </a:lnTo>
                  <a:lnTo>
                    <a:pt x="19900" y="13804"/>
                  </a:lnTo>
                  <a:lnTo>
                    <a:pt x="25996" y="10756"/>
                  </a:lnTo>
                  <a:lnTo>
                    <a:pt x="36677" y="10756"/>
                  </a:lnTo>
                  <a:lnTo>
                    <a:pt x="36677" y="12280"/>
                  </a:lnTo>
                  <a:lnTo>
                    <a:pt x="37058" y="10756"/>
                  </a:lnTo>
                  <a:lnTo>
                    <a:pt x="39725" y="88"/>
                  </a:lnTo>
                  <a:close/>
                </a:path>
                <a:path w="3519804" h="113664">
                  <a:moveTo>
                    <a:pt x="114579" y="36766"/>
                  </a:moveTo>
                  <a:lnTo>
                    <a:pt x="114274" y="32194"/>
                  </a:lnTo>
                  <a:lnTo>
                    <a:pt x="114211" y="31216"/>
                  </a:lnTo>
                  <a:lnTo>
                    <a:pt x="114007" y="28194"/>
                  </a:lnTo>
                  <a:lnTo>
                    <a:pt x="112293" y="20764"/>
                  </a:lnTo>
                  <a:lnTo>
                    <a:pt x="109435" y="14478"/>
                  </a:lnTo>
                  <a:lnTo>
                    <a:pt x="105435" y="9334"/>
                  </a:lnTo>
                  <a:lnTo>
                    <a:pt x="100863" y="3238"/>
                  </a:lnTo>
                  <a:lnTo>
                    <a:pt x="100863" y="24574"/>
                  </a:lnTo>
                  <a:lnTo>
                    <a:pt x="100863" y="32194"/>
                  </a:lnTo>
                  <a:lnTo>
                    <a:pt x="59626" y="32194"/>
                  </a:lnTo>
                  <a:lnTo>
                    <a:pt x="61150" y="26098"/>
                  </a:lnTo>
                  <a:lnTo>
                    <a:pt x="64198" y="20002"/>
                  </a:lnTo>
                  <a:lnTo>
                    <a:pt x="67246" y="15430"/>
                  </a:lnTo>
                  <a:lnTo>
                    <a:pt x="76390" y="9334"/>
                  </a:lnTo>
                  <a:lnTo>
                    <a:pt x="88671" y="9334"/>
                  </a:lnTo>
                  <a:lnTo>
                    <a:pt x="93243" y="12382"/>
                  </a:lnTo>
                  <a:lnTo>
                    <a:pt x="96291" y="15430"/>
                  </a:lnTo>
                  <a:lnTo>
                    <a:pt x="99339" y="20002"/>
                  </a:lnTo>
                  <a:lnTo>
                    <a:pt x="100863" y="24574"/>
                  </a:lnTo>
                  <a:lnTo>
                    <a:pt x="100863" y="3238"/>
                  </a:lnTo>
                  <a:lnTo>
                    <a:pt x="93243" y="190"/>
                  </a:lnTo>
                  <a:lnTo>
                    <a:pt x="82486" y="190"/>
                  </a:lnTo>
                  <a:lnTo>
                    <a:pt x="49720" y="23622"/>
                  </a:lnTo>
                  <a:lnTo>
                    <a:pt x="47942" y="32194"/>
                  </a:lnTo>
                  <a:lnTo>
                    <a:pt x="47434" y="39814"/>
                  </a:lnTo>
                  <a:lnTo>
                    <a:pt x="68580" y="77063"/>
                  </a:lnTo>
                  <a:lnTo>
                    <a:pt x="84010" y="79540"/>
                  </a:lnTo>
                  <a:lnTo>
                    <a:pt x="88671" y="79540"/>
                  </a:lnTo>
                  <a:lnTo>
                    <a:pt x="94767" y="78016"/>
                  </a:lnTo>
                  <a:lnTo>
                    <a:pt x="97815" y="78016"/>
                  </a:lnTo>
                  <a:lnTo>
                    <a:pt x="102387" y="76492"/>
                  </a:lnTo>
                  <a:lnTo>
                    <a:pt x="106959" y="73444"/>
                  </a:lnTo>
                  <a:lnTo>
                    <a:pt x="111531" y="71920"/>
                  </a:lnTo>
                  <a:lnTo>
                    <a:pt x="109499" y="68872"/>
                  </a:lnTo>
                  <a:lnTo>
                    <a:pt x="105435" y="62776"/>
                  </a:lnTo>
                  <a:lnTo>
                    <a:pt x="99339" y="65824"/>
                  </a:lnTo>
                  <a:lnTo>
                    <a:pt x="94767" y="67348"/>
                  </a:lnTo>
                  <a:lnTo>
                    <a:pt x="91719" y="68872"/>
                  </a:lnTo>
                  <a:lnTo>
                    <a:pt x="77914" y="68872"/>
                  </a:lnTo>
                  <a:lnTo>
                    <a:pt x="71818" y="67348"/>
                  </a:lnTo>
                  <a:lnTo>
                    <a:pt x="67246" y="62776"/>
                  </a:lnTo>
                  <a:lnTo>
                    <a:pt x="62674" y="58102"/>
                  </a:lnTo>
                  <a:lnTo>
                    <a:pt x="59626" y="50482"/>
                  </a:lnTo>
                  <a:lnTo>
                    <a:pt x="59626" y="42862"/>
                  </a:lnTo>
                  <a:lnTo>
                    <a:pt x="114579" y="42862"/>
                  </a:lnTo>
                  <a:lnTo>
                    <a:pt x="114579" y="36766"/>
                  </a:lnTo>
                  <a:close/>
                </a:path>
                <a:path w="3519804" h="113664">
                  <a:moveTo>
                    <a:pt x="187833" y="6184"/>
                  </a:moveTo>
                  <a:lnTo>
                    <a:pt x="184785" y="3136"/>
                  </a:lnTo>
                  <a:lnTo>
                    <a:pt x="180213" y="1612"/>
                  </a:lnTo>
                  <a:lnTo>
                    <a:pt x="177165" y="1612"/>
                  </a:lnTo>
                  <a:lnTo>
                    <a:pt x="174117" y="88"/>
                  </a:lnTo>
                  <a:lnTo>
                    <a:pt x="166497" y="88"/>
                  </a:lnTo>
                  <a:lnTo>
                    <a:pt x="157848" y="685"/>
                  </a:lnTo>
                  <a:lnTo>
                    <a:pt x="127584" y="32410"/>
                  </a:lnTo>
                  <a:lnTo>
                    <a:pt x="126784" y="41236"/>
                  </a:lnTo>
                  <a:lnTo>
                    <a:pt x="127584" y="49872"/>
                  </a:lnTo>
                  <a:lnTo>
                    <a:pt x="155917" y="78841"/>
                  </a:lnTo>
                  <a:lnTo>
                    <a:pt x="163449" y="79438"/>
                  </a:lnTo>
                  <a:lnTo>
                    <a:pt x="172593" y="79438"/>
                  </a:lnTo>
                  <a:lnTo>
                    <a:pt x="178689" y="76390"/>
                  </a:lnTo>
                  <a:lnTo>
                    <a:pt x="183261" y="74866"/>
                  </a:lnTo>
                  <a:lnTo>
                    <a:pt x="186309" y="73342"/>
                  </a:lnTo>
                  <a:lnTo>
                    <a:pt x="180213" y="64198"/>
                  </a:lnTo>
                  <a:lnTo>
                    <a:pt x="178689" y="65722"/>
                  </a:lnTo>
                  <a:lnTo>
                    <a:pt x="175641" y="67246"/>
                  </a:lnTo>
                  <a:lnTo>
                    <a:pt x="172593" y="67246"/>
                  </a:lnTo>
                  <a:lnTo>
                    <a:pt x="169545" y="68770"/>
                  </a:lnTo>
                  <a:lnTo>
                    <a:pt x="157353" y="68770"/>
                  </a:lnTo>
                  <a:lnTo>
                    <a:pt x="151168" y="65722"/>
                  </a:lnTo>
                  <a:lnTo>
                    <a:pt x="142024" y="56578"/>
                  </a:lnTo>
                  <a:lnTo>
                    <a:pt x="138976" y="48958"/>
                  </a:lnTo>
                  <a:lnTo>
                    <a:pt x="138976" y="30568"/>
                  </a:lnTo>
                  <a:lnTo>
                    <a:pt x="142024" y="24472"/>
                  </a:lnTo>
                  <a:lnTo>
                    <a:pt x="151168" y="12280"/>
                  </a:lnTo>
                  <a:lnTo>
                    <a:pt x="157353" y="9232"/>
                  </a:lnTo>
                  <a:lnTo>
                    <a:pt x="169545" y="9232"/>
                  </a:lnTo>
                  <a:lnTo>
                    <a:pt x="172593" y="10756"/>
                  </a:lnTo>
                  <a:lnTo>
                    <a:pt x="174117" y="10756"/>
                  </a:lnTo>
                  <a:lnTo>
                    <a:pt x="177165" y="12280"/>
                  </a:lnTo>
                  <a:lnTo>
                    <a:pt x="180213" y="12280"/>
                  </a:lnTo>
                  <a:lnTo>
                    <a:pt x="183261" y="13804"/>
                  </a:lnTo>
                  <a:lnTo>
                    <a:pt x="187833" y="6184"/>
                  </a:lnTo>
                  <a:close/>
                </a:path>
                <a:path w="3519804" h="113664">
                  <a:moveTo>
                    <a:pt x="273265" y="39725"/>
                  </a:moveTo>
                  <a:lnTo>
                    <a:pt x="259549" y="6832"/>
                  </a:lnTo>
                  <a:lnTo>
                    <a:pt x="259549" y="48869"/>
                  </a:lnTo>
                  <a:lnTo>
                    <a:pt x="258025" y="56489"/>
                  </a:lnTo>
                  <a:lnTo>
                    <a:pt x="248881" y="65633"/>
                  </a:lnTo>
                  <a:lnTo>
                    <a:pt x="244309" y="68681"/>
                  </a:lnTo>
                  <a:lnTo>
                    <a:pt x="227457" y="68681"/>
                  </a:lnTo>
                  <a:lnTo>
                    <a:pt x="221361" y="65633"/>
                  </a:lnTo>
                  <a:lnTo>
                    <a:pt x="212217" y="56489"/>
                  </a:lnTo>
                  <a:lnTo>
                    <a:pt x="212102" y="55918"/>
                  </a:lnTo>
                  <a:lnTo>
                    <a:pt x="210693" y="48869"/>
                  </a:lnTo>
                  <a:lnTo>
                    <a:pt x="210756" y="30238"/>
                  </a:lnTo>
                  <a:lnTo>
                    <a:pt x="212217" y="22961"/>
                  </a:lnTo>
                  <a:lnTo>
                    <a:pt x="216789" y="18389"/>
                  </a:lnTo>
                  <a:lnTo>
                    <a:pt x="221361" y="12293"/>
                  </a:lnTo>
                  <a:lnTo>
                    <a:pt x="227457" y="9245"/>
                  </a:lnTo>
                  <a:lnTo>
                    <a:pt x="242785" y="9245"/>
                  </a:lnTo>
                  <a:lnTo>
                    <a:pt x="259549" y="48869"/>
                  </a:lnTo>
                  <a:lnTo>
                    <a:pt x="259549" y="6832"/>
                  </a:lnTo>
                  <a:lnTo>
                    <a:pt x="257479" y="5181"/>
                  </a:lnTo>
                  <a:lnTo>
                    <a:pt x="251358" y="2298"/>
                  </a:lnTo>
                  <a:lnTo>
                    <a:pt x="244386" y="571"/>
                  </a:lnTo>
                  <a:lnTo>
                    <a:pt x="236689" y="0"/>
                  </a:lnTo>
                  <a:lnTo>
                    <a:pt x="228384" y="571"/>
                  </a:lnTo>
                  <a:lnTo>
                    <a:pt x="228142" y="571"/>
                  </a:lnTo>
                  <a:lnTo>
                    <a:pt x="197789" y="30911"/>
                  </a:lnTo>
                  <a:lnTo>
                    <a:pt x="196977" y="39725"/>
                  </a:lnTo>
                  <a:lnTo>
                    <a:pt x="197789" y="48310"/>
                  </a:lnTo>
                  <a:lnTo>
                    <a:pt x="226542" y="78841"/>
                  </a:lnTo>
                  <a:lnTo>
                    <a:pt x="235165" y="79438"/>
                  </a:lnTo>
                  <a:lnTo>
                    <a:pt x="242887" y="78841"/>
                  </a:lnTo>
                  <a:lnTo>
                    <a:pt x="272465" y="48310"/>
                  </a:lnTo>
                  <a:lnTo>
                    <a:pt x="273265" y="39725"/>
                  </a:lnTo>
                  <a:close/>
                </a:path>
                <a:path w="3519804" h="113664">
                  <a:moveTo>
                    <a:pt x="352704" y="1612"/>
                  </a:moveTo>
                  <a:lnTo>
                    <a:pt x="338988" y="1612"/>
                  </a:lnTo>
                  <a:lnTo>
                    <a:pt x="319087" y="56578"/>
                  </a:lnTo>
                  <a:lnTo>
                    <a:pt x="319087" y="58102"/>
                  </a:lnTo>
                  <a:lnTo>
                    <a:pt x="317563" y="59626"/>
                  </a:lnTo>
                  <a:lnTo>
                    <a:pt x="317563" y="67246"/>
                  </a:lnTo>
                  <a:lnTo>
                    <a:pt x="316039" y="67246"/>
                  </a:lnTo>
                  <a:lnTo>
                    <a:pt x="316039" y="62674"/>
                  </a:lnTo>
                  <a:lnTo>
                    <a:pt x="314515" y="61150"/>
                  </a:lnTo>
                  <a:lnTo>
                    <a:pt x="314515" y="56578"/>
                  </a:lnTo>
                  <a:lnTo>
                    <a:pt x="294703" y="1612"/>
                  </a:lnTo>
                  <a:lnTo>
                    <a:pt x="280987" y="1612"/>
                  </a:lnTo>
                  <a:lnTo>
                    <a:pt x="309943" y="77914"/>
                  </a:lnTo>
                  <a:lnTo>
                    <a:pt x="322135" y="77914"/>
                  </a:lnTo>
                  <a:lnTo>
                    <a:pt x="352704" y="1612"/>
                  </a:lnTo>
                  <a:close/>
                </a:path>
                <a:path w="3519804" h="113664">
                  <a:moveTo>
                    <a:pt x="427570" y="36677"/>
                  </a:moveTo>
                  <a:lnTo>
                    <a:pt x="427266" y="32105"/>
                  </a:lnTo>
                  <a:lnTo>
                    <a:pt x="427202" y="31127"/>
                  </a:lnTo>
                  <a:lnTo>
                    <a:pt x="426999" y="28105"/>
                  </a:lnTo>
                  <a:lnTo>
                    <a:pt x="425284" y="20675"/>
                  </a:lnTo>
                  <a:lnTo>
                    <a:pt x="422427" y="14389"/>
                  </a:lnTo>
                  <a:lnTo>
                    <a:pt x="418426" y="9245"/>
                  </a:lnTo>
                  <a:lnTo>
                    <a:pt x="413766" y="3149"/>
                  </a:lnTo>
                  <a:lnTo>
                    <a:pt x="413766" y="24485"/>
                  </a:lnTo>
                  <a:lnTo>
                    <a:pt x="413766" y="32105"/>
                  </a:lnTo>
                  <a:lnTo>
                    <a:pt x="372618" y="32105"/>
                  </a:lnTo>
                  <a:lnTo>
                    <a:pt x="375666" y="19913"/>
                  </a:lnTo>
                  <a:lnTo>
                    <a:pt x="380238" y="15341"/>
                  </a:lnTo>
                  <a:lnTo>
                    <a:pt x="389382" y="9245"/>
                  </a:lnTo>
                  <a:lnTo>
                    <a:pt x="401574" y="9245"/>
                  </a:lnTo>
                  <a:lnTo>
                    <a:pt x="406146" y="12293"/>
                  </a:lnTo>
                  <a:lnTo>
                    <a:pt x="409194" y="15341"/>
                  </a:lnTo>
                  <a:lnTo>
                    <a:pt x="412242" y="19913"/>
                  </a:lnTo>
                  <a:lnTo>
                    <a:pt x="413766" y="24485"/>
                  </a:lnTo>
                  <a:lnTo>
                    <a:pt x="413766" y="3149"/>
                  </a:lnTo>
                  <a:lnTo>
                    <a:pt x="404622" y="101"/>
                  </a:lnTo>
                  <a:lnTo>
                    <a:pt x="395478" y="101"/>
                  </a:lnTo>
                  <a:lnTo>
                    <a:pt x="362623" y="23533"/>
                  </a:lnTo>
                  <a:lnTo>
                    <a:pt x="360324" y="39725"/>
                  </a:lnTo>
                  <a:lnTo>
                    <a:pt x="360908" y="48590"/>
                  </a:lnTo>
                  <a:lnTo>
                    <a:pt x="388645" y="78841"/>
                  </a:lnTo>
                  <a:lnTo>
                    <a:pt x="397002" y="79438"/>
                  </a:lnTo>
                  <a:lnTo>
                    <a:pt x="401574" y="79438"/>
                  </a:lnTo>
                  <a:lnTo>
                    <a:pt x="407670" y="77914"/>
                  </a:lnTo>
                  <a:lnTo>
                    <a:pt x="410718" y="77914"/>
                  </a:lnTo>
                  <a:lnTo>
                    <a:pt x="415290" y="76390"/>
                  </a:lnTo>
                  <a:lnTo>
                    <a:pt x="419950" y="73342"/>
                  </a:lnTo>
                  <a:lnTo>
                    <a:pt x="424522" y="71818"/>
                  </a:lnTo>
                  <a:lnTo>
                    <a:pt x="422490" y="68770"/>
                  </a:lnTo>
                  <a:lnTo>
                    <a:pt x="418426" y="62674"/>
                  </a:lnTo>
                  <a:lnTo>
                    <a:pt x="415290" y="64198"/>
                  </a:lnTo>
                  <a:lnTo>
                    <a:pt x="412242" y="65722"/>
                  </a:lnTo>
                  <a:lnTo>
                    <a:pt x="407670" y="67246"/>
                  </a:lnTo>
                  <a:lnTo>
                    <a:pt x="404622" y="68770"/>
                  </a:lnTo>
                  <a:lnTo>
                    <a:pt x="389382" y="68770"/>
                  </a:lnTo>
                  <a:lnTo>
                    <a:pt x="384810" y="67246"/>
                  </a:lnTo>
                  <a:lnTo>
                    <a:pt x="375666" y="58102"/>
                  </a:lnTo>
                  <a:lnTo>
                    <a:pt x="372618" y="50482"/>
                  </a:lnTo>
                  <a:lnTo>
                    <a:pt x="372618" y="42862"/>
                  </a:lnTo>
                  <a:lnTo>
                    <a:pt x="427570" y="42862"/>
                  </a:lnTo>
                  <a:lnTo>
                    <a:pt x="427570" y="36677"/>
                  </a:lnTo>
                  <a:close/>
                </a:path>
                <a:path w="3519804" h="113664">
                  <a:moveTo>
                    <a:pt x="485584" y="0"/>
                  </a:moveTo>
                  <a:lnTo>
                    <a:pt x="473392" y="0"/>
                  </a:lnTo>
                  <a:lnTo>
                    <a:pt x="468820" y="1524"/>
                  </a:lnTo>
                  <a:lnTo>
                    <a:pt x="465772" y="4572"/>
                  </a:lnTo>
                  <a:lnTo>
                    <a:pt x="462724" y="6184"/>
                  </a:lnTo>
                  <a:lnTo>
                    <a:pt x="459676" y="10756"/>
                  </a:lnTo>
                  <a:lnTo>
                    <a:pt x="458152" y="16852"/>
                  </a:lnTo>
                  <a:lnTo>
                    <a:pt x="458152" y="1524"/>
                  </a:lnTo>
                  <a:lnTo>
                    <a:pt x="445960" y="1524"/>
                  </a:lnTo>
                  <a:lnTo>
                    <a:pt x="445960" y="77914"/>
                  </a:lnTo>
                  <a:lnTo>
                    <a:pt x="458152" y="77914"/>
                  </a:lnTo>
                  <a:lnTo>
                    <a:pt x="458152" y="30568"/>
                  </a:lnTo>
                  <a:lnTo>
                    <a:pt x="459676" y="24472"/>
                  </a:lnTo>
                  <a:lnTo>
                    <a:pt x="462724" y="18376"/>
                  </a:lnTo>
                  <a:lnTo>
                    <a:pt x="464248" y="16852"/>
                  </a:lnTo>
                  <a:lnTo>
                    <a:pt x="467296" y="13804"/>
                  </a:lnTo>
                  <a:lnTo>
                    <a:pt x="471868" y="10756"/>
                  </a:lnTo>
                  <a:lnTo>
                    <a:pt x="482536" y="10756"/>
                  </a:lnTo>
                  <a:lnTo>
                    <a:pt x="482536" y="12280"/>
                  </a:lnTo>
                  <a:lnTo>
                    <a:pt x="482917" y="10756"/>
                  </a:lnTo>
                  <a:lnTo>
                    <a:pt x="485584" y="0"/>
                  </a:lnTo>
                  <a:close/>
                </a:path>
                <a:path w="3519804" h="113664">
                  <a:moveTo>
                    <a:pt x="558838" y="1612"/>
                  </a:moveTo>
                  <a:lnTo>
                    <a:pt x="546646" y="1612"/>
                  </a:lnTo>
                  <a:lnTo>
                    <a:pt x="525310" y="59626"/>
                  </a:lnTo>
                  <a:lnTo>
                    <a:pt x="523786" y="61150"/>
                  </a:lnTo>
                  <a:lnTo>
                    <a:pt x="523786" y="65722"/>
                  </a:lnTo>
                  <a:lnTo>
                    <a:pt x="522160" y="65722"/>
                  </a:lnTo>
                  <a:lnTo>
                    <a:pt x="522160" y="61150"/>
                  </a:lnTo>
                  <a:lnTo>
                    <a:pt x="520636" y="59626"/>
                  </a:lnTo>
                  <a:lnTo>
                    <a:pt x="500824" y="1612"/>
                  </a:lnTo>
                  <a:lnTo>
                    <a:pt x="487108" y="1612"/>
                  </a:lnTo>
                  <a:lnTo>
                    <a:pt x="517588" y="77914"/>
                  </a:lnTo>
                  <a:lnTo>
                    <a:pt x="506920" y="99250"/>
                  </a:lnTo>
                  <a:lnTo>
                    <a:pt x="505396" y="100774"/>
                  </a:lnTo>
                  <a:lnTo>
                    <a:pt x="502348" y="102298"/>
                  </a:lnTo>
                  <a:lnTo>
                    <a:pt x="491680" y="102298"/>
                  </a:lnTo>
                  <a:lnTo>
                    <a:pt x="490156" y="113055"/>
                  </a:lnTo>
                  <a:lnTo>
                    <a:pt x="503872" y="113055"/>
                  </a:lnTo>
                  <a:lnTo>
                    <a:pt x="508444" y="111531"/>
                  </a:lnTo>
                  <a:lnTo>
                    <a:pt x="513016" y="108394"/>
                  </a:lnTo>
                  <a:lnTo>
                    <a:pt x="516064" y="103822"/>
                  </a:lnTo>
                  <a:lnTo>
                    <a:pt x="520636" y="99250"/>
                  </a:lnTo>
                  <a:lnTo>
                    <a:pt x="523786" y="91630"/>
                  </a:lnTo>
                  <a:lnTo>
                    <a:pt x="533869" y="65722"/>
                  </a:lnTo>
                  <a:lnTo>
                    <a:pt x="558838" y="1612"/>
                  </a:lnTo>
                  <a:close/>
                </a:path>
                <a:path w="3519804" h="113664">
                  <a:moveTo>
                    <a:pt x="583311" y="61150"/>
                  </a:moveTo>
                  <a:lnTo>
                    <a:pt x="571030" y="61150"/>
                  </a:lnTo>
                  <a:lnTo>
                    <a:pt x="563410" y="97726"/>
                  </a:lnTo>
                  <a:lnTo>
                    <a:pt x="571030" y="97726"/>
                  </a:lnTo>
                  <a:lnTo>
                    <a:pt x="583311" y="61150"/>
                  </a:lnTo>
                  <a:close/>
                </a:path>
                <a:path w="3519804" h="113664">
                  <a:moveTo>
                    <a:pt x="3519297" y="68770"/>
                  </a:moveTo>
                  <a:lnTo>
                    <a:pt x="3517773" y="65722"/>
                  </a:lnTo>
                  <a:lnTo>
                    <a:pt x="3514725" y="62674"/>
                  </a:lnTo>
                  <a:lnTo>
                    <a:pt x="3505479" y="62674"/>
                  </a:lnTo>
                  <a:lnTo>
                    <a:pt x="3502431" y="65722"/>
                  </a:lnTo>
                  <a:lnTo>
                    <a:pt x="3500907" y="68770"/>
                  </a:lnTo>
                  <a:lnTo>
                    <a:pt x="3500907" y="73342"/>
                  </a:lnTo>
                  <a:lnTo>
                    <a:pt x="3505479" y="77914"/>
                  </a:lnTo>
                  <a:lnTo>
                    <a:pt x="3508527" y="79438"/>
                  </a:lnTo>
                  <a:lnTo>
                    <a:pt x="3510051" y="79438"/>
                  </a:lnTo>
                  <a:lnTo>
                    <a:pt x="3513201" y="79438"/>
                  </a:lnTo>
                  <a:lnTo>
                    <a:pt x="3519297" y="73342"/>
                  </a:lnTo>
                  <a:lnTo>
                    <a:pt x="3519297" y="68770"/>
                  </a:lnTo>
                  <a:close/>
                </a:path>
              </a:pathLst>
            </a:custGeom>
            <a:solidFill>
              <a:srgbClr val="232323"/>
            </a:solidFill>
          </p:spPr>
          <p:txBody>
            <a:bodyPr wrap="square" lIns="0" tIns="0" rIns="0" bIns="0" rtlCol="0"/>
            <a:lstStyle/>
            <a:p>
              <a:endParaRPr/>
            </a:p>
          </p:txBody>
        </p:sp>
        <p:pic>
          <p:nvPicPr>
            <p:cNvPr id="56" name="object 56"/>
            <p:cNvPicPr/>
            <p:nvPr/>
          </p:nvPicPr>
          <p:blipFill>
            <a:blip r:embed="rId41" cstate="print"/>
            <a:stretch>
              <a:fillRect/>
            </a:stretch>
          </p:blipFill>
          <p:spPr>
            <a:xfrm>
              <a:off x="1344548" y="5052536"/>
              <a:ext cx="132778" cy="137350"/>
            </a:xfrm>
            <a:prstGeom prst="rect">
              <a:avLst/>
            </a:prstGeom>
          </p:spPr>
        </p:pic>
        <p:pic>
          <p:nvPicPr>
            <p:cNvPr id="57" name="object 57"/>
            <p:cNvPicPr/>
            <p:nvPr/>
          </p:nvPicPr>
          <p:blipFill>
            <a:blip r:embed="rId42" cstate="print"/>
            <a:stretch>
              <a:fillRect/>
            </a:stretch>
          </p:blipFill>
          <p:spPr>
            <a:xfrm>
              <a:off x="1546002" y="5044916"/>
              <a:ext cx="2143601" cy="187642"/>
            </a:xfrm>
            <a:prstGeom prst="rect">
              <a:avLst/>
            </a:prstGeom>
          </p:spPr>
        </p:pic>
        <p:sp>
          <p:nvSpPr>
            <p:cNvPr id="58" name="object 58"/>
            <p:cNvSpPr/>
            <p:nvPr/>
          </p:nvSpPr>
          <p:spPr>
            <a:xfrm>
              <a:off x="1405604" y="5397436"/>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59" name="object 59"/>
            <p:cNvPicPr/>
            <p:nvPr/>
          </p:nvPicPr>
          <p:blipFill>
            <a:blip r:embed="rId43" cstate="print"/>
            <a:stretch>
              <a:fillRect/>
            </a:stretch>
          </p:blipFill>
          <p:spPr>
            <a:xfrm>
              <a:off x="1596390" y="5351526"/>
              <a:ext cx="2010822" cy="149637"/>
            </a:xfrm>
            <a:prstGeom prst="rect">
              <a:avLst/>
            </a:prstGeom>
          </p:spPr>
        </p:pic>
        <p:sp>
          <p:nvSpPr>
            <p:cNvPr id="60" name="object 60"/>
            <p:cNvSpPr/>
            <p:nvPr/>
          </p:nvSpPr>
          <p:spPr>
            <a:xfrm>
              <a:off x="1663636" y="5682805"/>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61" name="object 61"/>
            <p:cNvPicPr/>
            <p:nvPr/>
          </p:nvPicPr>
          <p:blipFill>
            <a:blip r:embed="rId44" cstate="print"/>
            <a:stretch>
              <a:fillRect/>
            </a:stretch>
          </p:blipFill>
          <p:spPr>
            <a:xfrm>
              <a:off x="1855946" y="5636990"/>
              <a:ext cx="3429190" cy="360235"/>
            </a:xfrm>
            <a:prstGeom prst="rect">
              <a:avLst/>
            </a:prstGeom>
          </p:spPr>
        </p:pic>
        <p:pic>
          <p:nvPicPr>
            <p:cNvPr id="62" name="object 62"/>
            <p:cNvPicPr/>
            <p:nvPr/>
          </p:nvPicPr>
          <p:blipFill>
            <a:blip r:embed="rId45" cstate="print"/>
            <a:stretch>
              <a:fillRect/>
            </a:stretch>
          </p:blipFill>
          <p:spPr>
            <a:xfrm>
              <a:off x="5304949" y="5638513"/>
              <a:ext cx="816864" cy="148018"/>
            </a:xfrm>
            <a:prstGeom prst="rect">
              <a:avLst/>
            </a:prstGeom>
          </p:spPr>
        </p:pic>
        <p:sp>
          <p:nvSpPr>
            <p:cNvPr id="63" name="object 63"/>
            <p:cNvSpPr/>
            <p:nvPr/>
          </p:nvSpPr>
          <p:spPr>
            <a:xfrm>
              <a:off x="1405604" y="6178677"/>
              <a:ext cx="38735" cy="38735"/>
            </a:xfrm>
            <a:custGeom>
              <a:avLst/>
              <a:gdLst/>
              <a:ahLst/>
              <a:cxnLst/>
              <a:rect l="l" t="t" r="r" b="b"/>
              <a:pathLst>
                <a:path w="38734" h="38735">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64" name="object 64"/>
            <p:cNvPicPr/>
            <p:nvPr/>
          </p:nvPicPr>
          <p:blipFill>
            <a:blip r:embed="rId46" cstate="print"/>
            <a:stretch>
              <a:fillRect/>
            </a:stretch>
          </p:blipFill>
          <p:spPr>
            <a:xfrm>
              <a:off x="1596390" y="6134480"/>
              <a:ext cx="1731359" cy="148114"/>
            </a:xfrm>
            <a:prstGeom prst="rect">
              <a:avLst/>
            </a:prstGeom>
          </p:spPr>
        </p:pic>
        <p:sp>
          <p:nvSpPr>
            <p:cNvPr id="65" name="object 65"/>
            <p:cNvSpPr/>
            <p:nvPr/>
          </p:nvSpPr>
          <p:spPr>
            <a:xfrm>
              <a:off x="1663636" y="6465760"/>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66" name="object 66"/>
            <p:cNvPicPr/>
            <p:nvPr/>
          </p:nvPicPr>
          <p:blipFill>
            <a:blip r:embed="rId47" cstate="print"/>
            <a:stretch>
              <a:fillRect/>
            </a:stretch>
          </p:blipFill>
          <p:spPr>
            <a:xfrm>
              <a:off x="1855946" y="6418326"/>
              <a:ext cx="3429190" cy="360139"/>
            </a:xfrm>
            <a:prstGeom prst="rect">
              <a:avLst/>
            </a:prstGeom>
          </p:spPr>
        </p:pic>
        <p:pic>
          <p:nvPicPr>
            <p:cNvPr id="67" name="object 67"/>
            <p:cNvPicPr/>
            <p:nvPr/>
          </p:nvPicPr>
          <p:blipFill>
            <a:blip r:embed="rId48" cstate="print"/>
            <a:stretch>
              <a:fillRect/>
            </a:stretch>
          </p:blipFill>
          <p:spPr>
            <a:xfrm>
              <a:off x="5355335" y="6424422"/>
              <a:ext cx="526732" cy="128206"/>
            </a:xfrm>
            <a:prstGeom prst="rect">
              <a:avLst/>
            </a:prstGeom>
          </p:spPr>
        </p:pic>
        <p:sp>
          <p:nvSpPr>
            <p:cNvPr id="68" name="object 68"/>
            <p:cNvSpPr/>
            <p:nvPr/>
          </p:nvSpPr>
          <p:spPr>
            <a:xfrm>
              <a:off x="5947695" y="6425946"/>
              <a:ext cx="12700" cy="107314"/>
            </a:xfrm>
            <a:custGeom>
              <a:avLst/>
              <a:gdLst/>
              <a:ahLst/>
              <a:cxnLst/>
              <a:rect l="l" t="t" r="r" b="b"/>
              <a:pathLst>
                <a:path w="12700" h="107315">
                  <a:moveTo>
                    <a:pt x="12287" y="106870"/>
                  </a:moveTo>
                  <a:lnTo>
                    <a:pt x="0" y="106870"/>
                  </a:lnTo>
                  <a:lnTo>
                    <a:pt x="0" y="0"/>
                  </a:lnTo>
                  <a:lnTo>
                    <a:pt x="12287" y="0"/>
                  </a:lnTo>
                  <a:lnTo>
                    <a:pt x="12287" y="106870"/>
                  </a:lnTo>
                  <a:close/>
                </a:path>
              </a:pathLst>
            </a:custGeom>
            <a:solidFill>
              <a:srgbClr val="232323"/>
            </a:solidFill>
          </p:spPr>
          <p:txBody>
            <a:bodyPr wrap="square" lIns="0" tIns="0" rIns="0" bIns="0" rtlCol="0"/>
            <a:lstStyle/>
            <a:p>
              <a:endParaRPr/>
            </a:p>
          </p:txBody>
        </p:sp>
        <p:pic>
          <p:nvPicPr>
            <p:cNvPr id="69" name="object 69"/>
            <p:cNvPicPr/>
            <p:nvPr/>
          </p:nvPicPr>
          <p:blipFill>
            <a:blip r:embed="rId49" cstate="print"/>
            <a:stretch>
              <a:fillRect/>
            </a:stretch>
          </p:blipFill>
          <p:spPr>
            <a:xfrm>
              <a:off x="5988939" y="6425945"/>
              <a:ext cx="65627" cy="106870"/>
            </a:xfrm>
            <a:prstGeom prst="rect">
              <a:avLst/>
            </a:prstGeom>
          </p:spPr>
        </p:pic>
        <p:pic>
          <p:nvPicPr>
            <p:cNvPr id="70" name="object 70"/>
            <p:cNvPicPr/>
            <p:nvPr/>
          </p:nvPicPr>
          <p:blipFill>
            <a:blip r:embed="rId50" cstate="print"/>
            <a:stretch>
              <a:fillRect/>
            </a:stretch>
          </p:blipFill>
          <p:spPr>
            <a:xfrm>
              <a:off x="6075997" y="6425945"/>
              <a:ext cx="108394" cy="106870"/>
            </a:xfrm>
            <a:prstGeom prst="rect">
              <a:avLst/>
            </a:prstGeom>
          </p:spPr>
        </p:pic>
        <p:sp>
          <p:nvSpPr>
            <p:cNvPr id="71" name="object 71"/>
            <p:cNvSpPr/>
            <p:nvPr/>
          </p:nvSpPr>
          <p:spPr>
            <a:xfrm>
              <a:off x="1663636" y="6961726"/>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72" name="object 72"/>
            <p:cNvPicPr/>
            <p:nvPr/>
          </p:nvPicPr>
          <p:blipFill>
            <a:blip r:embed="rId51" cstate="print"/>
            <a:stretch>
              <a:fillRect/>
            </a:stretch>
          </p:blipFill>
          <p:spPr>
            <a:xfrm>
              <a:off x="1865185" y="6914292"/>
              <a:ext cx="3771042" cy="151161"/>
            </a:xfrm>
            <a:prstGeom prst="rect">
              <a:avLst/>
            </a:prstGeom>
          </p:spPr>
        </p:pic>
        <p:sp>
          <p:nvSpPr>
            <p:cNvPr id="73" name="object 73"/>
            <p:cNvSpPr/>
            <p:nvPr/>
          </p:nvSpPr>
          <p:spPr>
            <a:xfrm>
              <a:off x="5703366" y="6922109"/>
              <a:ext cx="80010" cy="106680"/>
            </a:xfrm>
            <a:custGeom>
              <a:avLst/>
              <a:gdLst/>
              <a:ahLst/>
              <a:cxnLst/>
              <a:rect l="l" t="t" r="r" b="b"/>
              <a:pathLst>
                <a:path w="80010" h="106679">
                  <a:moveTo>
                    <a:pt x="79438" y="0"/>
                  </a:moveTo>
                  <a:lnTo>
                    <a:pt x="67157" y="0"/>
                  </a:lnTo>
                  <a:lnTo>
                    <a:pt x="67157" y="46990"/>
                  </a:lnTo>
                  <a:lnTo>
                    <a:pt x="12192" y="46990"/>
                  </a:lnTo>
                  <a:lnTo>
                    <a:pt x="12192" y="0"/>
                  </a:lnTo>
                  <a:lnTo>
                    <a:pt x="0" y="0"/>
                  </a:lnTo>
                  <a:lnTo>
                    <a:pt x="0" y="46990"/>
                  </a:lnTo>
                  <a:lnTo>
                    <a:pt x="0" y="58420"/>
                  </a:lnTo>
                  <a:lnTo>
                    <a:pt x="0" y="106680"/>
                  </a:lnTo>
                  <a:lnTo>
                    <a:pt x="12192" y="106680"/>
                  </a:lnTo>
                  <a:lnTo>
                    <a:pt x="12192" y="58420"/>
                  </a:lnTo>
                  <a:lnTo>
                    <a:pt x="67157" y="58420"/>
                  </a:lnTo>
                  <a:lnTo>
                    <a:pt x="67157" y="106680"/>
                  </a:lnTo>
                  <a:lnTo>
                    <a:pt x="79438" y="106680"/>
                  </a:lnTo>
                  <a:lnTo>
                    <a:pt x="79438" y="58420"/>
                  </a:lnTo>
                  <a:lnTo>
                    <a:pt x="79438" y="46990"/>
                  </a:lnTo>
                  <a:lnTo>
                    <a:pt x="79438" y="0"/>
                  </a:lnTo>
                  <a:close/>
                </a:path>
              </a:pathLst>
            </a:custGeom>
            <a:solidFill>
              <a:srgbClr val="232323"/>
            </a:solidFill>
          </p:spPr>
          <p:txBody>
            <a:bodyPr wrap="square" lIns="0" tIns="0" rIns="0" bIns="0" rtlCol="0"/>
            <a:lstStyle/>
            <a:p>
              <a:endParaRPr/>
            </a:p>
          </p:txBody>
        </p:sp>
        <p:pic>
          <p:nvPicPr>
            <p:cNvPr id="74" name="object 74"/>
            <p:cNvPicPr/>
            <p:nvPr/>
          </p:nvPicPr>
          <p:blipFill>
            <a:blip r:embed="rId52" cstate="print"/>
            <a:stretch>
              <a:fillRect/>
            </a:stretch>
          </p:blipFill>
          <p:spPr>
            <a:xfrm>
              <a:off x="5810345" y="6921912"/>
              <a:ext cx="108394" cy="106870"/>
            </a:xfrm>
            <a:prstGeom prst="rect">
              <a:avLst/>
            </a:prstGeom>
          </p:spPr>
        </p:pic>
        <p:pic>
          <p:nvPicPr>
            <p:cNvPr id="75" name="object 75"/>
            <p:cNvPicPr/>
            <p:nvPr/>
          </p:nvPicPr>
          <p:blipFill>
            <a:blip r:embed="rId53" cstate="print"/>
            <a:stretch>
              <a:fillRect/>
            </a:stretch>
          </p:blipFill>
          <p:spPr>
            <a:xfrm>
              <a:off x="5940170" y="6920483"/>
              <a:ext cx="111347" cy="128111"/>
            </a:xfrm>
            <a:prstGeom prst="rect">
              <a:avLst/>
            </a:prstGeom>
          </p:spPr>
        </p:pic>
        <p:pic>
          <p:nvPicPr>
            <p:cNvPr id="76" name="object 76"/>
            <p:cNvPicPr/>
            <p:nvPr/>
          </p:nvPicPr>
          <p:blipFill>
            <a:blip r:embed="rId54" cstate="print"/>
            <a:stretch>
              <a:fillRect/>
            </a:stretch>
          </p:blipFill>
          <p:spPr>
            <a:xfrm>
              <a:off x="1852993" y="7131081"/>
              <a:ext cx="393858" cy="132682"/>
            </a:xfrm>
            <a:prstGeom prst="rect">
              <a:avLst/>
            </a:prstGeom>
          </p:spPr>
        </p:pic>
        <p:sp>
          <p:nvSpPr>
            <p:cNvPr id="77" name="object 77"/>
            <p:cNvSpPr/>
            <p:nvPr/>
          </p:nvSpPr>
          <p:spPr>
            <a:xfrm>
              <a:off x="1405604" y="7457693"/>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78" name="object 78"/>
            <p:cNvPicPr/>
            <p:nvPr/>
          </p:nvPicPr>
          <p:blipFill>
            <a:blip r:embed="rId55" cstate="print"/>
            <a:stretch>
              <a:fillRect/>
            </a:stretch>
          </p:blipFill>
          <p:spPr>
            <a:xfrm>
              <a:off x="1596390" y="7411783"/>
              <a:ext cx="342042" cy="114585"/>
            </a:xfrm>
            <a:prstGeom prst="rect">
              <a:avLst/>
            </a:prstGeom>
          </p:spPr>
        </p:pic>
        <p:pic>
          <p:nvPicPr>
            <p:cNvPr id="79" name="object 79"/>
            <p:cNvPicPr/>
            <p:nvPr/>
          </p:nvPicPr>
          <p:blipFill>
            <a:blip r:embed="rId56" cstate="print"/>
            <a:stretch>
              <a:fillRect/>
            </a:stretch>
          </p:blipFill>
          <p:spPr>
            <a:xfrm>
              <a:off x="1990344" y="7417974"/>
              <a:ext cx="116014" cy="108394"/>
            </a:xfrm>
            <a:prstGeom prst="rect">
              <a:avLst/>
            </a:prstGeom>
          </p:spPr>
        </p:pic>
        <p:pic>
          <p:nvPicPr>
            <p:cNvPr id="80" name="object 80"/>
            <p:cNvPicPr/>
            <p:nvPr/>
          </p:nvPicPr>
          <p:blipFill>
            <a:blip r:embed="rId57" cstate="print"/>
            <a:stretch>
              <a:fillRect/>
            </a:stretch>
          </p:blipFill>
          <p:spPr>
            <a:xfrm>
              <a:off x="2167413" y="7418069"/>
              <a:ext cx="323754" cy="108204"/>
            </a:xfrm>
            <a:prstGeom prst="rect">
              <a:avLst/>
            </a:prstGeom>
          </p:spPr>
        </p:pic>
        <p:sp>
          <p:nvSpPr>
            <p:cNvPr id="81" name="object 81"/>
            <p:cNvSpPr/>
            <p:nvPr/>
          </p:nvSpPr>
          <p:spPr>
            <a:xfrm>
              <a:off x="1663636" y="7416457"/>
              <a:ext cx="1447800" cy="365125"/>
            </a:xfrm>
            <a:custGeom>
              <a:avLst/>
              <a:gdLst/>
              <a:ahLst/>
              <a:cxnLst/>
              <a:rect l="l" t="t" r="r" b="b"/>
              <a:pathLst>
                <a:path w="1447800" h="365125">
                  <a:moveTo>
                    <a:pt x="38100" y="340321"/>
                  </a:moveTo>
                  <a:lnTo>
                    <a:pt x="35052" y="335749"/>
                  </a:lnTo>
                  <a:lnTo>
                    <a:pt x="32004" y="332701"/>
                  </a:lnTo>
                  <a:lnTo>
                    <a:pt x="28956" y="328129"/>
                  </a:lnTo>
                  <a:lnTo>
                    <a:pt x="24384" y="326605"/>
                  </a:lnTo>
                  <a:lnTo>
                    <a:pt x="13716" y="326605"/>
                  </a:lnTo>
                  <a:lnTo>
                    <a:pt x="9144" y="328129"/>
                  </a:lnTo>
                  <a:lnTo>
                    <a:pt x="6096" y="332701"/>
                  </a:lnTo>
                  <a:lnTo>
                    <a:pt x="1524" y="335749"/>
                  </a:lnTo>
                  <a:lnTo>
                    <a:pt x="0" y="340321"/>
                  </a:lnTo>
                  <a:lnTo>
                    <a:pt x="0" y="350989"/>
                  </a:lnTo>
                  <a:lnTo>
                    <a:pt x="1524" y="355561"/>
                  </a:lnTo>
                  <a:lnTo>
                    <a:pt x="6096" y="358609"/>
                  </a:lnTo>
                  <a:lnTo>
                    <a:pt x="9144" y="363181"/>
                  </a:lnTo>
                  <a:lnTo>
                    <a:pt x="13716" y="364705"/>
                  </a:lnTo>
                  <a:lnTo>
                    <a:pt x="18288" y="364705"/>
                  </a:lnTo>
                  <a:lnTo>
                    <a:pt x="24384" y="364705"/>
                  </a:lnTo>
                  <a:lnTo>
                    <a:pt x="28956" y="363181"/>
                  </a:lnTo>
                  <a:lnTo>
                    <a:pt x="32004" y="358609"/>
                  </a:lnTo>
                  <a:lnTo>
                    <a:pt x="35052" y="355561"/>
                  </a:lnTo>
                  <a:lnTo>
                    <a:pt x="38100" y="350989"/>
                  </a:lnTo>
                  <a:lnTo>
                    <a:pt x="38100" y="340321"/>
                  </a:lnTo>
                  <a:close/>
                </a:path>
                <a:path w="1447800" h="365125">
                  <a:moveTo>
                    <a:pt x="952690" y="67144"/>
                  </a:moveTo>
                  <a:lnTo>
                    <a:pt x="919060" y="42672"/>
                  </a:lnTo>
                  <a:lnTo>
                    <a:pt x="912964" y="41148"/>
                  </a:lnTo>
                  <a:lnTo>
                    <a:pt x="908392" y="39624"/>
                  </a:lnTo>
                  <a:lnTo>
                    <a:pt x="906868" y="38100"/>
                  </a:lnTo>
                  <a:lnTo>
                    <a:pt x="903820" y="36576"/>
                  </a:lnTo>
                  <a:lnTo>
                    <a:pt x="902296" y="33528"/>
                  </a:lnTo>
                  <a:lnTo>
                    <a:pt x="902296" y="27432"/>
                  </a:lnTo>
                  <a:lnTo>
                    <a:pt x="903820" y="24384"/>
                  </a:lnTo>
                  <a:lnTo>
                    <a:pt x="906868" y="22860"/>
                  </a:lnTo>
                  <a:lnTo>
                    <a:pt x="908392" y="19812"/>
                  </a:lnTo>
                  <a:lnTo>
                    <a:pt x="923632" y="19812"/>
                  </a:lnTo>
                  <a:lnTo>
                    <a:pt x="928204" y="21336"/>
                  </a:lnTo>
                  <a:lnTo>
                    <a:pt x="931252" y="21336"/>
                  </a:lnTo>
                  <a:lnTo>
                    <a:pt x="935926" y="24384"/>
                  </a:lnTo>
                  <a:lnTo>
                    <a:pt x="938974" y="25908"/>
                  </a:lnTo>
                  <a:lnTo>
                    <a:pt x="948118" y="7620"/>
                  </a:lnTo>
                  <a:lnTo>
                    <a:pt x="943546" y="4572"/>
                  </a:lnTo>
                  <a:lnTo>
                    <a:pt x="934402" y="1524"/>
                  </a:lnTo>
                  <a:lnTo>
                    <a:pt x="928204" y="0"/>
                  </a:lnTo>
                  <a:lnTo>
                    <a:pt x="919060" y="0"/>
                  </a:lnTo>
                  <a:lnTo>
                    <a:pt x="882484" y="15240"/>
                  </a:lnTo>
                  <a:lnTo>
                    <a:pt x="877824" y="22860"/>
                  </a:lnTo>
                  <a:lnTo>
                    <a:pt x="877824" y="41148"/>
                  </a:lnTo>
                  <a:lnTo>
                    <a:pt x="880960" y="48768"/>
                  </a:lnTo>
                  <a:lnTo>
                    <a:pt x="887056" y="53340"/>
                  </a:lnTo>
                  <a:lnTo>
                    <a:pt x="891324" y="56794"/>
                  </a:lnTo>
                  <a:lnTo>
                    <a:pt x="897153" y="60096"/>
                  </a:lnTo>
                  <a:lnTo>
                    <a:pt x="904417" y="63080"/>
                  </a:lnTo>
                  <a:lnTo>
                    <a:pt x="912964" y="65620"/>
                  </a:lnTo>
                  <a:lnTo>
                    <a:pt x="919060" y="67144"/>
                  </a:lnTo>
                  <a:lnTo>
                    <a:pt x="925156" y="70192"/>
                  </a:lnTo>
                  <a:lnTo>
                    <a:pt x="926680" y="71716"/>
                  </a:lnTo>
                  <a:lnTo>
                    <a:pt x="928204" y="74764"/>
                  </a:lnTo>
                  <a:lnTo>
                    <a:pt x="928204" y="82384"/>
                  </a:lnTo>
                  <a:lnTo>
                    <a:pt x="926680" y="85432"/>
                  </a:lnTo>
                  <a:lnTo>
                    <a:pt x="923632" y="88480"/>
                  </a:lnTo>
                  <a:lnTo>
                    <a:pt x="917536" y="91528"/>
                  </a:lnTo>
                  <a:lnTo>
                    <a:pt x="906868" y="91528"/>
                  </a:lnTo>
                  <a:lnTo>
                    <a:pt x="902296" y="90004"/>
                  </a:lnTo>
                  <a:lnTo>
                    <a:pt x="899248" y="90004"/>
                  </a:lnTo>
                  <a:lnTo>
                    <a:pt x="894676" y="88480"/>
                  </a:lnTo>
                  <a:lnTo>
                    <a:pt x="885532" y="82384"/>
                  </a:lnTo>
                  <a:lnTo>
                    <a:pt x="874776" y="102196"/>
                  </a:lnTo>
                  <a:lnTo>
                    <a:pt x="879348" y="103720"/>
                  </a:lnTo>
                  <a:lnTo>
                    <a:pt x="885532" y="106768"/>
                  </a:lnTo>
                  <a:lnTo>
                    <a:pt x="897724" y="109816"/>
                  </a:lnTo>
                  <a:lnTo>
                    <a:pt x="909916" y="109816"/>
                  </a:lnTo>
                  <a:lnTo>
                    <a:pt x="919645" y="109245"/>
                  </a:lnTo>
                  <a:lnTo>
                    <a:pt x="951877" y="83743"/>
                  </a:lnTo>
                  <a:lnTo>
                    <a:pt x="952690" y="76288"/>
                  </a:lnTo>
                  <a:lnTo>
                    <a:pt x="952690" y="67144"/>
                  </a:lnTo>
                  <a:close/>
                </a:path>
                <a:path w="1447800" h="365125">
                  <a:moveTo>
                    <a:pt x="1035075" y="32004"/>
                  </a:moveTo>
                  <a:lnTo>
                    <a:pt x="1012215" y="32004"/>
                  </a:lnTo>
                  <a:lnTo>
                    <a:pt x="996975" y="79336"/>
                  </a:lnTo>
                  <a:lnTo>
                    <a:pt x="996975" y="80860"/>
                  </a:lnTo>
                  <a:lnTo>
                    <a:pt x="995451" y="82384"/>
                  </a:lnTo>
                  <a:lnTo>
                    <a:pt x="995451" y="88480"/>
                  </a:lnTo>
                  <a:lnTo>
                    <a:pt x="993927" y="88480"/>
                  </a:lnTo>
                  <a:lnTo>
                    <a:pt x="993927" y="82384"/>
                  </a:lnTo>
                  <a:lnTo>
                    <a:pt x="992403" y="80860"/>
                  </a:lnTo>
                  <a:lnTo>
                    <a:pt x="992403" y="79336"/>
                  </a:lnTo>
                  <a:lnTo>
                    <a:pt x="978585" y="32004"/>
                  </a:lnTo>
                  <a:lnTo>
                    <a:pt x="952677" y="32004"/>
                  </a:lnTo>
                  <a:lnTo>
                    <a:pt x="983157" y="108292"/>
                  </a:lnTo>
                  <a:lnTo>
                    <a:pt x="978585" y="118960"/>
                  </a:lnTo>
                  <a:lnTo>
                    <a:pt x="977061" y="122008"/>
                  </a:lnTo>
                  <a:lnTo>
                    <a:pt x="972489" y="126682"/>
                  </a:lnTo>
                  <a:lnTo>
                    <a:pt x="961821" y="126682"/>
                  </a:lnTo>
                  <a:lnTo>
                    <a:pt x="960297" y="125056"/>
                  </a:lnTo>
                  <a:lnTo>
                    <a:pt x="957249" y="143446"/>
                  </a:lnTo>
                  <a:lnTo>
                    <a:pt x="963345" y="143446"/>
                  </a:lnTo>
                  <a:lnTo>
                    <a:pt x="964869" y="144970"/>
                  </a:lnTo>
                  <a:lnTo>
                    <a:pt x="977061" y="144970"/>
                  </a:lnTo>
                  <a:lnTo>
                    <a:pt x="989355" y="138874"/>
                  </a:lnTo>
                  <a:lnTo>
                    <a:pt x="998499" y="129730"/>
                  </a:lnTo>
                  <a:lnTo>
                    <a:pt x="1001547" y="123532"/>
                  </a:lnTo>
                  <a:lnTo>
                    <a:pt x="1035075" y="32004"/>
                  </a:lnTo>
                  <a:close/>
                </a:path>
                <a:path w="1447800" h="365125">
                  <a:moveTo>
                    <a:pt x="1099273" y="77812"/>
                  </a:moveTo>
                  <a:lnTo>
                    <a:pt x="1093177" y="68668"/>
                  </a:lnTo>
                  <a:lnTo>
                    <a:pt x="1088504" y="65620"/>
                  </a:lnTo>
                  <a:lnTo>
                    <a:pt x="1082408" y="62572"/>
                  </a:lnTo>
                  <a:lnTo>
                    <a:pt x="1074788" y="61048"/>
                  </a:lnTo>
                  <a:lnTo>
                    <a:pt x="1068692" y="59524"/>
                  </a:lnTo>
                  <a:lnTo>
                    <a:pt x="1065644" y="59524"/>
                  </a:lnTo>
                  <a:lnTo>
                    <a:pt x="1061072" y="54864"/>
                  </a:lnTo>
                  <a:lnTo>
                    <a:pt x="1061072" y="51816"/>
                  </a:lnTo>
                  <a:lnTo>
                    <a:pt x="1065644" y="47244"/>
                  </a:lnTo>
                  <a:lnTo>
                    <a:pt x="1076312" y="47244"/>
                  </a:lnTo>
                  <a:lnTo>
                    <a:pt x="1079360" y="48768"/>
                  </a:lnTo>
                  <a:lnTo>
                    <a:pt x="1082408" y="48768"/>
                  </a:lnTo>
                  <a:lnTo>
                    <a:pt x="1085456" y="50292"/>
                  </a:lnTo>
                  <a:lnTo>
                    <a:pt x="1088504" y="53340"/>
                  </a:lnTo>
                  <a:lnTo>
                    <a:pt x="1097749" y="38100"/>
                  </a:lnTo>
                  <a:lnTo>
                    <a:pt x="1093177" y="35052"/>
                  </a:lnTo>
                  <a:lnTo>
                    <a:pt x="1090129" y="33528"/>
                  </a:lnTo>
                  <a:lnTo>
                    <a:pt x="1080884" y="30480"/>
                  </a:lnTo>
                  <a:lnTo>
                    <a:pt x="1062596" y="30480"/>
                  </a:lnTo>
                  <a:lnTo>
                    <a:pt x="1054976" y="33528"/>
                  </a:lnTo>
                  <a:lnTo>
                    <a:pt x="1042784" y="42672"/>
                  </a:lnTo>
                  <a:lnTo>
                    <a:pt x="1039736" y="48768"/>
                  </a:lnTo>
                  <a:lnTo>
                    <a:pt x="1039736" y="62572"/>
                  </a:lnTo>
                  <a:lnTo>
                    <a:pt x="1067168" y="80860"/>
                  </a:lnTo>
                  <a:lnTo>
                    <a:pt x="1071740" y="80860"/>
                  </a:lnTo>
                  <a:lnTo>
                    <a:pt x="1074788" y="82384"/>
                  </a:lnTo>
                  <a:lnTo>
                    <a:pt x="1076312" y="82384"/>
                  </a:lnTo>
                  <a:lnTo>
                    <a:pt x="1076312" y="83908"/>
                  </a:lnTo>
                  <a:lnTo>
                    <a:pt x="1077836" y="85432"/>
                  </a:lnTo>
                  <a:lnTo>
                    <a:pt x="1077836" y="90004"/>
                  </a:lnTo>
                  <a:lnTo>
                    <a:pt x="1076312" y="91528"/>
                  </a:lnTo>
                  <a:lnTo>
                    <a:pt x="1074788" y="91528"/>
                  </a:lnTo>
                  <a:lnTo>
                    <a:pt x="1073264" y="93052"/>
                  </a:lnTo>
                  <a:lnTo>
                    <a:pt x="1059548" y="93052"/>
                  </a:lnTo>
                  <a:lnTo>
                    <a:pt x="1054976" y="91528"/>
                  </a:lnTo>
                  <a:lnTo>
                    <a:pt x="1045832" y="86956"/>
                  </a:lnTo>
                  <a:lnTo>
                    <a:pt x="1036599" y="102196"/>
                  </a:lnTo>
                  <a:lnTo>
                    <a:pt x="1041260" y="105244"/>
                  </a:lnTo>
                  <a:lnTo>
                    <a:pt x="1050404" y="108292"/>
                  </a:lnTo>
                  <a:lnTo>
                    <a:pt x="1056500" y="109816"/>
                  </a:lnTo>
                  <a:lnTo>
                    <a:pt x="1076312" y="109816"/>
                  </a:lnTo>
                  <a:lnTo>
                    <a:pt x="1083932" y="108292"/>
                  </a:lnTo>
                  <a:lnTo>
                    <a:pt x="1096225" y="99148"/>
                  </a:lnTo>
                  <a:lnTo>
                    <a:pt x="1099273" y="91528"/>
                  </a:lnTo>
                  <a:lnTo>
                    <a:pt x="1099273" y="77812"/>
                  </a:lnTo>
                  <a:close/>
                </a:path>
                <a:path w="1447800" h="365125">
                  <a:moveTo>
                    <a:pt x="1158811" y="106781"/>
                  </a:moveTo>
                  <a:lnTo>
                    <a:pt x="1154239" y="91541"/>
                  </a:lnTo>
                  <a:lnTo>
                    <a:pt x="1152715" y="93065"/>
                  </a:lnTo>
                  <a:lnTo>
                    <a:pt x="1143571" y="93065"/>
                  </a:lnTo>
                  <a:lnTo>
                    <a:pt x="1140523" y="90017"/>
                  </a:lnTo>
                  <a:lnTo>
                    <a:pt x="1140523" y="50292"/>
                  </a:lnTo>
                  <a:lnTo>
                    <a:pt x="1157287" y="50292"/>
                  </a:lnTo>
                  <a:lnTo>
                    <a:pt x="1157287" y="32004"/>
                  </a:lnTo>
                  <a:lnTo>
                    <a:pt x="1140523" y="32004"/>
                  </a:lnTo>
                  <a:lnTo>
                    <a:pt x="1140523" y="7531"/>
                  </a:lnTo>
                  <a:lnTo>
                    <a:pt x="1117561" y="13716"/>
                  </a:lnTo>
                  <a:lnTo>
                    <a:pt x="1117561" y="32004"/>
                  </a:lnTo>
                  <a:lnTo>
                    <a:pt x="1105369" y="32004"/>
                  </a:lnTo>
                  <a:lnTo>
                    <a:pt x="1105369" y="50292"/>
                  </a:lnTo>
                  <a:lnTo>
                    <a:pt x="1117561" y="50292"/>
                  </a:lnTo>
                  <a:lnTo>
                    <a:pt x="1117561" y="94589"/>
                  </a:lnTo>
                  <a:lnTo>
                    <a:pt x="1119085" y="100685"/>
                  </a:lnTo>
                  <a:lnTo>
                    <a:pt x="1123657" y="105257"/>
                  </a:lnTo>
                  <a:lnTo>
                    <a:pt x="1128331" y="108305"/>
                  </a:lnTo>
                  <a:lnTo>
                    <a:pt x="1134427" y="109829"/>
                  </a:lnTo>
                  <a:lnTo>
                    <a:pt x="1154239" y="109829"/>
                  </a:lnTo>
                  <a:lnTo>
                    <a:pt x="1157287" y="108305"/>
                  </a:lnTo>
                  <a:lnTo>
                    <a:pt x="1158811" y="106781"/>
                  </a:lnTo>
                  <a:close/>
                </a:path>
                <a:path w="1447800" h="365125">
                  <a:moveTo>
                    <a:pt x="1239672" y="68668"/>
                  </a:moveTo>
                  <a:lnTo>
                    <a:pt x="1219276" y="32854"/>
                  </a:lnTo>
                  <a:lnTo>
                    <a:pt x="1218336" y="32626"/>
                  </a:lnTo>
                  <a:lnTo>
                    <a:pt x="1218336" y="56476"/>
                  </a:lnTo>
                  <a:lnTo>
                    <a:pt x="1218336" y="62572"/>
                  </a:lnTo>
                  <a:lnTo>
                    <a:pt x="1189278" y="62572"/>
                  </a:lnTo>
                  <a:lnTo>
                    <a:pt x="1192326" y="53428"/>
                  </a:lnTo>
                  <a:lnTo>
                    <a:pt x="1195374" y="50380"/>
                  </a:lnTo>
                  <a:lnTo>
                    <a:pt x="1196898" y="47332"/>
                  </a:lnTo>
                  <a:lnTo>
                    <a:pt x="1199946" y="45808"/>
                  </a:lnTo>
                  <a:lnTo>
                    <a:pt x="1209090" y="45808"/>
                  </a:lnTo>
                  <a:lnTo>
                    <a:pt x="1212138" y="47332"/>
                  </a:lnTo>
                  <a:lnTo>
                    <a:pt x="1213662" y="50380"/>
                  </a:lnTo>
                  <a:lnTo>
                    <a:pt x="1216812" y="53428"/>
                  </a:lnTo>
                  <a:lnTo>
                    <a:pt x="1218336" y="56476"/>
                  </a:lnTo>
                  <a:lnTo>
                    <a:pt x="1218336" y="32626"/>
                  </a:lnTo>
                  <a:lnTo>
                    <a:pt x="1212265" y="31140"/>
                  </a:lnTo>
                  <a:lnTo>
                    <a:pt x="1204518" y="30568"/>
                  </a:lnTo>
                  <a:lnTo>
                    <a:pt x="1196809" y="31407"/>
                  </a:lnTo>
                  <a:lnTo>
                    <a:pt x="1167015" y="63131"/>
                  </a:lnTo>
                  <a:lnTo>
                    <a:pt x="1166418" y="71716"/>
                  </a:lnTo>
                  <a:lnTo>
                    <a:pt x="1167015" y="80340"/>
                  </a:lnTo>
                  <a:lnTo>
                    <a:pt x="1196594" y="109347"/>
                  </a:lnTo>
                  <a:lnTo>
                    <a:pt x="1206042" y="109918"/>
                  </a:lnTo>
                  <a:lnTo>
                    <a:pt x="1218336" y="109918"/>
                  </a:lnTo>
                  <a:lnTo>
                    <a:pt x="1224432" y="108394"/>
                  </a:lnTo>
                  <a:lnTo>
                    <a:pt x="1229004" y="105346"/>
                  </a:lnTo>
                  <a:lnTo>
                    <a:pt x="1235100" y="102298"/>
                  </a:lnTo>
                  <a:lnTo>
                    <a:pt x="1239672" y="99250"/>
                  </a:lnTo>
                  <a:lnTo>
                    <a:pt x="1234960" y="93154"/>
                  </a:lnTo>
                  <a:lnTo>
                    <a:pt x="1229004" y="85432"/>
                  </a:lnTo>
                  <a:lnTo>
                    <a:pt x="1225956" y="88582"/>
                  </a:lnTo>
                  <a:lnTo>
                    <a:pt x="1221384" y="90106"/>
                  </a:lnTo>
                  <a:lnTo>
                    <a:pt x="1218336" y="91630"/>
                  </a:lnTo>
                  <a:lnTo>
                    <a:pt x="1213662" y="93154"/>
                  </a:lnTo>
                  <a:lnTo>
                    <a:pt x="1202994" y="93154"/>
                  </a:lnTo>
                  <a:lnTo>
                    <a:pt x="1198422" y="91630"/>
                  </a:lnTo>
                  <a:lnTo>
                    <a:pt x="1195374" y="90106"/>
                  </a:lnTo>
                  <a:lnTo>
                    <a:pt x="1192326" y="86956"/>
                  </a:lnTo>
                  <a:lnTo>
                    <a:pt x="1189278" y="77812"/>
                  </a:lnTo>
                  <a:lnTo>
                    <a:pt x="1239672" y="77812"/>
                  </a:lnTo>
                  <a:lnTo>
                    <a:pt x="1239672" y="68668"/>
                  </a:lnTo>
                  <a:close/>
                </a:path>
                <a:path w="1447800" h="365125">
                  <a:moveTo>
                    <a:pt x="1375587" y="50292"/>
                  </a:moveTo>
                  <a:lnTo>
                    <a:pt x="1374978" y="48768"/>
                  </a:lnTo>
                  <a:lnTo>
                    <a:pt x="1373149" y="44196"/>
                  </a:lnTo>
                  <a:lnTo>
                    <a:pt x="1372539" y="42672"/>
                  </a:lnTo>
                  <a:lnTo>
                    <a:pt x="1367967" y="38100"/>
                  </a:lnTo>
                  <a:lnTo>
                    <a:pt x="1364919" y="33528"/>
                  </a:lnTo>
                  <a:lnTo>
                    <a:pt x="1358823" y="30480"/>
                  </a:lnTo>
                  <a:lnTo>
                    <a:pt x="1345018" y="30480"/>
                  </a:lnTo>
                  <a:lnTo>
                    <a:pt x="1338922" y="32004"/>
                  </a:lnTo>
                  <a:lnTo>
                    <a:pt x="1335874" y="33528"/>
                  </a:lnTo>
                  <a:lnTo>
                    <a:pt x="1326730" y="39624"/>
                  </a:lnTo>
                  <a:lnTo>
                    <a:pt x="1323682" y="44196"/>
                  </a:lnTo>
                  <a:lnTo>
                    <a:pt x="1322158" y="39624"/>
                  </a:lnTo>
                  <a:lnTo>
                    <a:pt x="1316062" y="33528"/>
                  </a:lnTo>
                  <a:lnTo>
                    <a:pt x="1306918" y="30480"/>
                  </a:lnTo>
                  <a:lnTo>
                    <a:pt x="1297673" y="30480"/>
                  </a:lnTo>
                  <a:lnTo>
                    <a:pt x="1291577" y="32004"/>
                  </a:lnTo>
                  <a:lnTo>
                    <a:pt x="1287005" y="35052"/>
                  </a:lnTo>
                  <a:lnTo>
                    <a:pt x="1283957" y="36576"/>
                  </a:lnTo>
                  <a:lnTo>
                    <a:pt x="1279385" y="39624"/>
                  </a:lnTo>
                  <a:lnTo>
                    <a:pt x="1277861" y="44196"/>
                  </a:lnTo>
                  <a:lnTo>
                    <a:pt x="1277861" y="32004"/>
                  </a:lnTo>
                  <a:lnTo>
                    <a:pt x="1253477" y="32004"/>
                  </a:lnTo>
                  <a:lnTo>
                    <a:pt x="1253477" y="108292"/>
                  </a:lnTo>
                  <a:lnTo>
                    <a:pt x="1277861" y="108292"/>
                  </a:lnTo>
                  <a:lnTo>
                    <a:pt x="1277861" y="56476"/>
                  </a:lnTo>
                  <a:lnTo>
                    <a:pt x="1280909" y="53340"/>
                  </a:lnTo>
                  <a:lnTo>
                    <a:pt x="1283957" y="50292"/>
                  </a:lnTo>
                  <a:lnTo>
                    <a:pt x="1287005" y="48768"/>
                  </a:lnTo>
                  <a:lnTo>
                    <a:pt x="1294625" y="48768"/>
                  </a:lnTo>
                  <a:lnTo>
                    <a:pt x="1297673" y="50292"/>
                  </a:lnTo>
                  <a:lnTo>
                    <a:pt x="1299197" y="51816"/>
                  </a:lnTo>
                  <a:lnTo>
                    <a:pt x="1300822" y="54864"/>
                  </a:lnTo>
                  <a:lnTo>
                    <a:pt x="1302346" y="59524"/>
                  </a:lnTo>
                  <a:lnTo>
                    <a:pt x="1302346" y="108292"/>
                  </a:lnTo>
                  <a:lnTo>
                    <a:pt x="1326730" y="108292"/>
                  </a:lnTo>
                  <a:lnTo>
                    <a:pt x="1326730" y="56476"/>
                  </a:lnTo>
                  <a:lnTo>
                    <a:pt x="1329778" y="53340"/>
                  </a:lnTo>
                  <a:lnTo>
                    <a:pt x="1332826" y="50292"/>
                  </a:lnTo>
                  <a:lnTo>
                    <a:pt x="1335874" y="48768"/>
                  </a:lnTo>
                  <a:lnTo>
                    <a:pt x="1343494" y="48768"/>
                  </a:lnTo>
                  <a:lnTo>
                    <a:pt x="1346542" y="50292"/>
                  </a:lnTo>
                  <a:lnTo>
                    <a:pt x="1348066" y="53340"/>
                  </a:lnTo>
                  <a:lnTo>
                    <a:pt x="1349590" y="54864"/>
                  </a:lnTo>
                  <a:lnTo>
                    <a:pt x="1351114" y="59524"/>
                  </a:lnTo>
                  <a:lnTo>
                    <a:pt x="1351114" y="108292"/>
                  </a:lnTo>
                  <a:lnTo>
                    <a:pt x="1375587" y="108292"/>
                  </a:lnTo>
                  <a:lnTo>
                    <a:pt x="1375587" y="50292"/>
                  </a:lnTo>
                  <a:close/>
                </a:path>
                <a:path w="1447800" h="365125">
                  <a:moveTo>
                    <a:pt x="1447317" y="77724"/>
                  </a:moveTo>
                  <a:lnTo>
                    <a:pt x="1422844" y="60960"/>
                  </a:lnTo>
                  <a:lnTo>
                    <a:pt x="1418272" y="59436"/>
                  </a:lnTo>
                  <a:lnTo>
                    <a:pt x="1415224" y="59436"/>
                  </a:lnTo>
                  <a:lnTo>
                    <a:pt x="1412176" y="57912"/>
                  </a:lnTo>
                  <a:lnTo>
                    <a:pt x="1410652" y="56388"/>
                  </a:lnTo>
                  <a:lnTo>
                    <a:pt x="1410652" y="50292"/>
                  </a:lnTo>
                  <a:lnTo>
                    <a:pt x="1412176" y="48768"/>
                  </a:lnTo>
                  <a:lnTo>
                    <a:pt x="1415224" y="47244"/>
                  </a:lnTo>
                  <a:lnTo>
                    <a:pt x="1425892" y="47244"/>
                  </a:lnTo>
                  <a:lnTo>
                    <a:pt x="1428940" y="48768"/>
                  </a:lnTo>
                  <a:lnTo>
                    <a:pt x="1431988" y="48768"/>
                  </a:lnTo>
                  <a:lnTo>
                    <a:pt x="1436560" y="53340"/>
                  </a:lnTo>
                  <a:lnTo>
                    <a:pt x="1445793" y="38100"/>
                  </a:lnTo>
                  <a:lnTo>
                    <a:pt x="1442745" y="35052"/>
                  </a:lnTo>
                  <a:lnTo>
                    <a:pt x="1438173" y="33528"/>
                  </a:lnTo>
                  <a:lnTo>
                    <a:pt x="1435036" y="32004"/>
                  </a:lnTo>
                  <a:lnTo>
                    <a:pt x="1430464" y="30480"/>
                  </a:lnTo>
                  <a:lnTo>
                    <a:pt x="1412176" y="30480"/>
                  </a:lnTo>
                  <a:lnTo>
                    <a:pt x="1404556" y="33528"/>
                  </a:lnTo>
                  <a:lnTo>
                    <a:pt x="1392364" y="42672"/>
                  </a:lnTo>
                  <a:lnTo>
                    <a:pt x="1389316" y="48768"/>
                  </a:lnTo>
                  <a:lnTo>
                    <a:pt x="1389316" y="62484"/>
                  </a:lnTo>
                  <a:lnTo>
                    <a:pt x="1390840" y="68580"/>
                  </a:lnTo>
                  <a:lnTo>
                    <a:pt x="1399984" y="74676"/>
                  </a:lnTo>
                  <a:lnTo>
                    <a:pt x="1406080" y="77724"/>
                  </a:lnTo>
                  <a:lnTo>
                    <a:pt x="1416748" y="80772"/>
                  </a:lnTo>
                  <a:lnTo>
                    <a:pt x="1419796" y="80772"/>
                  </a:lnTo>
                  <a:lnTo>
                    <a:pt x="1422844" y="82296"/>
                  </a:lnTo>
                  <a:lnTo>
                    <a:pt x="1424368" y="82296"/>
                  </a:lnTo>
                  <a:lnTo>
                    <a:pt x="1427416" y="85344"/>
                  </a:lnTo>
                  <a:lnTo>
                    <a:pt x="1427416" y="89916"/>
                  </a:lnTo>
                  <a:lnTo>
                    <a:pt x="1425892" y="91440"/>
                  </a:lnTo>
                  <a:lnTo>
                    <a:pt x="1424368" y="91440"/>
                  </a:lnTo>
                  <a:lnTo>
                    <a:pt x="1421320" y="92964"/>
                  </a:lnTo>
                  <a:lnTo>
                    <a:pt x="1407604" y="92964"/>
                  </a:lnTo>
                  <a:lnTo>
                    <a:pt x="1395412" y="86868"/>
                  </a:lnTo>
                  <a:lnTo>
                    <a:pt x="1386268" y="102196"/>
                  </a:lnTo>
                  <a:lnTo>
                    <a:pt x="1390840" y="105244"/>
                  </a:lnTo>
                  <a:lnTo>
                    <a:pt x="1404556" y="109816"/>
                  </a:lnTo>
                  <a:lnTo>
                    <a:pt x="1425892" y="109816"/>
                  </a:lnTo>
                  <a:lnTo>
                    <a:pt x="1433512" y="108292"/>
                  </a:lnTo>
                  <a:lnTo>
                    <a:pt x="1438173" y="103720"/>
                  </a:lnTo>
                  <a:lnTo>
                    <a:pt x="1444269" y="99148"/>
                  </a:lnTo>
                  <a:lnTo>
                    <a:pt x="1447317" y="91440"/>
                  </a:lnTo>
                  <a:lnTo>
                    <a:pt x="1447317" y="77724"/>
                  </a:lnTo>
                  <a:close/>
                </a:path>
              </a:pathLst>
            </a:custGeom>
            <a:solidFill>
              <a:srgbClr val="232323"/>
            </a:solidFill>
          </p:spPr>
          <p:txBody>
            <a:bodyPr wrap="square" lIns="0" tIns="0" rIns="0" bIns="0" rtlCol="0"/>
            <a:lstStyle/>
            <a:p>
              <a:endParaRPr/>
            </a:p>
          </p:txBody>
        </p:sp>
        <p:pic>
          <p:nvPicPr>
            <p:cNvPr id="82" name="object 82"/>
            <p:cNvPicPr/>
            <p:nvPr/>
          </p:nvPicPr>
          <p:blipFill>
            <a:blip r:embed="rId58" cstate="print"/>
            <a:stretch>
              <a:fillRect/>
            </a:stretch>
          </p:blipFill>
          <p:spPr>
            <a:xfrm>
              <a:off x="1865185" y="7697247"/>
              <a:ext cx="3093243" cy="149542"/>
            </a:xfrm>
            <a:prstGeom prst="rect">
              <a:avLst/>
            </a:prstGeom>
          </p:spPr>
        </p:pic>
        <p:pic>
          <p:nvPicPr>
            <p:cNvPr id="83" name="object 83"/>
            <p:cNvPicPr/>
            <p:nvPr/>
          </p:nvPicPr>
          <p:blipFill>
            <a:blip r:embed="rId59" cstate="print"/>
            <a:stretch>
              <a:fillRect/>
            </a:stretch>
          </p:blipFill>
          <p:spPr>
            <a:xfrm>
              <a:off x="5024056" y="7698771"/>
              <a:ext cx="85438" cy="112998"/>
            </a:xfrm>
            <a:prstGeom prst="rect">
              <a:avLst/>
            </a:prstGeom>
          </p:spPr>
        </p:pic>
        <p:pic>
          <p:nvPicPr>
            <p:cNvPr id="84" name="object 84"/>
            <p:cNvPicPr/>
            <p:nvPr/>
          </p:nvPicPr>
          <p:blipFill>
            <a:blip r:embed="rId60" cstate="print"/>
            <a:stretch>
              <a:fillRect/>
            </a:stretch>
          </p:blipFill>
          <p:spPr>
            <a:xfrm>
              <a:off x="5130926" y="7733824"/>
              <a:ext cx="64103" cy="77819"/>
            </a:xfrm>
            <a:prstGeom prst="rect">
              <a:avLst/>
            </a:prstGeom>
          </p:spPr>
        </p:pic>
        <p:pic>
          <p:nvPicPr>
            <p:cNvPr id="85" name="object 85"/>
            <p:cNvPicPr/>
            <p:nvPr/>
          </p:nvPicPr>
          <p:blipFill>
            <a:blip r:embed="rId61" cstate="print"/>
            <a:stretch>
              <a:fillRect/>
            </a:stretch>
          </p:blipFill>
          <p:spPr>
            <a:xfrm>
              <a:off x="5216366" y="7735347"/>
              <a:ext cx="169545" cy="96202"/>
            </a:xfrm>
            <a:prstGeom prst="rect">
              <a:avLst/>
            </a:prstGeom>
          </p:spPr>
        </p:pic>
        <p:pic>
          <p:nvPicPr>
            <p:cNvPr id="86" name="object 86"/>
            <p:cNvPicPr/>
            <p:nvPr/>
          </p:nvPicPr>
          <p:blipFill>
            <a:blip r:embed="rId62" cstate="print"/>
            <a:stretch>
              <a:fillRect/>
            </a:stretch>
          </p:blipFill>
          <p:spPr>
            <a:xfrm>
              <a:off x="5439346" y="7698771"/>
              <a:ext cx="168020" cy="112966"/>
            </a:xfrm>
            <a:prstGeom prst="rect">
              <a:avLst/>
            </a:prstGeom>
          </p:spPr>
        </p:pic>
        <p:pic>
          <p:nvPicPr>
            <p:cNvPr id="87" name="object 87"/>
            <p:cNvPicPr/>
            <p:nvPr/>
          </p:nvPicPr>
          <p:blipFill>
            <a:blip r:embed="rId63" cstate="print"/>
            <a:stretch>
              <a:fillRect/>
            </a:stretch>
          </p:blipFill>
          <p:spPr>
            <a:xfrm>
              <a:off x="5628703" y="7698771"/>
              <a:ext cx="451866" cy="132778"/>
            </a:xfrm>
            <a:prstGeom prst="rect">
              <a:avLst/>
            </a:prstGeom>
          </p:spPr>
        </p:pic>
        <p:pic>
          <p:nvPicPr>
            <p:cNvPr id="88" name="object 88"/>
            <p:cNvPicPr/>
            <p:nvPr/>
          </p:nvPicPr>
          <p:blipFill>
            <a:blip r:embed="rId64" cstate="print"/>
            <a:stretch>
              <a:fillRect/>
            </a:stretch>
          </p:blipFill>
          <p:spPr>
            <a:xfrm>
              <a:off x="1852993" y="7912322"/>
              <a:ext cx="393858" cy="132873"/>
            </a:xfrm>
            <a:prstGeom prst="rect">
              <a:avLst/>
            </a:prstGeom>
          </p:spPr>
        </p:pic>
        <p:sp>
          <p:nvSpPr>
            <p:cNvPr id="89" name="object 89"/>
            <p:cNvSpPr/>
            <p:nvPr/>
          </p:nvSpPr>
          <p:spPr>
            <a:xfrm>
              <a:off x="1405604" y="8238934"/>
              <a:ext cx="38735" cy="38735"/>
            </a:xfrm>
            <a:custGeom>
              <a:avLst/>
              <a:gdLst/>
              <a:ahLst/>
              <a:cxnLst/>
              <a:rect l="l" t="t" r="r" b="b"/>
              <a:pathLst>
                <a:path w="38734" h="38734">
                  <a:moveTo>
                    <a:pt x="24384" y="38195"/>
                  </a:moveTo>
                  <a:lnTo>
                    <a:pt x="19812" y="38195"/>
                  </a:lnTo>
                  <a:lnTo>
                    <a:pt x="13716" y="38195"/>
                  </a:lnTo>
                  <a:lnTo>
                    <a:pt x="9144" y="36671"/>
                  </a:lnTo>
                  <a:lnTo>
                    <a:pt x="6096" y="33527"/>
                  </a:lnTo>
                  <a:lnTo>
                    <a:pt x="1524" y="28955"/>
                  </a:lnTo>
                  <a:lnTo>
                    <a:pt x="0" y="24383"/>
                  </a:lnTo>
                  <a:lnTo>
                    <a:pt x="0" y="15239"/>
                  </a:lnTo>
                  <a:lnTo>
                    <a:pt x="1524" y="10667"/>
                  </a:lnTo>
                  <a:lnTo>
                    <a:pt x="9144" y="3047"/>
                  </a:lnTo>
                  <a:lnTo>
                    <a:pt x="13716" y="0"/>
                  </a:lnTo>
                  <a:lnTo>
                    <a:pt x="24384" y="0"/>
                  </a:lnTo>
                  <a:lnTo>
                    <a:pt x="28956" y="3047"/>
                  </a:lnTo>
                  <a:lnTo>
                    <a:pt x="36671" y="10667"/>
                  </a:lnTo>
                  <a:lnTo>
                    <a:pt x="38195" y="13715"/>
                  </a:lnTo>
                  <a:lnTo>
                    <a:pt x="38195" y="24383"/>
                  </a:lnTo>
                  <a:lnTo>
                    <a:pt x="36671" y="28955"/>
                  </a:lnTo>
                  <a:lnTo>
                    <a:pt x="32004" y="33527"/>
                  </a:lnTo>
                  <a:lnTo>
                    <a:pt x="28956" y="36671"/>
                  </a:lnTo>
                  <a:lnTo>
                    <a:pt x="24384" y="38195"/>
                  </a:lnTo>
                  <a:close/>
                </a:path>
              </a:pathLst>
            </a:custGeom>
            <a:solidFill>
              <a:srgbClr val="232323"/>
            </a:solidFill>
          </p:spPr>
          <p:txBody>
            <a:bodyPr wrap="square" lIns="0" tIns="0" rIns="0" bIns="0" rtlCol="0"/>
            <a:lstStyle/>
            <a:p>
              <a:endParaRPr/>
            </a:p>
          </p:txBody>
        </p:sp>
        <p:pic>
          <p:nvPicPr>
            <p:cNvPr id="90" name="object 90"/>
            <p:cNvPicPr/>
            <p:nvPr/>
          </p:nvPicPr>
          <p:blipFill>
            <a:blip r:embed="rId65" cstate="print"/>
            <a:stretch>
              <a:fillRect/>
            </a:stretch>
          </p:blipFill>
          <p:spPr>
            <a:xfrm>
              <a:off x="1596390" y="8194738"/>
              <a:ext cx="1737550" cy="114490"/>
            </a:xfrm>
            <a:prstGeom prst="rect">
              <a:avLst/>
            </a:prstGeom>
          </p:spPr>
        </p:pic>
        <p:sp>
          <p:nvSpPr>
            <p:cNvPr id="91" name="object 91"/>
            <p:cNvSpPr/>
            <p:nvPr/>
          </p:nvSpPr>
          <p:spPr>
            <a:xfrm>
              <a:off x="1663636" y="8525922"/>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92" name="object 92"/>
            <p:cNvPicPr/>
            <p:nvPr/>
          </p:nvPicPr>
          <p:blipFill>
            <a:blip r:embed="rId66" cstate="print"/>
            <a:stretch>
              <a:fillRect/>
            </a:stretch>
          </p:blipFill>
          <p:spPr>
            <a:xfrm>
              <a:off x="1865185" y="8480107"/>
              <a:ext cx="1493138" cy="149638"/>
            </a:xfrm>
            <a:prstGeom prst="rect">
              <a:avLst/>
            </a:prstGeom>
          </p:spPr>
        </p:pic>
        <p:pic>
          <p:nvPicPr>
            <p:cNvPr id="93" name="object 93"/>
            <p:cNvPicPr/>
            <p:nvPr/>
          </p:nvPicPr>
          <p:blipFill>
            <a:blip r:embed="rId67" cstate="print"/>
            <a:stretch>
              <a:fillRect/>
            </a:stretch>
          </p:blipFill>
          <p:spPr>
            <a:xfrm>
              <a:off x="3423951" y="8515160"/>
              <a:ext cx="203073" cy="112966"/>
            </a:xfrm>
            <a:prstGeom prst="rect">
              <a:avLst/>
            </a:prstGeom>
          </p:spPr>
        </p:pic>
        <p:sp>
          <p:nvSpPr>
            <p:cNvPr id="94" name="object 94"/>
            <p:cNvSpPr/>
            <p:nvPr/>
          </p:nvSpPr>
          <p:spPr>
            <a:xfrm>
              <a:off x="3646932" y="8480107"/>
              <a:ext cx="12700" cy="113030"/>
            </a:xfrm>
            <a:custGeom>
              <a:avLst/>
              <a:gdLst/>
              <a:ahLst/>
              <a:cxnLst/>
              <a:rect l="l" t="t" r="r" b="b"/>
              <a:pathLst>
                <a:path w="12700" h="113029">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95" name="object 95"/>
            <p:cNvPicPr/>
            <p:nvPr/>
          </p:nvPicPr>
          <p:blipFill>
            <a:blip r:embed="rId68" cstate="print"/>
            <a:stretch>
              <a:fillRect/>
            </a:stretch>
          </p:blipFill>
          <p:spPr>
            <a:xfrm>
              <a:off x="3680459" y="8481631"/>
              <a:ext cx="346614" cy="112966"/>
            </a:xfrm>
            <a:prstGeom prst="rect">
              <a:avLst/>
            </a:prstGeom>
          </p:spPr>
        </p:pic>
        <p:sp>
          <p:nvSpPr>
            <p:cNvPr id="96" name="object 96"/>
            <p:cNvSpPr/>
            <p:nvPr/>
          </p:nvSpPr>
          <p:spPr>
            <a:xfrm>
              <a:off x="4046791" y="8515254"/>
              <a:ext cx="62865" cy="78105"/>
            </a:xfrm>
            <a:custGeom>
              <a:avLst/>
              <a:gdLst/>
              <a:ahLst/>
              <a:cxnLst/>
              <a:rect l="l" t="t" r="r" b="b"/>
              <a:pathLst>
                <a:path w="62864" h="78104">
                  <a:moveTo>
                    <a:pt x="19399" y="15240"/>
                  </a:moveTo>
                  <a:lnTo>
                    <a:pt x="12287" y="15240"/>
                  </a:lnTo>
                  <a:lnTo>
                    <a:pt x="15335" y="9144"/>
                  </a:lnTo>
                  <a:lnTo>
                    <a:pt x="18383" y="6096"/>
                  </a:lnTo>
                  <a:lnTo>
                    <a:pt x="22955" y="3048"/>
                  </a:lnTo>
                  <a:lnTo>
                    <a:pt x="32099" y="0"/>
                  </a:lnTo>
                  <a:lnTo>
                    <a:pt x="45815" y="0"/>
                  </a:lnTo>
                  <a:lnTo>
                    <a:pt x="51911" y="3048"/>
                  </a:lnTo>
                  <a:lnTo>
                    <a:pt x="56483" y="7620"/>
                  </a:lnTo>
                  <a:lnTo>
                    <a:pt x="58816" y="10668"/>
                  </a:lnTo>
                  <a:lnTo>
                    <a:pt x="27527" y="10668"/>
                  </a:lnTo>
                  <a:lnTo>
                    <a:pt x="21431" y="12192"/>
                  </a:lnTo>
                  <a:lnTo>
                    <a:pt x="19399" y="15240"/>
                  </a:lnTo>
                  <a:close/>
                </a:path>
                <a:path w="62864" h="78104">
                  <a:moveTo>
                    <a:pt x="12287" y="77819"/>
                  </a:moveTo>
                  <a:lnTo>
                    <a:pt x="0" y="77819"/>
                  </a:lnTo>
                  <a:lnTo>
                    <a:pt x="0" y="1524"/>
                  </a:lnTo>
                  <a:lnTo>
                    <a:pt x="12287" y="1524"/>
                  </a:lnTo>
                  <a:lnTo>
                    <a:pt x="12287" y="15240"/>
                  </a:lnTo>
                  <a:lnTo>
                    <a:pt x="19399" y="15240"/>
                  </a:lnTo>
                  <a:lnTo>
                    <a:pt x="18383" y="16764"/>
                  </a:lnTo>
                  <a:lnTo>
                    <a:pt x="13811" y="21336"/>
                  </a:lnTo>
                  <a:lnTo>
                    <a:pt x="12287" y="27432"/>
                  </a:lnTo>
                  <a:lnTo>
                    <a:pt x="12287" y="77819"/>
                  </a:lnTo>
                  <a:close/>
                </a:path>
                <a:path w="62864" h="78104">
                  <a:moveTo>
                    <a:pt x="62674" y="77819"/>
                  </a:moveTo>
                  <a:lnTo>
                    <a:pt x="50387" y="77819"/>
                  </a:lnTo>
                  <a:lnTo>
                    <a:pt x="50387" y="25908"/>
                  </a:lnTo>
                  <a:lnTo>
                    <a:pt x="48863" y="19812"/>
                  </a:lnTo>
                  <a:lnTo>
                    <a:pt x="45815" y="16764"/>
                  </a:lnTo>
                  <a:lnTo>
                    <a:pt x="44291" y="12192"/>
                  </a:lnTo>
                  <a:lnTo>
                    <a:pt x="39719" y="10668"/>
                  </a:lnTo>
                  <a:lnTo>
                    <a:pt x="58816" y="10668"/>
                  </a:lnTo>
                  <a:lnTo>
                    <a:pt x="61150" y="13716"/>
                  </a:lnTo>
                  <a:lnTo>
                    <a:pt x="62674" y="21336"/>
                  </a:lnTo>
                  <a:lnTo>
                    <a:pt x="62674" y="77819"/>
                  </a:lnTo>
                  <a:close/>
                </a:path>
              </a:pathLst>
            </a:custGeom>
            <a:solidFill>
              <a:srgbClr val="232323"/>
            </a:solidFill>
          </p:spPr>
          <p:txBody>
            <a:bodyPr wrap="square" lIns="0" tIns="0" rIns="0" bIns="0" rtlCol="0"/>
            <a:lstStyle/>
            <a:p>
              <a:endParaRPr/>
            </a:p>
          </p:txBody>
        </p:sp>
        <p:pic>
          <p:nvPicPr>
            <p:cNvPr id="97" name="object 97"/>
            <p:cNvPicPr/>
            <p:nvPr/>
          </p:nvPicPr>
          <p:blipFill>
            <a:blip r:embed="rId69" cstate="print"/>
            <a:stretch>
              <a:fillRect/>
            </a:stretch>
          </p:blipFill>
          <p:spPr>
            <a:xfrm>
              <a:off x="4175188" y="8478583"/>
              <a:ext cx="1853469" cy="151066"/>
            </a:xfrm>
            <a:prstGeom prst="rect">
              <a:avLst/>
            </a:prstGeom>
          </p:spPr>
        </p:pic>
        <p:pic>
          <p:nvPicPr>
            <p:cNvPr id="98" name="object 98"/>
            <p:cNvPicPr/>
            <p:nvPr/>
          </p:nvPicPr>
          <p:blipFill>
            <a:blip r:embed="rId70" cstate="print"/>
            <a:stretch>
              <a:fillRect/>
            </a:stretch>
          </p:blipFill>
          <p:spPr>
            <a:xfrm>
              <a:off x="1343025" y="8849391"/>
              <a:ext cx="134302" cy="137350"/>
            </a:xfrm>
            <a:prstGeom prst="rect">
              <a:avLst/>
            </a:prstGeom>
          </p:spPr>
        </p:pic>
        <p:sp>
          <p:nvSpPr>
            <p:cNvPr id="99" name="object 99"/>
            <p:cNvSpPr/>
            <p:nvPr/>
          </p:nvSpPr>
          <p:spPr>
            <a:xfrm>
              <a:off x="1546002" y="8850915"/>
              <a:ext cx="23495" cy="134620"/>
            </a:xfrm>
            <a:custGeom>
              <a:avLst/>
              <a:gdLst/>
              <a:ahLst/>
              <a:cxnLst/>
              <a:rect l="l" t="t" r="r" b="b"/>
              <a:pathLst>
                <a:path w="23494" h="134620">
                  <a:moveTo>
                    <a:pt x="22955" y="134302"/>
                  </a:moveTo>
                  <a:lnTo>
                    <a:pt x="0" y="134302"/>
                  </a:lnTo>
                  <a:lnTo>
                    <a:pt x="0" y="0"/>
                  </a:lnTo>
                  <a:lnTo>
                    <a:pt x="22955" y="0"/>
                  </a:lnTo>
                  <a:lnTo>
                    <a:pt x="22955" y="134302"/>
                  </a:lnTo>
                  <a:close/>
                </a:path>
              </a:pathLst>
            </a:custGeom>
            <a:solidFill>
              <a:srgbClr val="232323"/>
            </a:solidFill>
          </p:spPr>
          <p:txBody>
            <a:bodyPr wrap="square" lIns="0" tIns="0" rIns="0" bIns="0" rtlCol="0"/>
            <a:lstStyle/>
            <a:p>
              <a:endParaRPr/>
            </a:p>
          </p:txBody>
        </p:sp>
        <p:pic>
          <p:nvPicPr>
            <p:cNvPr id="100" name="object 100"/>
            <p:cNvPicPr/>
            <p:nvPr/>
          </p:nvPicPr>
          <p:blipFill>
            <a:blip r:embed="rId71" cstate="print"/>
            <a:stretch>
              <a:fillRect/>
            </a:stretch>
          </p:blipFill>
          <p:spPr>
            <a:xfrm>
              <a:off x="1596390" y="8861679"/>
              <a:ext cx="343566" cy="125063"/>
            </a:xfrm>
            <a:prstGeom prst="rect">
              <a:avLst/>
            </a:prstGeom>
          </p:spPr>
        </p:pic>
        <p:sp>
          <p:nvSpPr>
            <p:cNvPr id="101" name="object 101"/>
            <p:cNvSpPr/>
            <p:nvPr/>
          </p:nvSpPr>
          <p:spPr>
            <a:xfrm>
              <a:off x="1964340" y="8843295"/>
              <a:ext cx="21590" cy="142240"/>
            </a:xfrm>
            <a:custGeom>
              <a:avLst/>
              <a:gdLst/>
              <a:ahLst/>
              <a:cxnLst/>
              <a:rect l="l" t="t" r="r" b="b"/>
              <a:pathLst>
                <a:path w="21589" h="142240">
                  <a:moveTo>
                    <a:pt x="21431" y="141922"/>
                  </a:moveTo>
                  <a:lnTo>
                    <a:pt x="0" y="141922"/>
                  </a:lnTo>
                  <a:lnTo>
                    <a:pt x="0" y="0"/>
                  </a:lnTo>
                  <a:lnTo>
                    <a:pt x="21431" y="0"/>
                  </a:lnTo>
                  <a:lnTo>
                    <a:pt x="21431" y="141922"/>
                  </a:lnTo>
                  <a:close/>
                </a:path>
              </a:pathLst>
            </a:custGeom>
            <a:solidFill>
              <a:srgbClr val="232323"/>
            </a:solidFill>
          </p:spPr>
          <p:txBody>
            <a:bodyPr wrap="square" lIns="0" tIns="0" rIns="0" bIns="0" rtlCol="0"/>
            <a:lstStyle/>
            <a:p>
              <a:endParaRPr/>
            </a:p>
          </p:txBody>
        </p:sp>
        <p:pic>
          <p:nvPicPr>
            <p:cNvPr id="102" name="object 102"/>
            <p:cNvPicPr/>
            <p:nvPr/>
          </p:nvPicPr>
          <p:blipFill>
            <a:blip r:embed="rId72" cstate="print"/>
            <a:stretch>
              <a:fillRect/>
            </a:stretch>
          </p:blipFill>
          <p:spPr>
            <a:xfrm>
              <a:off x="2011680" y="8843295"/>
              <a:ext cx="360330" cy="143446"/>
            </a:xfrm>
            <a:prstGeom prst="rect">
              <a:avLst/>
            </a:prstGeom>
          </p:spPr>
        </p:pic>
        <p:pic>
          <p:nvPicPr>
            <p:cNvPr id="103" name="object 103"/>
            <p:cNvPicPr/>
            <p:nvPr/>
          </p:nvPicPr>
          <p:blipFill>
            <a:blip r:embed="rId73" cstate="print"/>
            <a:stretch>
              <a:fillRect/>
            </a:stretch>
          </p:blipFill>
          <p:spPr>
            <a:xfrm>
              <a:off x="2391917" y="8887586"/>
              <a:ext cx="85439" cy="97631"/>
            </a:xfrm>
            <a:prstGeom prst="rect">
              <a:avLst/>
            </a:prstGeom>
          </p:spPr>
        </p:pic>
        <p:pic>
          <p:nvPicPr>
            <p:cNvPr id="104" name="object 104"/>
            <p:cNvPicPr/>
            <p:nvPr/>
          </p:nvPicPr>
          <p:blipFill>
            <a:blip r:embed="rId74" cstate="print"/>
            <a:stretch>
              <a:fillRect/>
            </a:stretch>
          </p:blipFill>
          <p:spPr>
            <a:xfrm>
              <a:off x="2541460" y="8841676"/>
              <a:ext cx="1383315" cy="187833"/>
            </a:xfrm>
            <a:prstGeom prst="rect">
              <a:avLst/>
            </a:prstGeom>
          </p:spPr>
        </p:pic>
        <p:sp>
          <p:nvSpPr>
            <p:cNvPr id="105" name="object 105"/>
            <p:cNvSpPr/>
            <p:nvPr/>
          </p:nvSpPr>
          <p:spPr>
            <a:xfrm>
              <a:off x="1405604" y="9192768"/>
              <a:ext cx="38735" cy="38735"/>
            </a:xfrm>
            <a:custGeom>
              <a:avLst/>
              <a:gdLst/>
              <a:ahLst/>
              <a:cxnLst/>
              <a:rect l="l" t="t" r="r" b="b"/>
              <a:pathLst>
                <a:path w="38734" h="38734">
                  <a:moveTo>
                    <a:pt x="24384" y="38195"/>
                  </a:moveTo>
                  <a:lnTo>
                    <a:pt x="19812" y="38195"/>
                  </a:lnTo>
                  <a:lnTo>
                    <a:pt x="13716" y="38195"/>
                  </a:lnTo>
                  <a:lnTo>
                    <a:pt x="9144" y="36671"/>
                  </a:lnTo>
                  <a:lnTo>
                    <a:pt x="6096" y="32099"/>
                  </a:lnTo>
                  <a:lnTo>
                    <a:pt x="1524" y="29051"/>
                  </a:lnTo>
                  <a:lnTo>
                    <a:pt x="0" y="24383"/>
                  </a:lnTo>
                  <a:lnTo>
                    <a:pt x="0" y="13715"/>
                  </a:lnTo>
                  <a:lnTo>
                    <a:pt x="1524" y="9143"/>
                  </a:lnTo>
                  <a:lnTo>
                    <a:pt x="6096" y="6095"/>
                  </a:lnTo>
                  <a:lnTo>
                    <a:pt x="9144" y="1523"/>
                  </a:lnTo>
                  <a:lnTo>
                    <a:pt x="13716" y="0"/>
                  </a:lnTo>
                  <a:lnTo>
                    <a:pt x="24384" y="0"/>
                  </a:lnTo>
                  <a:lnTo>
                    <a:pt x="28956" y="1523"/>
                  </a:lnTo>
                  <a:lnTo>
                    <a:pt x="32004" y="6095"/>
                  </a:lnTo>
                  <a:lnTo>
                    <a:pt x="36671" y="9143"/>
                  </a:lnTo>
                  <a:lnTo>
                    <a:pt x="38195" y="13715"/>
                  </a:lnTo>
                  <a:lnTo>
                    <a:pt x="38195" y="24383"/>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106" name="object 106"/>
            <p:cNvPicPr/>
            <p:nvPr/>
          </p:nvPicPr>
          <p:blipFill>
            <a:blip r:embed="rId75" cstate="print"/>
            <a:stretch>
              <a:fillRect/>
            </a:stretch>
          </p:blipFill>
          <p:spPr>
            <a:xfrm>
              <a:off x="1596390" y="9148571"/>
              <a:ext cx="342042" cy="114490"/>
            </a:xfrm>
            <a:prstGeom prst="rect">
              <a:avLst/>
            </a:prstGeom>
          </p:spPr>
        </p:pic>
        <p:pic>
          <p:nvPicPr>
            <p:cNvPr id="107" name="object 107"/>
            <p:cNvPicPr/>
            <p:nvPr/>
          </p:nvPicPr>
          <p:blipFill>
            <a:blip r:embed="rId76" cstate="print"/>
            <a:stretch>
              <a:fillRect/>
            </a:stretch>
          </p:blipFill>
          <p:spPr>
            <a:xfrm>
              <a:off x="1991868" y="9153049"/>
              <a:ext cx="114490" cy="109918"/>
            </a:xfrm>
            <a:prstGeom prst="rect">
              <a:avLst/>
            </a:prstGeom>
          </p:spPr>
        </p:pic>
        <p:pic>
          <p:nvPicPr>
            <p:cNvPr id="108" name="object 108"/>
            <p:cNvPicPr/>
            <p:nvPr/>
          </p:nvPicPr>
          <p:blipFill>
            <a:blip r:embed="rId77" cstate="print"/>
            <a:stretch>
              <a:fillRect/>
            </a:stretch>
          </p:blipFill>
          <p:spPr>
            <a:xfrm>
              <a:off x="2167413" y="9154668"/>
              <a:ext cx="276415" cy="108393"/>
            </a:xfrm>
            <a:prstGeom prst="rect">
              <a:avLst/>
            </a:prstGeom>
          </p:spPr>
        </p:pic>
        <p:sp>
          <p:nvSpPr>
            <p:cNvPr id="109" name="object 109"/>
            <p:cNvSpPr/>
            <p:nvPr/>
          </p:nvSpPr>
          <p:spPr>
            <a:xfrm>
              <a:off x="1663636" y="9148584"/>
              <a:ext cx="1481455" cy="368300"/>
            </a:xfrm>
            <a:custGeom>
              <a:avLst/>
              <a:gdLst/>
              <a:ahLst/>
              <a:cxnLst/>
              <a:rect l="l" t="t" r="r" b="b"/>
              <a:pathLst>
                <a:path w="1481455" h="368300">
                  <a:moveTo>
                    <a:pt x="38100" y="344893"/>
                  </a:moveTo>
                  <a:lnTo>
                    <a:pt x="32004" y="335749"/>
                  </a:lnTo>
                  <a:lnTo>
                    <a:pt x="28956" y="332701"/>
                  </a:lnTo>
                  <a:lnTo>
                    <a:pt x="24384" y="331177"/>
                  </a:lnTo>
                  <a:lnTo>
                    <a:pt x="13716" y="331177"/>
                  </a:lnTo>
                  <a:lnTo>
                    <a:pt x="9144" y="332701"/>
                  </a:lnTo>
                  <a:lnTo>
                    <a:pt x="1524" y="340321"/>
                  </a:lnTo>
                  <a:lnTo>
                    <a:pt x="0" y="344893"/>
                  </a:lnTo>
                  <a:lnTo>
                    <a:pt x="0" y="355561"/>
                  </a:lnTo>
                  <a:lnTo>
                    <a:pt x="1524" y="358609"/>
                  </a:lnTo>
                  <a:lnTo>
                    <a:pt x="9144" y="366229"/>
                  </a:lnTo>
                  <a:lnTo>
                    <a:pt x="13716" y="367753"/>
                  </a:lnTo>
                  <a:lnTo>
                    <a:pt x="18288" y="367753"/>
                  </a:lnTo>
                  <a:lnTo>
                    <a:pt x="24384" y="367753"/>
                  </a:lnTo>
                  <a:lnTo>
                    <a:pt x="28956" y="366229"/>
                  </a:lnTo>
                  <a:lnTo>
                    <a:pt x="32004" y="363181"/>
                  </a:lnTo>
                  <a:lnTo>
                    <a:pt x="38100" y="354037"/>
                  </a:lnTo>
                  <a:lnTo>
                    <a:pt x="38100" y="344893"/>
                  </a:lnTo>
                  <a:close/>
                </a:path>
                <a:path w="1481455" h="368300">
                  <a:moveTo>
                    <a:pt x="851903" y="35052"/>
                  </a:moveTo>
                  <a:lnTo>
                    <a:pt x="839622" y="35052"/>
                  </a:lnTo>
                  <a:lnTo>
                    <a:pt x="833526" y="38100"/>
                  </a:lnTo>
                  <a:lnTo>
                    <a:pt x="828954" y="41148"/>
                  </a:lnTo>
                  <a:lnTo>
                    <a:pt x="827430" y="45720"/>
                  </a:lnTo>
                  <a:lnTo>
                    <a:pt x="824382" y="50292"/>
                  </a:lnTo>
                  <a:lnTo>
                    <a:pt x="824382" y="36576"/>
                  </a:lnTo>
                  <a:lnTo>
                    <a:pt x="801522" y="36576"/>
                  </a:lnTo>
                  <a:lnTo>
                    <a:pt x="801522" y="112864"/>
                  </a:lnTo>
                  <a:lnTo>
                    <a:pt x="824382" y="112864"/>
                  </a:lnTo>
                  <a:lnTo>
                    <a:pt x="824382" y="70192"/>
                  </a:lnTo>
                  <a:lnTo>
                    <a:pt x="825906" y="64008"/>
                  </a:lnTo>
                  <a:lnTo>
                    <a:pt x="828954" y="60960"/>
                  </a:lnTo>
                  <a:lnTo>
                    <a:pt x="832002" y="56388"/>
                  </a:lnTo>
                  <a:lnTo>
                    <a:pt x="836574" y="54864"/>
                  </a:lnTo>
                  <a:lnTo>
                    <a:pt x="848855" y="54864"/>
                  </a:lnTo>
                  <a:lnTo>
                    <a:pt x="848855" y="56388"/>
                  </a:lnTo>
                  <a:lnTo>
                    <a:pt x="849083" y="54864"/>
                  </a:lnTo>
                  <a:lnTo>
                    <a:pt x="849731" y="50292"/>
                  </a:lnTo>
                  <a:lnTo>
                    <a:pt x="851903" y="35052"/>
                  </a:lnTo>
                  <a:close/>
                </a:path>
                <a:path w="1481455" h="368300">
                  <a:moveTo>
                    <a:pt x="931252" y="102196"/>
                  </a:moveTo>
                  <a:lnTo>
                    <a:pt x="927696" y="97624"/>
                  </a:lnTo>
                  <a:lnTo>
                    <a:pt x="920584" y="88480"/>
                  </a:lnTo>
                  <a:lnTo>
                    <a:pt x="916012" y="91528"/>
                  </a:lnTo>
                  <a:lnTo>
                    <a:pt x="912964" y="94576"/>
                  </a:lnTo>
                  <a:lnTo>
                    <a:pt x="908392" y="96100"/>
                  </a:lnTo>
                  <a:lnTo>
                    <a:pt x="905344" y="96100"/>
                  </a:lnTo>
                  <a:lnTo>
                    <a:pt x="902296" y="97624"/>
                  </a:lnTo>
                  <a:lnTo>
                    <a:pt x="894676" y="97624"/>
                  </a:lnTo>
                  <a:lnTo>
                    <a:pt x="890104" y="96100"/>
                  </a:lnTo>
                  <a:lnTo>
                    <a:pt x="885532" y="93052"/>
                  </a:lnTo>
                  <a:lnTo>
                    <a:pt x="882484" y="90004"/>
                  </a:lnTo>
                  <a:lnTo>
                    <a:pt x="880960" y="86956"/>
                  </a:lnTo>
                  <a:lnTo>
                    <a:pt x="880960" y="80860"/>
                  </a:lnTo>
                  <a:lnTo>
                    <a:pt x="929728" y="80860"/>
                  </a:lnTo>
                  <a:lnTo>
                    <a:pt x="929728" y="71716"/>
                  </a:lnTo>
                  <a:lnTo>
                    <a:pt x="929424" y="67144"/>
                  </a:lnTo>
                  <a:lnTo>
                    <a:pt x="929157" y="63144"/>
                  </a:lnTo>
                  <a:lnTo>
                    <a:pt x="927442" y="55714"/>
                  </a:lnTo>
                  <a:lnTo>
                    <a:pt x="925017" y="50380"/>
                  </a:lnTo>
                  <a:lnTo>
                    <a:pt x="924585" y="49428"/>
                  </a:lnTo>
                  <a:lnTo>
                    <a:pt x="920584" y="44284"/>
                  </a:lnTo>
                  <a:lnTo>
                    <a:pt x="915492" y="40233"/>
                  </a:lnTo>
                  <a:lnTo>
                    <a:pt x="909535" y="37338"/>
                  </a:lnTo>
                  <a:lnTo>
                    <a:pt x="908392" y="37045"/>
                  </a:lnTo>
                  <a:lnTo>
                    <a:pt x="908392" y="61048"/>
                  </a:lnTo>
                  <a:lnTo>
                    <a:pt x="908392" y="67144"/>
                  </a:lnTo>
                  <a:lnTo>
                    <a:pt x="880960" y="67144"/>
                  </a:lnTo>
                  <a:lnTo>
                    <a:pt x="880960" y="61048"/>
                  </a:lnTo>
                  <a:lnTo>
                    <a:pt x="882484" y="58000"/>
                  </a:lnTo>
                  <a:lnTo>
                    <a:pt x="888580" y="51904"/>
                  </a:lnTo>
                  <a:lnTo>
                    <a:pt x="891628" y="50380"/>
                  </a:lnTo>
                  <a:lnTo>
                    <a:pt x="899248" y="50380"/>
                  </a:lnTo>
                  <a:lnTo>
                    <a:pt x="905344" y="53428"/>
                  </a:lnTo>
                  <a:lnTo>
                    <a:pt x="906868" y="56476"/>
                  </a:lnTo>
                  <a:lnTo>
                    <a:pt x="908392" y="61048"/>
                  </a:lnTo>
                  <a:lnTo>
                    <a:pt x="908392" y="37045"/>
                  </a:lnTo>
                  <a:lnTo>
                    <a:pt x="903008" y="35623"/>
                  </a:lnTo>
                  <a:lnTo>
                    <a:pt x="896200" y="35039"/>
                  </a:lnTo>
                  <a:lnTo>
                    <a:pt x="887958" y="35623"/>
                  </a:lnTo>
                  <a:lnTo>
                    <a:pt x="887704" y="35623"/>
                  </a:lnTo>
                  <a:lnTo>
                    <a:pt x="858596" y="67449"/>
                  </a:lnTo>
                  <a:lnTo>
                    <a:pt x="857999" y="76288"/>
                  </a:lnTo>
                  <a:lnTo>
                    <a:pt x="858570" y="84861"/>
                  </a:lnTo>
                  <a:lnTo>
                    <a:pt x="887590" y="113880"/>
                  </a:lnTo>
                  <a:lnTo>
                    <a:pt x="896200" y="114477"/>
                  </a:lnTo>
                  <a:lnTo>
                    <a:pt x="902296" y="114477"/>
                  </a:lnTo>
                  <a:lnTo>
                    <a:pt x="920584" y="109905"/>
                  </a:lnTo>
                  <a:lnTo>
                    <a:pt x="925156" y="106768"/>
                  </a:lnTo>
                  <a:lnTo>
                    <a:pt x="931252" y="102196"/>
                  </a:lnTo>
                  <a:close/>
                </a:path>
                <a:path w="1481455" h="368300">
                  <a:moveTo>
                    <a:pt x="1021359" y="36576"/>
                  </a:moveTo>
                  <a:lnTo>
                    <a:pt x="998499" y="36576"/>
                  </a:lnTo>
                  <a:lnTo>
                    <a:pt x="998499" y="45808"/>
                  </a:lnTo>
                  <a:lnTo>
                    <a:pt x="998499" y="65620"/>
                  </a:lnTo>
                  <a:lnTo>
                    <a:pt x="998499" y="82384"/>
                  </a:lnTo>
                  <a:lnTo>
                    <a:pt x="996975" y="86956"/>
                  </a:lnTo>
                  <a:lnTo>
                    <a:pt x="993927" y="90004"/>
                  </a:lnTo>
                  <a:lnTo>
                    <a:pt x="990879" y="94576"/>
                  </a:lnTo>
                  <a:lnTo>
                    <a:pt x="986307" y="96100"/>
                  </a:lnTo>
                  <a:lnTo>
                    <a:pt x="977074" y="96100"/>
                  </a:lnTo>
                  <a:lnTo>
                    <a:pt x="974026" y="94576"/>
                  </a:lnTo>
                  <a:lnTo>
                    <a:pt x="970978" y="91528"/>
                  </a:lnTo>
                  <a:lnTo>
                    <a:pt x="967930" y="86956"/>
                  </a:lnTo>
                  <a:lnTo>
                    <a:pt x="966406" y="82384"/>
                  </a:lnTo>
                  <a:lnTo>
                    <a:pt x="966406" y="68668"/>
                  </a:lnTo>
                  <a:lnTo>
                    <a:pt x="967930" y="62572"/>
                  </a:lnTo>
                  <a:lnTo>
                    <a:pt x="970978" y="58000"/>
                  </a:lnTo>
                  <a:lnTo>
                    <a:pt x="977074" y="51904"/>
                  </a:lnTo>
                  <a:lnTo>
                    <a:pt x="987831" y="51904"/>
                  </a:lnTo>
                  <a:lnTo>
                    <a:pt x="990879" y="53428"/>
                  </a:lnTo>
                  <a:lnTo>
                    <a:pt x="993927" y="58000"/>
                  </a:lnTo>
                  <a:lnTo>
                    <a:pt x="996975" y="61048"/>
                  </a:lnTo>
                  <a:lnTo>
                    <a:pt x="998499" y="65620"/>
                  </a:lnTo>
                  <a:lnTo>
                    <a:pt x="998499" y="45808"/>
                  </a:lnTo>
                  <a:lnTo>
                    <a:pt x="996975" y="45808"/>
                  </a:lnTo>
                  <a:lnTo>
                    <a:pt x="995451" y="41236"/>
                  </a:lnTo>
                  <a:lnTo>
                    <a:pt x="992403" y="38100"/>
                  </a:lnTo>
                  <a:lnTo>
                    <a:pt x="986307" y="35052"/>
                  </a:lnTo>
                  <a:lnTo>
                    <a:pt x="977074" y="35052"/>
                  </a:lnTo>
                  <a:lnTo>
                    <a:pt x="944308" y="59334"/>
                  </a:lnTo>
                  <a:lnTo>
                    <a:pt x="942022" y="76288"/>
                  </a:lnTo>
                  <a:lnTo>
                    <a:pt x="942594" y="84861"/>
                  </a:lnTo>
                  <a:lnTo>
                    <a:pt x="964882" y="114490"/>
                  </a:lnTo>
                  <a:lnTo>
                    <a:pt x="978598" y="114490"/>
                  </a:lnTo>
                  <a:lnTo>
                    <a:pt x="992403" y="109918"/>
                  </a:lnTo>
                  <a:lnTo>
                    <a:pt x="995451" y="106768"/>
                  </a:lnTo>
                  <a:lnTo>
                    <a:pt x="996975" y="102196"/>
                  </a:lnTo>
                  <a:lnTo>
                    <a:pt x="998499" y="102196"/>
                  </a:lnTo>
                  <a:lnTo>
                    <a:pt x="998499" y="148018"/>
                  </a:lnTo>
                  <a:lnTo>
                    <a:pt x="1021359" y="148018"/>
                  </a:lnTo>
                  <a:lnTo>
                    <a:pt x="1021359" y="102196"/>
                  </a:lnTo>
                  <a:lnTo>
                    <a:pt x="1021359" y="96100"/>
                  </a:lnTo>
                  <a:lnTo>
                    <a:pt x="1021359" y="51904"/>
                  </a:lnTo>
                  <a:lnTo>
                    <a:pt x="1021359" y="45808"/>
                  </a:lnTo>
                  <a:lnTo>
                    <a:pt x="1021359" y="36576"/>
                  </a:lnTo>
                  <a:close/>
                </a:path>
                <a:path w="1481455" h="368300">
                  <a:moveTo>
                    <a:pt x="1111465" y="36474"/>
                  </a:moveTo>
                  <a:lnTo>
                    <a:pt x="1088517" y="36474"/>
                  </a:lnTo>
                  <a:lnTo>
                    <a:pt x="1088517" y="85344"/>
                  </a:lnTo>
                  <a:lnTo>
                    <a:pt x="1086993" y="88392"/>
                  </a:lnTo>
                  <a:lnTo>
                    <a:pt x="1080897" y="94488"/>
                  </a:lnTo>
                  <a:lnTo>
                    <a:pt x="1077849" y="96012"/>
                  </a:lnTo>
                  <a:lnTo>
                    <a:pt x="1070229" y="96012"/>
                  </a:lnTo>
                  <a:lnTo>
                    <a:pt x="1067181" y="94488"/>
                  </a:lnTo>
                  <a:lnTo>
                    <a:pt x="1062609" y="89916"/>
                  </a:lnTo>
                  <a:lnTo>
                    <a:pt x="1061085" y="85344"/>
                  </a:lnTo>
                  <a:lnTo>
                    <a:pt x="1061085" y="36474"/>
                  </a:lnTo>
                  <a:lnTo>
                    <a:pt x="1038225" y="36474"/>
                  </a:lnTo>
                  <a:lnTo>
                    <a:pt x="1038225" y="92964"/>
                  </a:lnTo>
                  <a:lnTo>
                    <a:pt x="1039749" y="100584"/>
                  </a:lnTo>
                  <a:lnTo>
                    <a:pt x="1044321" y="106680"/>
                  </a:lnTo>
                  <a:lnTo>
                    <a:pt x="1048893" y="111340"/>
                  </a:lnTo>
                  <a:lnTo>
                    <a:pt x="1054989" y="114388"/>
                  </a:lnTo>
                  <a:lnTo>
                    <a:pt x="1068705" y="114388"/>
                  </a:lnTo>
                  <a:lnTo>
                    <a:pt x="1077849" y="111340"/>
                  </a:lnTo>
                  <a:lnTo>
                    <a:pt x="1080897" y="108204"/>
                  </a:lnTo>
                  <a:lnTo>
                    <a:pt x="1085469" y="105156"/>
                  </a:lnTo>
                  <a:lnTo>
                    <a:pt x="1086993" y="100584"/>
                  </a:lnTo>
                  <a:lnTo>
                    <a:pt x="1088517" y="100584"/>
                  </a:lnTo>
                  <a:lnTo>
                    <a:pt x="1088517" y="112864"/>
                  </a:lnTo>
                  <a:lnTo>
                    <a:pt x="1111465" y="112864"/>
                  </a:lnTo>
                  <a:lnTo>
                    <a:pt x="1111465" y="36474"/>
                  </a:lnTo>
                  <a:close/>
                </a:path>
                <a:path w="1481455" h="368300">
                  <a:moveTo>
                    <a:pt x="1154239" y="36576"/>
                  </a:moveTo>
                  <a:lnTo>
                    <a:pt x="1131277" y="36576"/>
                  </a:lnTo>
                  <a:lnTo>
                    <a:pt x="1131277" y="112966"/>
                  </a:lnTo>
                  <a:lnTo>
                    <a:pt x="1154239" y="112966"/>
                  </a:lnTo>
                  <a:lnTo>
                    <a:pt x="1154239" y="36576"/>
                  </a:lnTo>
                  <a:close/>
                </a:path>
                <a:path w="1481455" h="368300">
                  <a:moveTo>
                    <a:pt x="1157287" y="9144"/>
                  </a:moveTo>
                  <a:lnTo>
                    <a:pt x="1155763" y="6096"/>
                  </a:lnTo>
                  <a:lnTo>
                    <a:pt x="1151191" y="1524"/>
                  </a:lnTo>
                  <a:lnTo>
                    <a:pt x="1148143" y="0"/>
                  </a:lnTo>
                  <a:lnTo>
                    <a:pt x="1138897" y="0"/>
                  </a:lnTo>
                  <a:lnTo>
                    <a:pt x="1132801" y="3048"/>
                  </a:lnTo>
                  <a:lnTo>
                    <a:pt x="1129753" y="9144"/>
                  </a:lnTo>
                  <a:lnTo>
                    <a:pt x="1129753" y="16764"/>
                  </a:lnTo>
                  <a:lnTo>
                    <a:pt x="1131277" y="19812"/>
                  </a:lnTo>
                  <a:lnTo>
                    <a:pt x="1135849" y="24384"/>
                  </a:lnTo>
                  <a:lnTo>
                    <a:pt x="1138897" y="25908"/>
                  </a:lnTo>
                  <a:lnTo>
                    <a:pt x="1148143" y="25908"/>
                  </a:lnTo>
                  <a:lnTo>
                    <a:pt x="1151191" y="24384"/>
                  </a:lnTo>
                  <a:lnTo>
                    <a:pt x="1152715" y="21336"/>
                  </a:lnTo>
                  <a:lnTo>
                    <a:pt x="1155763" y="19812"/>
                  </a:lnTo>
                  <a:lnTo>
                    <a:pt x="1157287" y="16764"/>
                  </a:lnTo>
                  <a:lnTo>
                    <a:pt x="1157287" y="9144"/>
                  </a:lnTo>
                  <a:close/>
                </a:path>
                <a:path w="1481455" h="368300">
                  <a:moveTo>
                    <a:pt x="1229004" y="82384"/>
                  </a:moveTo>
                  <a:lnTo>
                    <a:pt x="1227480" y="76288"/>
                  </a:lnTo>
                  <a:lnTo>
                    <a:pt x="1222908" y="73240"/>
                  </a:lnTo>
                  <a:lnTo>
                    <a:pt x="1219860" y="68668"/>
                  </a:lnTo>
                  <a:lnTo>
                    <a:pt x="1213764" y="65620"/>
                  </a:lnTo>
                  <a:lnTo>
                    <a:pt x="1204620" y="64096"/>
                  </a:lnTo>
                  <a:lnTo>
                    <a:pt x="1200048" y="64096"/>
                  </a:lnTo>
                  <a:lnTo>
                    <a:pt x="1195476" y="62572"/>
                  </a:lnTo>
                  <a:lnTo>
                    <a:pt x="1193850" y="61048"/>
                  </a:lnTo>
                  <a:lnTo>
                    <a:pt x="1192326" y="61048"/>
                  </a:lnTo>
                  <a:lnTo>
                    <a:pt x="1190802" y="59524"/>
                  </a:lnTo>
                  <a:lnTo>
                    <a:pt x="1190802" y="54952"/>
                  </a:lnTo>
                  <a:lnTo>
                    <a:pt x="1192326" y="53428"/>
                  </a:lnTo>
                  <a:lnTo>
                    <a:pt x="1193850" y="53428"/>
                  </a:lnTo>
                  <a:lnTo>
                    <a:pt x="1195476" y="51904"/>
                  </a:lnTo>
                  <a:lnTo>
                    <a:pt x="1198524" y="50380"/>
                  </a:lnTo>
                  <a:lnTo>
                    <a:pt x="1204620" y="50380"/>
                  </a:lnTo>
                  <a:lnTo>
                    <a:pt x="1207668" y="51904"/>
                  </a:lnTo>
                  <a:lnTo>
                    <a:pt x="1209192" y="51904"/>
                  </a:lnTo>
                  <a:lnTo>
                    <a:pt x="1218336" y="56476"/>
                  </a:lnTo>
                  <a:lnTo>
                    <a:pt x="1221994" y="50380"/>
                  </a:lnTo>
                  <a:lnTo>
                    <a:pt x="1227480" y="41236"/>
                  </a:lnTo>
                  <a:lnTo>
                    <a:pt x="1224432" y="39624"/>
                  </a:lnTo>
                  <a:lnTo>
                    <a:pt x="1210716" y="35052"/>
                  </a:lnTo>
                  <a:lnTo>
                    <a:pt x="1193850" y="35052"/>
                  </a:lnTo>
                  <a:lnTo>
                    <a:pt x="1186230" y="36576"/>
                  </a:lnTo>
                  <a:lnTo>
                    <a:pt x="1180134" y="41236"/>
                  </a:lnTo>
                  <a:lnTo>
                    <a:pt x="1174038" y="45808"/>
                  </a:lnTo>
                  <a:lnTo>
                    <a:pt x="1170990" y="51904"/>
                  </a:lnTo>
                  <a:lnTo>
                    <a:pt x="1170990" y="67144"/>
                  </a:lnTo>
                  <a:lnTo>
                    <a:pt x="1172514" y="71716"/>
                  </a:lnTo>
                  <a:lnTo>
                    <a:pt x="1177086" y="74764"/>
                  </a:lnTo>
                  <a:lnTo>
                    <a:pt x="1181658" y="79336"/>
                  </a:lnTo>
                  <a:lnTo>
                    <a:pt x="1187754" y="82384"/>
                  </a:lnTo>
                  <a:lnTo>
                    <a:pt x="1197000" y="83908"/>
                  </a:lnTo>
                  <a:lnTo>
                    <a:pt x="1201572" y="85432"/>
                  </a:lnTo>
                  <a:lnTo>
                    <a:pt x="1204620" y="85432"/>
                  </a:lnTo>
                  <a:lnTo>
                    <a:pt x="1207668" y="88480"/>
                  </a:lnTo>
                  <a:lnTo>
                    <a:pt x="1207668" y="94576"/>
                  </a:lnTo>
                  <a:lnTo>
                    <a:pt x="1204620" y="96100"/>
                  </a:lnTo>
                  <a:lnTo>
                    <a:pt x="1203096" y="97624"/>
                  </a:lnTo>
                  <a:lnTo>
                    <a:pt x="1193850" y="97624"/>
                  </a:lnTo>
                  <a:lnTo>
                    <a:pt x="1189278" y="96100"/>
                  </a:lnTo>
                  <a:lnTo>
                    <a:pt x="1186230" y="96100"/>
                  </a:lnTo>
                  <a:lnTo>
                    <a:pt x="1181658" y="94576"/>
                  </a:lnTo>
                  <a:lnTo>
                    <a:pt x="1177086" y="90004"/>
                  </a:lnTo>
                  <a:lnTo>
                    <a:pt x="1166418" y="105244"/>
                  </a:lnTo>
                  <a:lnTo>
                    <a:pt x="1170990" y="108292"/>
                  </a:lnTo>
                  <a:lnTo>
                    <a:pt x="1177086" y="111442"/>
                  </a:lnTo>
                  <a:lnTo>
                    <a:pt x="1186230" y="114490"/>
                  </a:lnTo>
                  <a:lnTo>
                    <a:pt x="1206144" y="114490"/>
                  </a:lnTo>
                  <a:lnTo>
                    <a:pt x="1213764" y="111442"/>
                  </a:lnTo>
                  <a:lnTo>
                    <a:pt x="1219860" y="106768"/>
                  </a:lnTo>
                  <a:lnTo>
                    <a:pt x="1225956" y="102196"/>
                  </a:lnTo>
                  <a:lnTo>
                    <a:pt x="1228242" y="97624"/>
                  </a:lnTo>
                  <a:lnTo>
                    <a:pt x="1229004" y="96100"/>
                  </a:lnTo>
                  <a:lnTo>
                    <a:pt x="1229004" y="82384"/>
                  </a:lnTo>
                  <a:close/>
                </a:path>
                <a:path w="1481455" h="368300">
                  <a:moveTo>
                    <a:pt x="1265770" y="36576"/>
                  </a:moveTo>
                  <a:lnTo>
                    <a:pt x="1241298" y="36576"/>
                  </a:lnTo>
                  <a:lnTo>
                    <a:pt x="1241298" y="112966"/>
                  </a:lnTo>
                  <a:lnTo>
                    <a:pt x="1265770" y="112966"/>
                  </a:lnTo>
                  <a:lnTo>
                    <a:pt x="1265770" y="36576"/>
                  </a:lnTo>
                  <a:close/>
                </a:path>
                <a:path w="1481455" h="368300">
                  <a:moveTo>
                    <a:pt x="1267294" y="9144"/>
                  </a:moveTo>
                  <a:lnTo>
                    <a:pt x="1264246" y="3048"/>
                  </a:lnTo>
                  <a:lnTo>
                    <a:pt x="1258150" y="0"/>
                  </a:lnTo>
                  <a:lnTo>
                    <a:pt x="1250442" y="0"/>
                  </a:lnTo>
                  <a:lnTo>
                    <a:pt x="1245870" y="1524"/>
                  </a:lnTo>
                  <a:lnTo>
                    <a:pt x="1241298" y="6096"/>
                  </a:lnTo>
                  <a:lnTo>
                    <a:pt x="1239774" y="9144"/>
                  </a:lnTo>
                  <a:lnTo>
                    <a:pt x="1239774" y="16764"/>
                  </a:lnTo>
                  <a:lnTo>
                    <a:pt x="1241298" y="19812"/>
                  </a:lnTo>
                  <a:lnTo>
                    <a:pt x="1244346" y="21336"/>
                  </a:lnTo>
                  <a:lnTo>
                    <a:pt x="1245870" y="24384"/>
                  </a:lnTo>
                  <a:lnTo>
                    <a:pt x="1250442" y="25908"/>
                  </a:lnTo>
                  <a:lnTo>
                    <a:pt x="1258150" y="25908"/>
                  </a:lnTo>
                  <a:lnTo>
                    <a:pt x="1261198" y="24384"/>
                  </a:lnTo>
                  <a:lnTo>
                    <a:pt x="1265770" y="19812"/>
                  </a:lnTo>
                  <a:lnTo>
                    <a:pt x="1267294" y="16764"/>
                  </a:lnTo>
                  <a:lnTo>
                    <a:pt x="1267294" y="9144"/>
                  </a:lnTo>
                  <a:close/>
                </a:path>
                <a:path w="1481455" h="368300">
                  <a:moveTo>
                    <a:pt x="1332826" y="111340"/>
                  </a:moveTo>
                  <a:lnTo>
                    <a:pt x="1328254" y="95999"/>
                  </a:lnTo>
                  <a:lnTo>
                    <a:pt x="1325206" y="95999"/>
                  </a:lnTo>
                  <a:lnTo>
                    <a:pt x="1323682" y="97523"/>
                  </a:lnTo>
                  <a:lnTo>
                    <a:pt x="1319110" y="97523"/>
                  </a:lnTo>
                  <a:lnTo>
                    <a:pt x="1316062" y="94475"/>
                  </a:lnTo>
                  <a:lnTo>
                    <a:pt x="1314538" y="94475"/>
                  </a:lnTo>
                  <a:lnTo>
                    <a:pt x="1314538" y="53327"/>
                  </a:lnTo>
                  <a:lnTo>
                    <a:pt x="1331302" y="53327"/>
                  </a:lnTo>
                  <a:lnTo>
                    <a:pt x="1331302" y="36474"/>
                  </a:lnTo>
                  <a:lnTo>
                    <a:pt x="1314538" y="36474"/>
                  </a:lnTo>
                  <a:lnTo>
                    <a:pt x="1314538" y="10566"/>
                  </a:lnTo>
                  <a:lnTo>
                    <a:pt x="1290053" y="18186"/>
                  </a:lnTo>
                  <a:lnTo>
                    <a:pt x="1290053" y="36474"/>
                  </a:lnTo>
                  <a:lnTo>
                    <a:pt x="1277861" y="36474"/>
                  </a:lnTo>
                  <a:lnTo>
                    <a:pt x="1277861" y="53327"/>
                  </a:lnTo>
                  <a:lnTo>
                    <a:pt x="1290053" y="53327"/>
                  </a:lnTo>
                  <a:lnTo>
                    <a:pt x="1290053" y="97523"/>
                  </a:lnTo>
                  <a:lnTo>
                    <a:pt x="1293101" y="103619"/>
                  </a:lnTo>
                  <a:lnTo>
                    <a:pt x="1297673" y="108191"/>
                  </a:lnTo>
                  <a:lnTo>
                    <a:pt x="1300822" y="112864"/>
                  </a:lnTo>
                  <a:lnTo>
                    <a:pt x="1306918" y="114388"/>
                  </a:lnTo>
                  <a:lnTo>
                    <a:pt x="1322158" y="114388"/>
                  </a:lnTo>
                  <a:lnTo>
                    <a:pt x="1325206" y="112864"/>
                  </a:lnTo>
                  <a:lnTo>
                    <a:pt x="1331302" y="112864"/>
                  </a:lnTo>
                  <a:lnTo>
                    <a:pt x="1332826" y="111340"/>
                  </a:lnTo>
                  <a:close/>
                </a:path>
                <a:path w="1481455" h="368300">
                  <a:moveTo>
                    <a:pt x="1413789" y="71716"/>
                  </a:moveTo>
                  <a:lnTo>
                    <a:pt x="1392631" y="37338"/>
                  </a:lnTo>
                  <a:lnTo>
                    <a:pt x="1390929" y="36893"/>
                  </a:lnTo>
                  <a:lnTo>
                    <a:pt x="1390929" y="56476"/>
                  </a:lnTo>
                  <a:lnTo>
                    <a:pt x="1390929" y="67144"/>
                  </a:lnTo>
                  <a:lnTo>
                    <a:pt x="1363395" y="67144"/>
                  </a:lnTo>
                  <a:lnTo>
                    <a:pt x="1363395" y="61048"/>
                  </a:lnTo>
                  <a:lnTo>
                    <a:pt x="1364919" y="58000"/>
                  </a:lnTo>
                  <a:lnTo>
                    <a:pt x="1371015" y="51904"/>
                  </a:lnTo>
                  <a:lnTo>
                    <a:pt x="1374063" y="50380"/>
                  </a:lnTo>
                  <a:lnTo>
                    <a:pt x="1383309" y="50380"/>
                  </a:lnTo>
                  <a:lnTo>
                    <a:pt x="1386357" y="51904"/>
                  </a:lnTo>
                  <a:lnTo>
                    <a:pt x="1390929" y="56476"/>
                  </a:lnTo>
                  <a:lnTo>
                    <a:pt x="1390929" y="36893"/>
                  </a:lnTo>
                  <a:lnTo>
                    <a:pt x="1386154" y="35623"/>
                  </a:lnTo>
                  <a:lnTo>
                    <a:pt x="1378635" y="35039"/>
                  </a:lnTo>
                  <a:lnTo>
                    <a:pt x="1371231" y="35623"/>
                  </a:lnTo>
                  <a:lnTo>
                    <a:pt x="1371015" y="35623"/>
                  </a:lnTo>
                  <a:lnTo>
                    <a:pt x="1341132" y="67449"/>
                  </a:lnTo>
                  <a:lnTo>
                    <a:pt x="1340535" y="76288"/>
                  </a:lnTo>
                  <a:lnTo>
                    <a:pt x="1341107" y="84861"/>
                  </a:lnTo>
                  <a:lnTo>
                    <a:pt x="1370050" y="113868"/>
                  </a:lnTo>
                  <a:lnTo>
                    <a:pt x="1378635" y="114477"/>
                  </a:lnTo>
                  <a:lnTo>
                    <a:pt x="1386357" y="114477"/>
                  </a:lnTo>
                  <a:lnTo>
                    <a:pt x="1392453" y="112953"/>
                  </a:lnTo>
                  <a:lnTo>
                    <a:pt x="1397025" y="111340"/>
                  </a:lnTo>
                  <a:lnTo>
                    <a:pt x="1403121" y="109816"/>
                  </a:lnTo>
                  <a:lnTo>
                    <a:pt x="1407693" y="106768"/>
                  </a:lnTo>
                  <a:lnTo>
                    <a:pt x="1413789" y="102196"/>
                  </a:lnTo>
                  <a:lnTo>
                    <a:pt x="1410233" y="97624"/>
                  </a:lnTo>
                  <a:lnTo>
                    <a:pt x="1403121" y="88480"/>
                  </a:lnTo>
                  <a:lnTo>
                    <a:pt x="1400073" y="91528"/>
                  </a:lnTo>
                  <a:lnTo>
                    <a:pt x="1395501" y="94576"/>
                  </a:lnTo>
                  <a:lnTo>
                    <a:pt x="1392453" y="96100"/>
                  </a:lnTo>
                  <a:lnTo>
                    <a:pt x="1387881" y="96100"/>
                  </a:lnTo>
                  <a:lnTo>
                    <a:pt x="1384833" y="97624"/>
                  </a:lnTo>
                  <a:lnTo>
                    <a:pt x="1377111" y="97624"/>
                  </a:lnTo>
                  <a:lnTo>
                    <a:pt x="1372539" y="96100"/>
                  </a:lnTo>
                  <a:lnTo>
                    <a:pt x="1363395" y="86956"/>
                  </a:lnTo>
                  <a:lnTo>
                    <a:pt x="1363395" y="80860"/>
                  </a:lnTo>
                  <a:lnTo>
                    <a:pt x="1413789" y="80860"/>
                  </a:lnTo>
                  <a:lnTo>
                    <a:pt x="1413789" y="71716"/>
                  </a:lnTo>
                  <a:close/>
                </a:path>
                <a:path w="1481455" h="368300">
                  <a:moveTo>
                    <a:pt x="1480947" y="82384"/>
                  </a:moveTo>
                  <a:lnTo>
                    <a:pt x="1479423" y="76288"/>
                  </a:lnTo>
                  <a:lnTo>
                    <a:pt x="1471803" y="68668"/>
                  </a:lnTo>
                  <a:lnTo>
                    <a:pt x="1465707" y="65620"/>
                  </a:lnTo>
                  <a:lnTo>
                    <a:pt x="1456461" y="64096"/>
                  </a:lnTo>
                  <a:lnTo>
                    <a:pt x="1451889" y="64096"/>
                  </a:lnTo>
                  <a:lnTo>
                    <a:pt x="1445793" y="61048"/>
                  </a:lnTo>
                  <a:lnTo>
                    <a:pt x="1444269" y="61048"/>
                  </a:lnTo>
                  <a:lnTo>
                    <a:pt x="1444269" y="53428"/>
                  </a:lnTo>
                  <a:lnTo>
                    <a:pt x="1447317" y="53428"/>
                  </a:lnTo>
                  <a:lnTo>
                    <a:pt x="1450365" y="50380"/>
                  </a:lnTo>
                  <a:lnTo>
                    <a:pt x="1456461" y="50380"/>
                  </a:lnTo>
                  <a:lnTo>
                    <a:pt x="1459611" y="51904"/>
                  </a:lnTo>
                  <a:lnTo>
                    <a:pt x="1462659" y="51904"/>
                  </a:lnTo>
                  <a:lnTo>
                    <a:pt x="1471803" y="56476"/>
                  </a:lnTo>
                  <a:lnTo>
                    <a:pt x="1479423" y="41236"/>
                  </a:lnTo>
                  <a:lnTo>
                    <a:pt x="1476375" y="39624"/>
                  </a:lnTo>
                  <a:lnTo>
                    <a:pt x="1471803" y="38100"/>
                  </a:lnTo>
                  <a:lnTo>
                    <a:pt x="1468755" y="36576"/>
                  </a:lnTo>
                  <a:lnTo>
                    <a:pt x="1464183" y="35052"/>
                  </a:lnTo>
                  <a:lnTo>
                    <a:pt x="1445793" y="35052"/>
                  </a:lnTo>
                  <a:lnTo>
                    <a:pt x="1438173" y="36576"/>
                  </a:lnTo>
                  <a:lnTo>
                    <a:pt x="1425981" y="45808"/>
                  </a:lnTo>
                  <a:lnTo>
                    <a:pt x="1422933" y="51904"/>
                  </a:lnTo>
                  <a:lnTo>
                    <a:pt x="1422933" y="67144"/>
                  </a:lnTo>
                  <a:lnTo>
                    <a:pt x="1424457" y="71716"/>
                  </a:lnTo>
                  <a:lnTo>
                    <a:pt x="1429029" y="74764"/>
                  </a:lnTo>
                  <a:lnTo>
                    <a:pt x="1433601" y="79336"/>
                  </a:lnTo>
                  <a:lnTo>
                    <a:pt x="1439697" y="82384"/>
                  </a:lnTo>
                  <a:lnTo>
                    <a:pt x="1450365" y="83908"/>
                  </a:lnTo>
                  <a:lnTo>
                    <a:pt x="1453413" y="85432"/>
                  </a:lnTo>
                  <a:lnTo>
                    <a:pt x="1456461" y="85432"/>
                  </a:lnTo>
                  <a:lnTo>
                    <a:pt x="1459611" y="88480"/>
                  </a:lnTo>
                  <a:lnTo>
                    <a:pt x="1461135" y="88480"/>
                  </a:lnTo>
                  <a:lnTo>
                    <a:pt x="1461135" y="93052"/>
                  </a:lnTo>
                  <a:lnTo>
                    <a:pt x="1458087" y="96100"/>
                  </a:lnTo>
                  <a:lnTo>
                    <a:pt x="1454937" y="97624"/>
                  </a:lnTo>
                  <a:lnTo>
                    <a:pt x="1445793" y="97624"/>
                  </a:lnTo>
                  <a:lnTo>
                    <a:pt x="1441221" y="96100"/>
                  </a:lnTo>
                  <a:lnTo>
                    <a:pt x="1438173" y="96100"/>
                  </a:lnTo>
                  <a:lnTo>
                    <a:pt x="1435125" y="94576"/>
                  </a:lnTo>
                  <a:lnTo>
                    <a:pt x="1432077" y="91528"/>
                  </a:lnTo>
                  <a:lnTo>
                    <a:pt x="1429029" y="90004"/>
                  </a:lnTo>
                  <a:lnTo>
                    <a:pt x="1419885" y="105244"/>
                  </a:lnTo>
                  <a:lnTo>
                    <a:pt x="1429029" y="111442"/>
                  </a:lnTo>
                  <a:lnTo>
                    <a:pt x="1438173" y="114490"/>
                  </a:lnTo>
                  <a:lnTo>
                    <a:pt x="1448841" y="114490"/>
                  </a:lnTo>
                  <a:lnTo>
                    <a:pt x="1456347" y="113931"/>
                  </a:lnTo>
                  <a:lnTo>
                    <a:pt x="1480947" y="96100"/>
                  </a:lnTo>
                  <a:lnTo>
                    <a:pt x="1480947" y="82384"/>
                  </a:lnTo>
                  <a:close/>
                </a:path>
              </a:pathLst>
            </a:custGeom>
            <a:solidFill>
              <a:srgbClr val="232323"/>
            </a:solidFill>
          </p:spPr>
          <p:txBody>
            <a:bodyPr wrap="square" lIns="0" tIns="0" rIns="0" bIns="0" rtlCol="0"/>
            <a:lstStyle/>
            <a:p>
              <a:endParaRPr/>
            </a:p>
          </p:txBody>
        </p:sp>
        <p:pic>
          <p:nvPicPr>
            <p:cNvPr id="110" name="object 110"/>
            <p:cNvPicPr/>
            <p:nvPr/>
          </p:nvPicPr>
          <p:blipFill>
            <a:blip r:embed="rId78" cstate="print"/>
            <a:stretch>
              <a:fillRect/>
            </a:stretch>
          </p:blipFill>
          <p:spPr>
            <a:xfrm>
              <a:off x="1852898" y="9432321"/>
              <a:ext cx="3835241" cy="149637"/>
            </a:xfrm>
            <a:prstGeom prst="rect">
              <a:avLst/>
            </a:prstGeom>
          </p:spPr>
        </p:pic>
        <p:sp>
          <p:nvSpPr>
            <p:cNvPr id="111" name="object 111"/>
            <p:cNvSpPr/>
            <p:nvPr/>
          </p:nvSpPr>
          <p:spPr>
            <a:xfrm>
              <a:off x="5701951" y="9531477"/>
              <a:ext cx="17145" cy="17145"/>
            </a:xfrm>
            <a:custGeom>
              <a:avLst/>
              <a:gdLst/>
              <a:ahLst/>
              <a:cxnLst/>
              <a:rect l="l" t="t" r="r" b="b"/>
              <a:pathLst>
                <a:path w="17145" h="17145">
                  <a:moveTo>
                    <a:pt x="13716" y="16859"/>
                  </a:moveTo>
                  <a:lnTo>
                    <a:pt x="9144" y="16859"/>
                  </a:lnTo>
                  <a:lnTo>
                    <a:pt x="4572" y="16859"/>
                  </a:lnTo>
                  <a:lnTo>
                    <a:pt x="1524" y="13811"/>
                  </a:lnTo>
                  <a:lnTo>
                    <a:pt x="0" y="10763"/>
                  </a:lnTo>
                  <a:lnTo>
                    <a:pt x="0" y="6095"/>
                  </a:lnTo>
                  <a:lnTo>
                    <a:pt x="6096" y="0"/>
                  </a:lnTo>
                  <a:lnTo>
                    <a:pt x="10668" y="0"/>
                  </a:lnTo>
                  <a:lnTo>
                    <a:pt x="13716" y="1523"/>
                  </a:lnTo>
                  <a:lnTo>
                    <a:pt x="15335" y="3047"/>
                  </a:lnTo>
                  <a:lnTo>
                    <a:pt x="16859" y="4571"/>
                  </a:lnTo>
                  <a:lnTo>
                    <a:pt x="16859" y="13811"/>
                  </a:lnTo>
                  <a:lnTo>
                    <a:pt x="15335" y="15335"/>
                  </a:lnTo>
                  <a:lnTo>
                    <a:pt x="13716" y="16859"/>
                  </a:lnTo>
                  <a:close/>
                </a:path>
              </a:pathLst>
            </a:custGeom>
            <a:solidFill>
              <a:srgbClr val="232323"/>
            </a:solidFill>
          </p:spPr>
          <p:txBody>
            <a:bodyPr wrap="square" lIns="0" tIns="0" rIns="0" bIns="0" rtlCol="0"/>
            <a:lstStyle/>
            <a:p>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2682" y="361187"/>
            <a:ext cx="5756275" cy="9354820"/>
            <a:chOff x="1022682" y="361187"/>
            <a:chExt cx="5756275" cy="9354820"/>
          </a:xfrm>
        </p:grpSpPr>
        <p:pic>
          <p:nvPicPr>
            <p:cNvPr id="3" name="object 3"/>
            <p:cNvPicPr/>
            <p:nvPr/>
          </p:nvPicPr>
          <p:blipFill>
            <a:blip r:embed="rId3" cstate="print"/>
            <a:stretch>
              <a:fillRect/>
            </a:stretch>
          </p:blipFill>
          <p:spPr>
            <a:xfrm>
              <a:off x="1022682" y="367284"/>
              <a:ext cx="5756002" cy="9348215"/>
            </a:xfrm>
            <a:prstGeom prst="rect">
              <a:avLst/>
            </a:prstGeom>
          </p:spPr>
        </p:pic>
        <p:pic>
          <p:nvPicPr>
            <p:cNvPr id="4" name="object 4"/>
            <p:cNvPicPr/>
            <p:nvPr/>
          </p:nvPicPr>
          <p:blipFill>
            <a:blip r:embed="rId4" cstate="print"/>
            <a:stretch>
              <a:fillRect/>
            </a:stretch>
          </p:blipFill>
          <p:spPr>
            <a:xfrm>
              <a:off x="1124712" y="361187"/>
              <a:ext cx="5545836" cy="9354312"/>
            </a:xfrm>
            <a:prstGeom prst="rect">
              <a:avLst/>
            </a:prstGeom>
          </p:spPr>
        </p:pic>
        <p:sp>
          <p:nvSpPr>
            <p:cNvPr id="5" name="object 5"/>
            <p:cNvSpPr/>
            <p:nvPr/>
          </p:nvSpPr>
          <p:spPr>
            <a:xfrm>
              <a:off x="1144524" y="361187"/>
              <a:ext cx="5507990" cy="9354820"/>
            </a:xfrm>
            <a:custGeom>
              <a:avLst/>
              <a:gdLst/>
              <a:ahLst/>
              <a:cxnLst/>
              <a:rect l="l" t="t" r="r" b="b"/>
              <a:pathLst>
                <a:path w="5507990" h="9354820">
                  <a:moveTo>
                    <a:pt x="5507736" y="9354312"/>
                  </a:moveTo>
                  <a:lnTo>
                    <a:pt x="0" y="9354312"/>
                  </a:lnTo>
                  <a:lnTo>
                    <a:pt x="0" y="0"/>
                  </a:lnTo>
                  <a:lnTo>
                    <a:pt x="5507736" y="0"/>
                  </a:lnTo>
                  <a:lnTo>
                    <a:pt x="5507736" y="9354312"/>
                  </a:lnTo>
                  <a:close/>
                </a:path>
              </a:pathLst>
            </a:custGeom>
            <a:solidFill>
              <a:srgbClr val="FFFFFF"/>
            </a:solidFill>
          </p:spPr>
          <p:txBody>
            <a:bodyPr wrap="square" lIns="0" tIns="0" rIns="0" bIns="0" rtlCol="0"/>
            <a:lstStyle/>
            <a:p>
              <a:endParaRPr/>
            </a:p>
          </p:txBody>
        </p:sp>
        <p:sp>
          <p:nvSpPr>
            <p:cNvPr id="6" name="object 6"/>
            <p:cNvSpPr/>
            <p:nvPr/>
          </p:nvSpPr>
          <p:spPr>
            <a:xfrm>
              <a:off x="1663636" y="455961"/>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7" name="object 7"/>
            <p:cNvPicPr/>
            <p:nvPr/>
          </p:nvPicPr>
          <p:blipFill>
            <a:blip r:embed="rId5" cstate="print"/>
            <a:stretch>
              <a:fillRect/>
            </a:stretch>
          </p:blipFill>
          <p:spPr>
            <a:xfrm>
              <a:off x="1865185" y="411670"/>
              <a:ext cx="1152715" cy="148018"/>
            </a:xfrm>
            <a:prstGeom prst="rect">
              <a:avLst/>
            </a:prstGeom>
          </p:spPr>
        </p:pic>
        <p:pic>
          <p:nvPicPr>
            <p:cNvPr id="8" name="object 8"/>
            <p:cNvPicPr/>
            <p:nvPr/>
          </p:nvPicPr>
          <p:blipFill>
            <a:blip r:embed="rId6" cstate="print"/>
            <a:stretch>
              <a:fillRect/>
            </a:stretch>
          </p:blipFill>
          <p:spPr>
            <a:xfrm>
              <a:off x="3085052" y="411670"/>
              <a:ext cx="2700814" cy="149447"/>
            </a:xfrm>
            <a:prstGeom prst="rect">
              <a:avLst/>
            </a:prstGeom>
          </p:spPr>
        </p:pic>
        <p:sp>
          <p:nvSpPr>
            <p:cNvPr id="9" name="object 9"/>
            <p:cNvSpPr/>
            <p:nvPr/>
          </p:nvSpPr>
          <p:spPr>
            <a:xfrm>
              <a:off x="1405597" y="509307"/>
              <a:ext cx="4411345" cy="270510"/>
            </a:xfrm>
            <a:custGeom>
              <a:avLst/>
              <a:gdLst/>
              <a:ahLst/>
              <a:cxnLst/>
              <a:rect l="l" t="t" r="r" b="b"/>
              <a:pathLst>
                <a:path w="4411345" h="270509">
                  <a:moveTo>
                    <a:pt x="38188" y="247269"/>
                  </a:moveTo>
                  <a:lnTo>
                    <a:pt x="36664" y="242697"/>
                  </a:lnTo>
                  <a:lnTo>
                    <a:pt x="28956" y="235077"/>
                  </a:lnTo>
                  <a:lnTo>
                    <a:pt x="24384" y="233553"/>
                  </a:lnTo>
                  <a:lnTo>
                    <a:pt x="13716" y="233553"/>
                  </a:lnTo>
                  <a:lnTo>
                    <a:pt x="9144" y="235077"/>
                  </a:lnTo>
                  <a:lnTo>
                    <a:pt x="1524" y="242697"/>
                  </a:lnTo>
                  <a:lnTo>
                    <a:pt x="0" y="247269"/>
                  </a:lnTo>
                  <a:lnTo>
                    <a:pt x="0" y="257937"/>
                  </a:lnTo>
                  <a:lnTo>
                    <a:pt x="1524" y="260985"/>
                  </a:lnTo>
                  <a:lnTo>
                    <a:pt x="9144" y="268605"/>
                  </a:lnTo>
                  <a:lnTo>
                    <a:pt x="13716" y="270129"/>
                  </a:lnTo>
                  <a:lnTo>
                    <a:pt x="19812" y="270129"/>
                  </a:lnTo>
                  <a:lnTo>
                    <a:pt x="24384" y="270129"/>
                  </a:lnTo>
                  <a:lnTo>
                    <a:pt x="28956" y="268605"/>
                  </a:lnTo>
                  <a:lnTo>
                    <a:pt x="36664" y="260985"/>
                  </a:lnTo>
                  <a:lnTo>
                    <a:pt x="38188" y="256413"/>
                  </a:lnTo>
                  <a:lnTo>
                    <a:pt x="38188" y="247269"/>
                  </a:lnTo>
                  <a:close/>
                </a:path>
                <a:path w="4411345" h="270509">
                  <a:moveTo>
                    <a:pt x="4410837" y="3048"/>
                  </a:moveTo>
                  <a:lnTo>
                    <a:pt x="4409313" y="1524"/>
                  </a:lnTo>
                  <a:lnTo>
                    <a:pt x="4406265" y="0"/>
                  </a:lnTo>
                  <a:lnTo>
                    <a:pt x="4398645" y="0"/>
                  </a:lnTo>
                  <a:lnTo>
                    <a:pt x="4397121" y="1524"/>
                  </a:lnTo>
                  <a:lnTo>
                    <a:pt x="4394073" y="3048"/>
                  </a:lnTo>
                  <a:lnTo>
                    <a:pt x="4394073" y="12293"/>
                  </a:lnTo>
                  <a:lnTo>
                    <a:pt x="4397121" y="13817"/>
                  </a:lnTo>
                  <a:lnTo>
                    <a:pt x="4400169" y="16865"/>
                  </a:lnTo>
                  <a:lnTo>
                    <a:pt x="4403217" y="16865"/>
                  </a:lnTo>
                  <a:lnTo>
                    <a:pt x="4404741" y="16865"/>
                  </a:lnTo>
                  <a:lnTo>
                    <a:pt x="4406265" y="15341"/>
                  </a:lnTo>
                  <a:lnTo>
                    <a:pt x="4409313" y="13817"/>
                  </a:lnTo>
                  <a:lnTo>
                    <a:pt x="4410837" y="12293"/>
                  </a:lnTo>
                  <a:lnTo>
                    <a:pt x="4410837" y="3048"/>
                  </a:lnTo>
                  <a:close/>
                </a:path>
              </a:pathLst>
            </a:custGeom>
            <a:solidFill>
              <a:srgbClr val="232323"/>
            </a:solidFill>
          </p:spPr>
          <p:txBody>
            <a:bodyPr wrap="square" lIns="0" tIns="0" rIns="0" bIns="0" rtlCol="0"/>
            <a:lstStyle/>
            <a:p>
              <a:endParaRPr/>
            </a:p>
          </p:txBody>
        </p:sp>
        <p:pic>
          <p:nvPicPr>
            <p:cNvPr id="10" name="object 10"/>
            <p:cNvPicPr/>
            <p:nvPr/>
          </p:nvPicPr>
          <p:blipFill>
            <a:blip r:embed="rId7" cstate="print"/>
            <a:stretch>
              <a:fillRect/>
            </a:stretch>
          </p:blipFill>
          <p:spPr>
            <a:xfrm>
              <a:off x="1596390" y="696944"/>
              <a:ext cx="342042" cy="114585"/>
            </a:xfrm>
            <a:prstGeom prst="rect">
              <a:avLst/>
            </a:prstGeom>
          </p:spPr>
        </p:pic>
        <p:pic>
          <p:nvPicPr>
            <p:cNvPr id="11" name="object 11"/>
            <p:cNvPicPr/>
            <p:nvPr/>
          </p:nvPicPr>
          <p:blipFill>
            <a:blip r:embed="rId8" cstate="print"/>
            <a:stretch>
              <a:fillRect/>
            </a:stretch>
          </p:blipFill>
          <p:spPr>
            <a:xfrm>
              <a:off x="1991867" y="701611"/>
              <a:ext cx="114490" cy="109918"/>
            </a:xfrm>
            <a:prstGeom prst="rect">
              <a:avLst/>
            </a:prstGeom>
          </p:spPr>
        </p:pic>
        <p:sp>
          <p:nvSpPr>
            <p:cNvPr id="12" name="object 12"/>
            <p:cNvSpPr/>
            <p:nvPr/>
          </p:nvSpPr>
          <p:spPr>
            <a:xfrm>
              <a:off x="2167413" y="703135"/>
              <a:ext cx="24765" cy="107314"/>
            </a:xfrm>
            <a:custGeom>
              <a:avLst/>
              <a:gdLst/>
              <a:ahLst/>
              <a:cxnLst/>
              <a:rect l="l" t="t" r="r" b="b"/>
              <a:pathLst>
                <a:path w="24764" h="107315">
                  <a:moveTo>
                    <a:pt x="24479" y="106870"/>
                  </a:moveTo>
                  <a:lnTo>
                    <a:pt x="0" y="106870"/>
                  </a:lnTo>
                  <a:lnTo>
                    <a:pt x="0" y="0"/>
                  </a:lnTo>
                  <a:lnTo>
                    <a:pt x="24479" y="0"/>
                  </a:lnTo>
                  <a:lnTo>
                    <a:pt x="24479" y="106870"/>
                  </a:lnTo>
                  <a:close/>
                </a:path>
              </a:pathLst>
            </a:custGeom>
            <a:solidFill>
              <a:srgbClr val="232323"/>
            </a:solidFill>
          </p:spPr>
          <p:txBody>
            <a:bodyPr wrap="square" lIns="0" tIns="0" rIns="0" bIns="0" rtlCol="0"/>
            <a:lstStyle/>
            <a:p>
              <a:endParaRPr/>
            </a:p>
          </p:txBody>
        </p:sp>
        <p:pic>
          <p:nvPicPr>
            <p:cNvPr id="13" name="object 13"/>
            <p:cNvPicPr/>
            <p:nvPr/>
          </p:nvPicPr>
          <p:blipFill>
            <a:blip r:embed="rId9" cstate="print"/>
            <a:stretch>
              <a:fillRect/>
            </a:stretch>
          </p:blipFill>
          <p:spPr>
            <a:xfrm>
              <a:off x="2214752" y="697039"/>
              <a:ext cx="323659" cy="114490"/>
            </a:xfrm>
            <a:prstGeom prst="rect">
              <a:avLst/>
            </a:prstGeom>
          </p:spPr>
        </p:pic>
        <p:pic>
          <p:nvPicPr>
            <p:cNvPr id="14" name="object 14"/>
            <p:cNvPicPr/>
            <p:nvPr/>
          </p:nvPicPr>
          <p:blipFill>
            <a:blip r:embed="rId10" cstate="print"/>
            <a:stretch>
              <a:fillRect/>
            </a:stretch>
          </p:blipFill>
          <p:spPr>
            <a:xfrm>
              <a:off x="2558319" y="696944"/>
              <a:ext cx="395382" cy="114585"/>
            </a:xfrm>
            <a:prstGeom prst="rect">
              <a:avLst/>
            </a:prstGeom>
          </p:spPr>
        </p:pic>
        <p:pic>
          <p:nvPicPr>
            <p:cNvPr id="15" name="object 15"/>
            <p:cNvPicPr/>
            <p:nvPr/>
          </p:nvPicPr>
          <p:blipFill>
            <a:blip r:embed="rId11" cstate="print"/>
            <a:stretch>
              <a:fillRect/>
            </a:stretch>
          </p:blipFill>
          <p:spPr>
            <a:xfrm>
              <a:off x="3008661" y="701611"/>
              <a:ext cx="377189" cy="143446"/>
            </a:xfrm>
            <a:prstGeom prst="rect">
              <a:avLst/>
            </a:prstGeom>
          </p:spPr>
        </p:pic>
        <p:sp>
          <p:nvSpPr>
            <p:cNvPr id="16" name="object 16"/>
            <p:cNvSpPr/>
            <p:nvPr/>
          </p:nvSpPr>
          <p:spPr>
            <a:xfrm>
              <a:off x="1663636" y="1028223"/>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7" name="object 17"/>
            <p:cNvPicPr/>
            <p:nvPr/>
          </p:nvPicPr>
          <p:blipFill>
            <a:blip r:embed="rId12" cstate="print"/>
            <a:stretch>
              <a:fillRect/>
            </a:stretch>
          </p:blipFill>
          <p:spPr>
            <a:xfrm>
              <a:off x="1855946" y="982408"/>
              <a:ext cx="2316194" cy="149637"/>
            </a:xfrm>
            <a:prstGeom prst="rect">
              <a:avLst/>
            </a:prstGeom>
          </p:spPr>
        </p:pic>
        <p:sp>
          <p:nvSpPr>
            <p:cNvPr id="18" name="object 18"/>
            <p:cNvSpPr/>
            <p:nvPr/>
          </p:nvSpPr>
          <p:spPr>
            <a:xfrm>
              <a:off x="4196512" y="983944"/>
              <a:ext cx="48895" cy="113030"/>
            </a:xfrm>
            <a:custGeom>
              <a:avLst/>
              <a:gdLst/>
              <a:ahLst/>
              <a:cxnLst/>
              <a:rect l="l" t="t" r="r" b="b"/>
              <a:pathLst>
                <a:path w="48895" h="113030">
                  <a:moveTo>
                    <a:pt x="12192" y="0"/>
                  </a:moveTo>
                  <a:lnTo>
                    <a:pt x="0" y="0"/>
                  </a:lnTo>
                  <a:lnTo>
                    <a:pt x="0" y="112966"/>
                  </a:lnTo>
                  <a:lnTo>
                    <a:pt x="12192" y="112966"/>
                  </a:lnTo>
                  <a:lnTo>
                    <a:pt x="12192" y="0"/>
                  </a:lnTo>
                  <a:close/>
                </a:path>
                <a:path w="48895" h="113030">
                  <a:moveTo>
                    <a:pt x="48869" y="0"/>
                  </a:moveTo>
                  <a:lnTo>
                    <a:pt x="36677" y="0"/>
                  </a:lnTo>
                  <a:lnTo>
                    <a:pt x="36677" y="112966"/>
                  </a:lnTo>
                  <a:lnTo>
                    <a:pt x="48869" y="112966"/>
                  </a:lnTo>
                  <a:lnTo>
                    <a:pt x="48869" y="0"/>
                  </a:lnTo>
                  <a:close/>
                </a:path>
              </a:pathLst>
            </a:custGeom>
            <a:solidFill>
              <a:srgbClr val="232323"/>
            </a:solidFill>
          </p:spPr>
          <p:txBody>
            <a:bodyPr wrap="square" lIns="0" tIns="0" rIns="0" bIns="0" rtlCol="0"/>
            <a:lstStyle/>
            <a:p>
              <a:endParaRPr/>
            </a:p>
          </p:txBody>
        </p:sp>
        <p:pic>
          <p:nvPicPr>
            <p:cNvPr id="19" name="object 19"/>
            <p:cNvPicPr/>
            <p:nvPr/>
          </p:nvPicPr>
          <p:blipFill>
            <a:blip r:embed="rId13" cstate="print"/>
            <a:stretch>
              <a:fillRect/>
            </a:stretch>
          </p:blipFill>
          <p:spPr>
            <a:xfrm>
              <a:off x="4265199" y="983932"/>
              <a:ext cx="241268" cy="114490"/>
            </a:xfrm>
            <a:prstGeom prst="rect">
              <a:avLst/>
            </a:prstGeom>
          </p:spPr>
        </p:pic>
        <p:sp>
          <p:nvSpPr>
            <p:cNvPr id="20" name="object 20"/>
            <p:cNvSpPr/>
            <p:nvPr/>
          </p:nvSpPr>
          <p:spPr>
            <a:xfrm>
              <a:off x="4526279" y="1019079"/>
              <a:ext cx="62865" cy="78105"/>
            </a:xfrm>
            <a:custGeom>
              <a:avLst/>
              <a:gdLst/>
              <a:ahLst/>
              <a:cxnLst/>
              <a:rect l="l" t="t" r="r" b="b"/>
              <a:pathLst>
                <a:path w="62864" h="78105">
                  <a:moveTo>
                    <a:pt x="21336" y="13716"/>
                  </a:moveTo>
                  <a:lnTo>
                    <a:pt x="12192" y="13716"/>
                  </a:lnTo>
                  <a:lnTo>
                    <a:pt x="15240" y="9144"/>
                  </a:lnTo>
                  <a:lnTo>
                    <a:pt x="18288" y="6096"/>
                  </a:lnTo>
                  <a:lnTo>
                    <a:pt x="27432" y="0"/>
                  </a:lnTo>
                  <a:lnTo>
                    <a:pt x="45815" y="0"/>
                  </a:lnTo>
                  <a:lnTo>
                    <a:pt x="51911" y="1524"/>
                  </a:lnTo>
                  <a:lnTo>
                    <a:pt x="56483" y="7620"/>
                  </a:lnTo>
                  <a:lnTo>
                    <a:pt x="58007" y="9144"/>
                  </a:lnTo>
                  <a:lnTo>
                    <a:pt x="27432" y="9144"/>
                  </a:lnTo>
                  <a:lnTo>
                    <a:pt x="22860" y="12192"/>
                  </a:lnTo>
                  <a:lnTo>
                    <a:pt x="21336" y="13716"/>
                  </a:lnTo>
                  <a:close/>
                </a:path>
                <a:path w="62864" h="78105">
                  <a:moveTo>
                    <a:pt x="12192" y="77819"/>
                  </a:moveTo>
                  <a:lnTo>
                    <a:pt x="0" y="77819"/>
                  </a:lnTo>
                  <a:lnTo>
                    <a:pt x="0" y="1524"/>
                  </a:lnTo>
                  <a:lnTo>
                    <a:pt x="12192" y="1524"/>
                  </a:lnTo>
                  <a:lnTo>
                    <a:pt x="12192" y="13716"/>
                  </a:lnTo>
                  <a:lnTo>
                    <a:pt x="21336" y="13716"/>
                  </a:lnTo>
                  <a:lnTo>
                    <a:pt x="13716" y="21336"/>
                  </a:lnTo>
                  <a:lnTo>
                    <a:pt x="12192" y="27432"/>
                  </a:lnTo>
                  <a:lnTo>
                    <a:pt x="12192" y="77819"/>
                  </a:lnTo>
                  <a:close/>
                </a:path>
                <a:path w="62864" h="78105">
                  <a:moveTo>
                    <a:pt x="62579" y="77819"/>
                  </a:moveTo>
                  <a:lnTo>
                    <a:pt x="50387" y="77819"/>
                  </a:lnTo>
                  <a:lnTo>
                    <a:pt x="50387" y="19812"/>
                  </a:lnTo>
                  <a:lnTo>
                    <a:pt x="47339" y="15240"/>
                  </a:lnTo>
                  <a:lnTo>
                    <a:pt x="44291" y="12192"/>
                  </a:lnTo>
                  <a:lnTo>
                    <a:pt x="39719" y="9144"/>
                  </a:lnTo>
                  <a:lnTo>
                    <a:pt x="58007" y="9144"/>
                  </a:lnTo>
                  <a:lnTo>
                    <a:pt x="61055" y="12192"/>
                  </a:lnTo>
                  <a:lnTo>
                    <a:pt x="62579" y="21336"/>
                  </a:lnTo>
                  <a:lnTo>
                    <a:pt x="62579" y="77819"/>
                  </a:lnTo>
                  <a:close/>
                </a:path>
              </a:pathLst>
            </a:custGeom>
            <a:solidFill>
              <a:srgbClr val="232323"/>
            </a:solidFill>
          </p:spPr>
          <p:txBody>
            <a:bodyPr wrap="square" lIns="0" tIns="0" rIns="0" bIns="0" rtlCol="0"/>
            <a:lstStyle/>
            <a:p>
              <a:endParaRPr/>
            </a:p>
          </p:txBody>
        </p:sp>
        <p:pic>
          <p:nvPicPr>
            <p:cNvPr id="21" name="object 21"/>
            <p:cNvPicPr/>
            <p:nvPr/>
          </p:nvPicPr>
          <p:blipFill>
            <a:blip r:embed="rId14" cstate="print"/>
            <a:stretch>
              <a:fillRect/>
            </a:stretch>
          </p:blipFill>
          <p:spPr>
            <a:xfrm>
              <a:off x="4654581" y="1019079"/>
              <a:ext cx="70199" cy="112966"/>
            </a:xfrm>
            <a:prstGeom prst="rect">
              <a:avLst/>
            </a:prstGeom>
          </p:spPr>
        </p:pic>
        <p:pic>
          <p:nvPicPr>
            <p:cNvPr id="22" name="object 22"/>
            <p:cNvPicPr/>
            <p:nvPr/>
          </p:nvPicPr>
          <p:blipFill>
            <a:blip r:embed="rId15" cstate="print"/>
            <a:stretch>
              <a:fillRect/>
            </a:stretch>
          </p:blipFill>
          <p:spPr>
            <a:xfrm>
              <a:off x="4744688" y="1018984"/>
              <a:ext cx="435101" cy="79533"/>
            </a:xfrm>
            <a:prstGeom prst="rect">
              <a:avLst/>
            </a:prstGeom>
          </p:spPr>
        </p:pic>
        <p:sp>
          <p:nvSpPr>
            <p:cNvPr id="23" name="object 23"/>
            <p:cNvSpPr/>
            <p:nvPr/>
          </p:nvSpPr>
          <p:spPr>
            <a:xfrm>
              <a:off x="1663636" y="1315116"/>
              <a:ext cx="38100" cy="36830"/>
            </a:xfrm>
            <a:custGeom>
              <a:avLst/>
              <a:gdLst/>
              <a:ahLst/>
              <a:cxnLst/>
              <a:rect l="l" t="t" r="r" b="b"/>
              <a:pathLst>
                <a:path w="38100" h="36830">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24" name="object 24"/>
            <p:cNvPicPr/>
            <p:nvPr/>
          </p:nvPicPr>
          <p:blipFill>
            <a:blip r:embed="rId16" cstate="print"/>
            <a:stretch>
              <a:fillRect/>
            </a:stretch>
          </p:blipFill>
          <p:spPr>
            <a:xfrm>
              <a:off x="1855946" y="1267777"/>
              <a:ext cx="1589436" cy="116014"/>
            </a:xfrm>
            <a:prstGeom prst="rect">
              <a:avLst/>
            </a:prstGeom>
          </p:spPr>
        </p:pic>
        <p:pic>
          <p:nvPicPr>
            <p:cNvPr id="25" name="object 25"/>
            <p:cNvPicPr/>
            <p:nvPr/>
          </p:nvPicPr>
          <p:blipFill>
            <a:blip r:embed="rId17" cstate="print"/>
            <a:stretch>
              <a:fillRect/>
            </a:stretch>
          </p:blipFill>
          <p:spPr>
            <a:xfrm>
              <a:off x="3469767" y="1267777"/>
              <a:ext cx="1022984" cy="117443"/>
            </a:xfrm>
            <a:prstGeom prst="rect">
              <a:avLst/>
            </a:prstGeom>
          </p:spPr>
        </p:pic>
        <p:sp>
          <p:nvSpPr>
            <p:cNvPr id="26" name="object 26"/>
            <p:cNvSpPr/>
            <p:nvPr/>
          </p:nvSpPr>
          <p:spPr>
            <a:xfrm>
              <a:off x="1405597" y="1366938"/>
              <a:ext cx="3117850" cy="271780"/>
            </a:xfrm>
            <a:custGeom>
              <a:avLst/>
              <a:gdLst/>
              <a:ahLst/>
              <a:cxnLst/>
              <a:rect l="l" t="t" r="r" b="b"/>
              <a:pathLst>
                <a:path w="3117850" h="271780">
                  <a:moveTo>
                    <a:pt x="38188" y="247269"/>
                  </a:moveTo>
                  <a:lnTo>
                    <a:pt x="36664" y="242697"/>
                  </a:lnTo>
                  <a:lnTo>
                    <a:pt x="32004" y="239649"/>
                  </a:lnTo>
                  <a:lnTo>
                    <a:pt x="28956" y="235077"/>
                  </a:lnTo>
                  <a:lnTo>
                    <a:pt x="24384" y="233553"/>
                  </a:lnTo>
                  <a:lnTo>
                    <a:pt x="13716" y="233553"/>
                  </a:lnTo>
                  <a:lnTo>
                    <a:pt x="9144" y="235077"/>
                  </a:lnTo>
                  <a:lnTo>
                    <a:pt x="6096" y="239649"/>
                  </a:lnTo>
                  <a:lnTo>
                    <a:pt x="1524" y="242697"/>
                  </a:lnTo>
                  <a:lnTo>
                    <a:pt x="0" y="247269"/>
                  </a:lnTo>
                  <a:lnTo>
                    <a:pt x="0" y="257937"/>
                  </a:lnTo>
                  <a:lnTo>
                    <a:pt x="1524" y="262597"/>
                  </a:lnTo>
                  <a:lnTo>
                    <a:pt x="6096" y="265645"/>
                  </a:lnTo>
                  <a:lnTo>
                    <a:pt x="9144" y="270217"/>
                  </a:lnTo>
                  <a:lnTo>
                    <a:pt x="13716" y="271741"/>
                  </a:lnTo>
                  <a:lnTo>
                    <a:pt x="19812" y="271741"/>
                  </a:lnTo>
                  <a:lnTo>
                    <a:pt x="24384" y="271741"/>
                  </a:lnTo>
                  <a:lnTo>
                    <a:pt x="28956" y="270217"/>
                  </a:lnTo>
                  <a:lnTo>
                    <a:pt x="32004" y="265645"/>
                  </a:lnTo>
                  <a:lnTo>
                    <a:pt x="36664" y="262597"/>
                  </a:lnTo>
                  <a:lnTo>
                    <a:pt x="38188" y="257937"/>
                  </a:lnTo>
                  <a:lnTo>
                    <a:pt x="38188" y="247269"/>
                  </a:lnTo>
                  <a:close/>
                </a:path>
                <a:path w="3117850" h="271780">
                  <a:moveTo>
                    <a:pt x="3117723" y="4572"/>
                  </a:moveTo>
                  <a:lnTo>
                    <a:pt x="3116199" y="3048"/>
                  </a:lnTo>
                  <a:lnTo>
                    <a:pt x="3114573" y="1524"/>
                  </a:lnTo>
                  <a:lnTo>
                    <a:pt x="3111525" y="0"/>
                  </a:lnTo>
                  <a:lnTo>
                    <a:pt x="3106953" y="0"/>
                  </a:lnTo>
                  <a:lnTo>
                    <a:pt x="3100857" y="6096"/>
                  </a:lnTo>
                  <a:lnTo>
                    <a:pt x="3100857" y="10756"/>
                  </a:lnTo>
                  <a:lnTo>
                    <a:pt x="3102381" y="13804"/>
                  </a:lnTo>
                  <a:lnTo>
                    <a:pt x="3105429" y="16852"/>
                  </a:lnTo>
                  <a:lnTo>
                    <a:pt x="3110001" y="16852"/>
                  </a:lnTo>
                  <a:lnTo>
                    <a:pt x="3114573" y="16852"/>
                  </a:lnTo>
                  <a:lnTo>
                    <a:pt x="3116199" y="15328"/>
                  </a:lnTo>
                  <a:lnTo>
                    <a:pt x="3117723" y="13804"/>
                  </a:lnTo>
                  <a:lnTo>
                    <a:pt x="3117723" y="4572"/>
                  </a:lnTo>
                  <a:close/>
                </a:path>
              </a:pathLst>
            </a:custGeom>
            <a:solidFill>
              <a:srgbClr val="232323"/>
            </a:solidFill>
          </p:spPr>
          <p:txBody>
            <a:bodyPr wrap="square" lIns="0" tIns="0" rIns="0" bIns="0" rtlCol="0"/>
            <a:lstStyle/>
            <a:p>
              <a:endParaRPr/>
            </a:p>
          </p:txBody>
        </p:sp>
        <p:pic>
          <p:nvPicPr>
            <p:cNvPr id="27" name="object 27"/>
            <p:cNvPicPr/>
            <p:nvPr/>
          </p:nvPicPr>
          <p:blipFill>
            <a:blip r:embed="rId18" cstate="print"/>
            <a:stretch>
              <a:fillRect/>
            </a:stretch>
          </p:blipFill>
          <p:spPr>
            <a:xfrm>
              <a:off x="1596390" y="1556194"/>
              <a:ext cx="342042" cy="114585"/>
            </a:xfrm>
            <a:prstGeom prst="rect">
              <a:avLst/>
            </a:prstGeom>
          </p:spPr>
        </p:pic>
        <p:pic>
          <p:nvPicPr>
            <p:cNvPr id="28" name="object 28"/>
            <p:cNvPicPr/>
            <p:nvPr/>
          </p:nvPicPr>
          <p:blipFill>
            <a:blip r:embed="rId19" cstate="print"/>
            <a:stretch>
              <a:fillRect/>
            </a:stretch>
          </p:blipFill>
          <p:spPr>
            <a:xfrm>
              <a:off x="1990344" y="1562290"/>
              <a:ext cx="116014" cy="108394"/>
            </a:xfrm>
            <a:prstGeom prst="rect">
              <a:avLst/>
            </a:prstGeom>
          </p:spPr>
        </p:pic>
        <p:pic>
          <p:nvPicPr>
            <p:cNvPr id="29" name="object 29"/>
            <p:cNvPicPr/>
            <p:nvPr/>
          </p:nvPicPr>
          <p:blipFill>
            <a:blip r:embed="rId20" cstate="print"/>
            <a:stretch>
              <a:fillRect/>
            </a:stretch>
          </p:blipFill>
          <p:spPr>
            <a:xfrm>
              <a:off x="2167413" y="1562385"/>
              <a:ext cx="348138" cy="108299"/>
            </a:xfrm>
            <a:prstGeom prst="rect">
              <a:avLst/>
            </a:prstGeom>
          </p:spPr>
        </p:pic>
        <p:sp>
          <p:nvSpPr>
            <p:cNvPr id="30" name="object 30"/>
            <p:cNvSpPr/>
            <p:nvPr/>
          </p:nvSpPr>
          <p:spPr>
            <a:xfrm>
              <a:off x="2538412" y="1562290"/>
              <a:ext cx="23495" cy="107314"/>
            </a:xfrm>
            <a:custGeom>
              <a:avLst/>
              <a:gdLst/>
              <a:ahLst/>
              <a:cxnLst/>
              <a:rect l="l" t="t" r="r" b="b"/>
              <a:pathLst>
                <a:path w="23494" h="107314">
                  <a:moveTo>
                    <a:pt x="22955" y="106870"/>
                  </a:moveTo>
                  <a:lnTo>
                    <a:pt x="0" y="106870"/>
                  </a:lnTo>
                  <a:lnTo>
                    <a:pt x="0" y="0"/>
                  </a:lnTo>
                  <a:lnTo>
                    <a:pt x="22955" y="0"/>
                  </a:lnTo>
                  <a:lnTo>
                    <a:pt x="22955" y="106870"/>
                  </a:lnTo>
                  <a:close/>
                </a:path>
              </a:pathLst>
            </a:custGeom>
            <a:solidFill>
              <a:srgbClr val="232323"/>
            </a:solidFill>
          </p:spPr>
          <p:txBody>
            <a:bodyPr wrap="square" lIns="0" tIns="0" rIns="0" bIns="0" rtlCol="0"/>
            <a:lstStyle/>
            <a:p>
              <a:endParaRPr/>
            </a:p>
          </p:txBody>
        </p:sp>
        <p:pic>
          <p:nvPicPr>
            <p:cNvPr id="31" name="object 31"/>
            <p:cNvPicPr/>
            <p:nvPr/>
          </p:nvPicPr>
          <p:blipFill>
            <a:blip r:embed="rId21" cstate="print"/>
            <a:stretch>
              <a:fillRect/>
            </a:stretch>
          </p:blipFill>
          <p:spPr>
            <a:xfrm>
              <a:off x="2584227" y="1556194"/>
              <a:ext cx="323659" cy="114490"/>
            </a:xfrm>
            <a:prstGeom prst="rect">
              <a:avLst/>
            </a:prstGeom>
          </p:spPr>
        </p:pic>
        <p:pic>
          <p:nvPicPr>
            <p:cNvPr id="32" name="object 32"/>
            <p:cNvPicPr/>
            <p:nvPr/>
          </p:nvPicPr>
          <p:blipFill>
            <a:blip r:embed="rId22" cstate="print"/>
            <a:stretch>
              <a:fillRect/>
            </a:stretch>
          </p:blipFill>
          <p:spPr>
            <a:xfrm>
              <a:off x="2927794" y="1556194"/>
              <a:ext cx="395382" cy="114490"/>
            </a:xfrm>
            <a:prstGeom prst="rect">
              <a:avLst/>
            </a:prstGeom>
          </p:spPr>
        </p:pic>
        <p:pic>
          <p:nvPicPr>
            <p:cNvPr id="33" name="object 33"/>
            <p:cNvPicPr/>
            <p:nvPr/>
          </p:nvPicPr>
          <p:blipFill>
            <a:blip r:embed="rId23" cstate="print"/>
            <a:stretch>
              <a:fillRect/>
            </a:stretch>
          </p:blipFill>
          <p:spPr>
            <a:xfrm>
              <a:off x="3376707" y="1556194"/>
              <a:ext cx="369379" cy="114585"/>
            </a:xfrm>
            <a:prstGeom prst="rect">
              <a:avLst/>
            </a:prstGeom>
          </p:spPr>
        </p:pic>
        <p:sp>
          <p:nvSpPr>
            <p:cNvPr id="34" name="object 34"/>
            <p:cNvSpPr/>
            <p:nvPr/>
          </p:nvSpPr>
          <p:spPr>
            <a:xfrm>
              <a:off x="1663636" y="1887473"/>
              <a:ext cx="38100" cy="36830"/>
            </a:xfrm>
            <a:custGeom>
              <a:avLst/>
              <a:gdLst/>
              <a:ahLst/>
              <a:cxnLst/>
              <a:rect l="l" t="t" r="r" b="b"/>
              <a:pathLst>
                <a:path w="38100" h="36830">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35" name="object 35"/>
            <p:cNvPicPr/>
            <p:nvPr/>
          </p:nvPicPr>
          <p:blipFill>
            <a:blip r:embed="rId24" cstate="print"/>
            <a:stretch>
              <a:fillRect/>
            </a:stretch>
          </p:blipFill>
          <p:spPr>
            <a:xfrm>
              <a:off x="1855946" y="1840134"/>
              <a:ext cx="3531488" cy="151066"/>
            </a:xfrm>
            <a:prstGeom prst="rect">
              <a:avLst/>
            </a:prstGeom>
          </p:spPr>
        </p:pic>
        <p:sp>
          <p:nvSpPr>
            <p:cNvPr id="36" name="object 36"/>
            <p:cNvSpPr/>
            <p:nvPr/>
          </p:nvSpPr>
          <p:spPr>
            <a:xfrm>
              <a:off x="1663636" y="1939302"/>
              <a:ext cx="3750310" cy="271780"/>
            </a:xfrm>
            <a:custGeom>
              <a:avLst/>
              <a:gdLst/>
              <a:ahLst/>
              <a:cxnLst/>
              <a:rect l="l" t="t" r="r" b="b"/>
              <a:pathLst>
                <a:path w="3750310" h="271780">
                  <a:moveTo>
                    <a:pt x="38100" y="247256"/>
                  </a:moveTo>
                  <a:lnTo>
                    <a:pt x="35052" y="242684"/>
                  </a:lnTo>
                  <a:lnTo>
                    <a:pt x="32004" y="239636"/>
                  </a:lnTo>
                  <a:lnTo>
                    <a:pt x="28956" y="235064"/>
                  </a:lnTo>
                  <a:lnTo>
                    <a:pt x="24384" y="233540"/>
                  </a:lnTo>
                  <a:lnTo>
                    <a:pt x="13716" y="233540"/>
                  </a:lnTo>
                  <a:lnTo>
                    <a:pt x="9144" y="235064"/>
                  </a:lnTo>
                  <a:lnTo>
                    <a:pt x="6096" y="239636"/>
                  </a:lnTo>
                  <a:lnTo>
                    <a:pt x="1524" y="242684"/>
                  </a:lnTo>
                  <a:lnTo>
                    <a:pt x="0" y="247256"/>
                  </a:lnTo>
                  <a:lnTo>
                    <a:pt x="0" y="257924"/>
                  </a:lnTo>
                  <a:lnTo>
                    <a:pt x="1524" y="262496"/>
                  </a:lnTo>
                  <a:lnTo>
                    <a:pt x="6096" y="265544"/>
                  </a:lnTo>
                  <a:lnTo>
                    <a:pt x="9144" y="270116"/>
                  </a:lnTo>
                  <a:lnTo>
                    <a:pt x="13716" y="271640"/>
                  </a:lnTo>
                  <a:lnTo>
                    <a:pt x="18288" y="271640"/>
                  </a:lnTo>
                  <a:lnTo>
                    <a:pt x="24384" y="271640"/>
                  </a:lnTo>
                  <a:lnTo>
                    <a:pt x="28956" y="270116"/>
                  </a:lnTo>
                  <a:lnTo>
                    <a:pt x="32004" y="265544"/>
                  </a:lnTo>
                  <a:lnTo>
                    <a:pt x="35052" y="262496"/>
                  </a:lnTo>
                  <a:lnTo>
                    <a:pt x="38100" y="257924"/>
                  </a:lnTo>
                  <a:lnTo>
                    <a:pt x="38100" y="247256"/>
                  </a:lnTo>
                  <a:close/>
                </a:path>
                <a:path w="3750310" h="271780">
                  <a:moveTo>
                    <a:pt x="3749700" y="6096"/>
                  </a:moveTo>
                  <a:lnTo>
                    <a:pt x="3743604" y="0"/>
                  </a:lnTo>
                  <a:lnTo>
                    <a:pt x="3739032" y="0"/>
                  </a:lnTo>
                  <a:lnTo>
                    <a:pt x="3735984" y="1524"/>
                  </a:lnTo>
                  <a:lnTo>
                    <a:pt x="3732936" y="4572"/>
                  </a:lnTo>
                  <a:lnTo>
                    <a:pt x="3732936" y="13716"/>
                  </a:lnTo>
                  <a:lnTo>
                    <a:pt x="3735984" y="16764"/>
                  </a:lnTo>
                  <a:lnTo>
                    <a:pt x="3740556" y="16764"/>
                  </a:lnTo>
                  <a:lnTo>
                    <a:pt x="3745128" y="16764"/>
                  </a:lnTo>
                  <a:lnTo>
                    <a:pt x="3748176" y="13716"/>
                  </a:lnTo>
                  <a:lnTo>
                    <a:pt x="3749700" y="10668"/>
                  </a:lnTo>
                  <a:lnTo>
                    <a:pt x="3749700" y="6096"/>
                  </a:lnTo>
                  <a:close/>
                </a:path>
              </a:pathLst>
            </a:custGeom>
            <a:solidFill>
              <a:srgbClr val="232323"/>
            </a:solidFill>
          </p:spPr>
          <p:txBody>
            <a:bodyPr wrap="square" lIns="0" tIns="0" rIns="0" bIns="0" rtlCol="0"/>
            <a:lstStyle/>
            <a:p>
              <a:endParaRPr/>
            </a:p>
          </p:txBody>
        </p:sp>
        <p:pic>
          <p:nvPicPr>
            <p:cNvPr id="37" name="object 37"/>
            <p:cNvPicPr/>
            <p:nvPr/>
          </p:nvPicPr>
          <p:blipFill>
            <a:blip r:embed="rId25" cstate="print"/>
            <a:stretch>
              <a:fillRect/>
            </a:stretch>
          </p:blipFill>
          <p:spPr>
            <a:xfrm>
              <a:off x="1857470" y="2133123"/>
              <a:ext cx="87058" cy="109918"/>
            </a:xfrm>
            <a:prstGeom prst="rect">
              <a:avLst/>
            </a:prstGeom>
          </p:spPr>
        </p:pic>
        <p:pic>
          <p:nvPicPr>
            <p:cNvPr id="38" name="object 38"/>
            <p:cNvPicPr/>
            <p:nvPr/>
          </p:nvPicPr>
          <p:blipFill>
            <a:blip r:embed="rId26" cstate="print"/>
            <a:stretch>
              <a:fillRect/>
            </a:stretch>
          </p:blipFill>
          <p:spPr>
            <a:xfrm>
              <a:off x="1967484" y="2134647"/>
              <a:ext cx="80867" cy="108299"/>
            </a:xfrm>
            <a:prstGeom prst="rect">
              <a:avLst/>
            </a:prstGeom>
          </p:spPr>
        </p:pic>
        <p:sp>
          <p:nvSpPr>
            <p:cNvPr id="39" name="object 39"/>
            <p:cNvSpPr/>
            <p:nvPr/>
          </p:nvSpPr>
          <p:spPr>
            <a:xfrm>
              <a:off x="2074341" y="2134653"/>
              <a:ext cx="134620" cy="108585"/>
            </a:xfrm>
            <a:custGeom>
              <a:avLst/>
              <a:gdLst/>
              <a:ahLst/>
              <a:cxnLst/>
              <a:rect l="l" t="t" r="r" b="b"/>
              <a:pathLst>
                <a:path w="134619" h="108585">
                  <a:moveTo>
                    <a:pt x="12192" y="0"/>
                  </a:moveTo>
                  <a:lnTo>
                    <a:pt x="0" y="0"/>
                  </a:lnTo>
                  <a:lnTo>
                    <a:pt x="0" y="106781"/>
                  </a:lnTo>
                  <a:lnTo>
                    <a:pt x="12192" y="106781"/>
                  </a:lnTo>
                  <a:lnTo>
                    <a:pt x="12192" y="0"/>
                  </a:lnTo>
                  <a:close/>
                </a:path>
                <a:path w="134619" h="108585">
                  <a:moveTo>
                    <a:pt x="134315" y="47244"/>
                  </a:moveTo>
                  <a:lnTo>
                    <a:pt x="132791" y="39624"/>
                  </a:lnTo>
                  <a:lnTo>
                    <a:pt x="131267" y="38100"/>
                  </a:lnTo>
                  <a:lnTo>
                    <a:pt x="123647" y="30480"/>
                  </a:lnTo>
                  <a:lnTo>
                    <a:pt x="116027" y="28956"/>
                  </a:lnTo>
                  <a:lnTo>
                    <a:pt x="96113" y="28956"/>
                  </a:lnTo>
                  <a:lnTo>
                    <a:pt x="91541" y="30480"/>
                  </a:lnTo>
                  <a:lnTo>
                    <a:pt x="85445" y="33528"/>
                  </a:lnTo>
                  <a:lnTo>
                    <a:pt x="80873" y="36576"/>
                  </a:lnTo>
                  <a:lnTo>
                    <a:pt x="77825" y="39624"/>
                  </a:lnTo>
                  <a:lnTo>
                    <a:pt x="83921" y="47244"/>
                  </a:lnTo>
                  <a:lnTo>
                    <a:pt x="86969" y="44196"/>
                  </a:lnTo>
                  <a:lnTo>
                    <a:pt x="91541" y="42672"/>
                  </a:lnTo>
                  <a:lnTo>
                    <a:pt x="97637" y="39624"/>
                  </a:lnTo>
                  <a:lnTo>
                    <a:pt x="102311" y="38100"/>
                  </a:lnTo>
                  <a:lnTo>
                    <a:pt x="111455" y="38100"/>
                  </a:lnTo>
                  <a:lnTo>
                    <a:pt x="114503" y="39624"/>
                  </a:lnTo>
                  <a:lnTo>
                    <a:pt x="120599" y="45720"/>
                  </a:lnTo>
                  <a:lnTo>
                    <a:pt x="122123" y="50292"/>
                  </a:lnTo>
                  <a:lnTo>
                    <a:pt x="122123" y="58013"/>
                  </a:lnTo>
                  <a:lnTo>
                    <a:pt x="122123" y="67157"/>
                  </a:lnTo>
                  <a:lnTo>
                    <a:pt x="122123" y="82397"/>
                  </a:lnTo>
                  <a:lnTo>
                    <a:pt x="120599" y="86969"/>
                  </a:lnTo>
                  <a:lnTo>
                    <a:pt x="116027" y="91541"/>
                  </a:lnTo>
                  <a:lnTo>
                    <a:pt x="112979" y="96113"/>
                  </a:lnTo>
                  <a:lnTo>
                    <a:pt x="106883" y="97637"/>
                  </a:lnTo>
                  <a:lnTo>
                    <a:pt x="94589" y="97637"/>
                  </a:lnTo>
                  <a:lnTo>
                    <a:pt x="88493" y="91541"/>
                  </a:lnTo>
                  <a:lnTo>
                    <a:pt x="86969" y="88493"/>
                  </a:lnTo>
                  <a:lnTo>
                    <a:pt x="86969" y="79349"/>
                  </a:lnTo>
                  <a:lnTo>
                    <a:pt x="88493" y="76301"/>
                  </a:lnTo>
                  <a:lnTo>
                    <a:pt x="94589" y="73253"/>
                  </a:lnTo>
                  <a:lnTo>
                    <a:pt x="103835" y="70205"/>
                  </a:lnTo>
                  <a:lnTo>
                    <a:pt x="122123" y="67157"/>
                  </a:lnTo>
                  <a:lnTo>
                    <a:pt x="122123" y="58013"/>
                  </a:lnTo>
                  <a:lnTo>
                    <a:pt x="82397" y="68681"/>
                  </a:lnTo>
                  <a:lnTo>
                    <a:pt x="74777" y="79349"/>
                  </a:lnTo>
                  <a:lnTo>
                    <a:pt x="74777" y="91541"/>
                  </a:lnTo>
                  <a:lnTo>
                    <a:pt x="77825" y="97637"/>
                  </a:lnTo>
                  <a:lnTo>
                    <a:pt x="82397" y="102209"/>
                  </a:lnTo>
                  <a:lnTo>
                    <a:pt x="85445" y="106781"/>
                  </a:lnTo>
                  <a:lnTo>
                    <a:pt x="91541" y="108305"/>
                  </a:lnTo>
                  <a:lnTo>
                    <a:pt x="103835" y="108305"/>
                  </a:lnTo>
                  <a:lnTo>
                    <a:pt x="112979" y="105257"/>
                  </a:lnTo>
                  <a:lnTo>
                    <a:pt x="119075" y="99161"/>
                  </a:lnTo>
                  <a:lnTo>
                    <a:pt x="120091" y="97637"/>
                  </a:lnTo>
                  <a:lnTo>
                    <a:pt x="122123" y="94589"/>
                  </a:lnTo>
                  <a:lnTo>
                    <a:pt x="122123" y="106781"/>
                  </a:lnTo>
                  <a:lnTo>
                    <a:pt x="134315" y="106781"/>
                  </a:lnTo>
                  <a:lnTo>
                    <a:pt x="134315" y="94589"/>
                  </a:lnTo>
                  <a:lnTo>
                    <a:pt x="134315" y="67157"/>
                  </a:lnTo>
                  <a:lnTo>
                    <a:pt x="134315" y="47244"/>
                  </a:lnTo>
                  <a:close/>
                </a:path>
              </a:pathLst>
            </a:custGeom>
            <a:solidFill>
              <a:srgbClr val="232323"/>
            </a:solidFill>
          </p:spPr>
          <p:txBody>
            <a:bodyPr wrap="square" lIns="0" tIns="0" rIns="0" bIns="0" rtlCol="0"/>
            <a:lstStyle/>
            <a:p>
              <a:endParaRPr/>
            </a:p>
          </p:txBody>
        </p:sp>
        <p:pic>
          <p:nvPicPr>
            <p:cNvPr id="40" name="object 40"/>
            <p:cNvPicPr/>
            <p:nvPr/>
          </p:nvPicPr>
          <p:blipFill>
            <a:blip r:embed="rId27" cstate="print"/>
            <a:stretch>
              <a:fillRect/>
            </a:stretch>
          </p:blipFill>
          <p:spPr>
            <a:xfrm>
              <a:off x="2233136" y="2128551"/>
              <a:ext cx="151066" cy="114395"/>
            </a:xfrm>
            <a:prstGeom prst="rect">
              <a:avLst/>
            </a:prstGeom>
          </p:spPr>
        </p:pic>
        <p:pic>
          <p:nvPicPr>
            <p:cNvPr id="41" name="object 41"/>
            <p:cNvPicPr/>
            <p:nvPr/>
          </p:nvPicPr>
          <p:blipFill>
            <a:blip r:embed="rId28" cstate="print"/>
            <a:stretch>
              <a:fillRect/>
            </a:stretch>
          </p:blipFill>
          <p:spPr>
            <a:xfrm>
              <a:off x="2445353" y="2133123"/>
              <a:ext cx="82391" cy="109823"/>
            </a:xfrm>
            <a:prstGeom prst="rect">
              <a:avLst/>
            </a:prstGeom>
          </p:spPr>
        </p:pic>
        <p:sp>
          <p:nvSpPr>
            <p:cNvPr id="42" name="object 42"/>
            <p:cNvSpPr/>
            <p:nvPr/>
          </p:nvSpPr>
          <p:spPr>
            <a:xfrm>
              <a:off x="2547645" y="2134869"/>
              <a:ext cx="55244" cy="106680"/>
            </a:xfrm>
            <a:custGeom>
              <a:avLst/>
              <a:gdLst/>
              <a:ahLst/>
              <a:cxnLst/>
              <a:rect l="l" t="t" r="r" b="b"/>
              <a:pathLst>
                <a:path w="55244" h="106680">
                  <a:moveTo>
                    <a:pt x="54952" y="93980"/>
                  </a:moveTo>
                  <a:lnTo>
                    <a:pt x="12192" y="93980"/>
                  </a:lnTo>
                  <a:lnTo>
                    <a:pt x="12192" y="0"/>
                  </a:lnTo>
                  <a:lnTo>
                    <a:pt x="0" y="0"/>
                  </a:lnTo>
                  <a:lnTo>
                    <a:pt x="0" y="93980"/>
                  </a:lnTo>
                  <a:lnTo>
                    <a:pt x="0" y="106680"/>
                  </a:lnTo>
                  <a:lnTo>
                    <a:pt x="54952" y="106680"/>
                  </a:lnTo>
                  <a:lnTo>
                    <a:pt x="54952" y="93980"/>
                  </a:lnTo>
                  <a:close/>
                </a:path>
              </a:pathLst>
            </a:custGeom>
            <a:solidFill>
              <a:srgbClr val="232323"/>
            </a:solidFill>
          </p:spPr>
          <p:txBody>
            <a:bodyPr wrap="square" lIns="0" tIns="0" rIns="0" bIns="0" rtlCol="0"/>
            <a:lstStyle/>
            <a:p>
              <a:endParaRPr/>
            </a:p>
          </p:txBody>
        </p:sp>
        <p:pic>
          <p:nvPicPr>
            <p:cNvPr id="43" name="object 43"/>
            <p:cNvPicPr/>
            <p:nvPr/>
          </p:nvPicPr>
          <p:blipFill>
            <a:blip r:embed="rId29" cstate="print"/>
            <a:stretch>
              <a:fillRect/>
            </a:stretch>
          </p:blipFill>
          <p:spPr>
            <a:xfrm>
              <a:off x="2619375" y="2127027"/>
              <a:ext cx="1654968" cy="149542"/>
            </a:xfrm>
            <a:prstGeom prst="rect">
              <a:avLst/>
            </a:prstGeom>
          </p:spPr>
        </p:pic>
        <p:sp>
          <p:nvSpPr>
            <p:cNvPr id="44" name="object 44"/>
            <p:cNvSpPr/>
            <p:nvPr/>
          </p:nvSpPr>
          <p:spPr>
            <a:xfrm>
              <a:off x="1663636" y="2226182"/>
              <a:ext cx="2642870" cy="270510"/>
            </a:xfrm>
            <a:custGeom>
              <a:avLst/>
              <a:gdLst/>
              <a:ahLst/>
              <a:cxnLst/>
              <a:rect l="l" t="t" r="r" b="b"/>
              <a:pathLst>
                <a:path w="2642870" h="270510">
                  <a:moveTo>
                    <a:pt x="38100" y="247269"/>
                  </a:moveTo>
                  <a:lnTo>
                    <a:pt x="32004" y="238125"/>
                  </a:lnTo>
                  <a:lnTo>
                    <a:pt x="28956" y="235077"/>
                  </a:lnTo>
                  <a:lnTo>
                    <a:pt x="24384" y="233553"/>
                  </a:lnTo>
                  <a:lnTo>
                    <a:pt x="13716" y="233553"/>
                  </a:lnTo>
                  <a:lnTo>
                    <a:pt x="9144" y="235077"/>
                  </a:lnTo>
                  <a:lnTo>
                    <a:pt x="1524" y="242697"/>
                  </a:lnTo>
                  <a:lnTo>
                    <a:pt x="0" y="247269"/>
                  </a:lnTo>
                  <a:lnTo>
                    <a:pt x="0" y="257937"/>
                  </a:lnTo>
                  <a:lnTo>
                    <a:pt x="1524" y="260985"/>
                  </a:lnTo>
                  <a:lnTo>
                    <a:pt x="9144" y="268605"/>
                  </a:lnTo>
                  <a:lnTo>
                    <a:pt x="13716" y="270129"/>
                  </a:lnTo>
                  <a:lnTo>
                    <a:pt x="18288" y="270129"/>
                  </a:lnTo>
                  <a:lnTo>
                    <a:pt x="24384" y="270129"/>
                  </a:lnTo>
                  <a:lnTo>
                    <a:pt x="28956" y="268605"/>
                  </a:lnTo>
                  <a:lnTo>
                    <a:pt x="32004" y="265557"/>
                  </a:lnTo>
                  <a:lnTo>
                    <a:pt x="38100" y="256413"/>
                  </a:lnTo>
                  <a:lnTo>
                    <a:pt x="38100" y="247269"/>
                  </a:lnTo>
                  <a:close/>
                </a:path>
                <a:path w="2642870" h="270510">
                  <a:moveTo>
                    <a:pt x="2642806" y="6096"/>
                  </a:moveTo>
                  <a:lnTo>
                    <a:pt x="2641282" y="3048"/>
                  </a:lnTo>
                  <a:lnTo>
                    <a:pt x="2638234" y="0"/>
                  </a:lnTo>
                  <a:lnTo>
                    <a:pt x="2629090" y="0"/>
                  </a:lnTo>
                  <a:lnTo>
                    <a:pt x="2626042" y="3048"/>
                  </a:lnTo>
                  <a:lnTo>
                    <a:pt x="2624518" y="6096"/>
                  </a:lnTo>
                  <a:lnTo>
                    <a:pt x="2624518" y="10668"/>
                  </a:lnTo>
                  <a:lnTo>
                    <a:pt x="2630614" y="16764"/>
                  </a:lnTo>
                  <a:lnTo>
                    <a:pt x="2633662" y="16764"/>
                  </a:lnTo>
                  <a:lnTo>
                    <a:pt x="2636710" y="16764"/>
                  </a:lnTo>
                  <a:lnTo>
                    <a:pt x="2642806" y="10668"/>
                  </a:lnTo>
                  <a:lnTo>
                    <a:pt x="2642806" y="6096"/>
                  </a:lnTo>
                  <a:close/>
                </a:path>
              </a:pathLst>
            </a:custGeom>
            <a:solidFill>
              <a:srgbClr val="232323"/>
            </a:solidFill>
          </p:spPr>
          <p:txBody>
            <a:bodyPr wrap="square" lIns="0" tIns="0" rIns="0" bIns="0" rtlCol="0"/>
            <a:lstStyle/>
            <a:p>
              <a:endParaRPr/>
            </a:p>
          </p:txBody>
        </p:sp>
        <p:pic>
          <p:nvPicPr>
            <p:cNvPr id="45" name="object 45"/>
            <p:cNvPicPr/>
            <p:nvPr/>
          </p:nvPicPr>
          <p:blipFill>
            <a:blip r:embed="rId30" cstate="print"/>
            <a:stretch>
              <a:fillRect/>
            </a:stretch>
          </p:blipFill>
          <p:spPr>
            <a:xfrm>
              <a:off x="1865185" y="2413920"/>
              <a:ext cx="2236660" cy="147923"/>
            </a:xfrm>
            <a:prstGeom prst="rect">
              <a:avLst/>
            </a:prstGeom>
          </p:spPr>
        </p:pic>
        <p:sp>
          <p:nvSpPr>
            <p:cNvPr id="46" name="object 46"/>
            <p:cNvSpPr/>
            <p:nvPr/>
          </p:nvSpPr>
          <p:spPr>
            <a:xfrm>
              <a:off x="4120229" y="2511456"/>
              <a:ext cx="17145" cy="17145"/>
            </a:xfrm>
            <a:custGeom>
              <a:avLst/>
              <a:gdLst/>
              <a:ahLst/>
              <a:cxnLst/>
              <a:rect l="l" t="t" r="r" b="b"/>
              <a:pathLst>
                <a:path w="17145" h="17144">
                  <a:moveTo>
                    <a:pt x="13716" y="16859"/>
                  </a:moveTo>
                  <a:lnTo>
                    <a:pt x="9144" y="16859"/>
                  </a:lnTo>
                  <a:lnTo>
                    <a:pt x="4572" y="16859"/>
                  </a:lnTo>
                  <a:lnTo>
                    <a:pt x="1524" y="13811"/>
                  </a:lnTo>
                  <a:lnTo>
                    <a:pt x="0" y="10763"/>
                  </a:lnTo>
                  <a:lnTo>
                    <a:pt x="0" y="6095"/>
                  </a:lnTo>
                  <a:lnTo>
                    <a:pt x="6096" y="0"/>
                  </a:lnTo>
                  <a:lnTo>
                    <a:pt x="10668" y="0"/>
                  </a:lnTo>
                  <a:lnTo>
                    <a:pt x="13716" y="1523"/>
                  </a:lnTo>
                  <a:lnTo>
                    <a:pt x="15335" y="3047"/>
                  </a:lnTo>
                  <a:lnTo>
                    <a:pt x="16859" y="4571"/>
                  </a:lnTo>
                  <a:lnTo>
                    <a:pt x="16859" y="13811"/>
                  </a:lnTo>
                  <a:lnTo>
                    <a:pt x="15335" y="15335"/>
                  </a:lnTo>
                  <a:lnTo>
                    <a:pt x="13716" y="16859"/>
                  </a:lnTo>
                  <a:close/>
                </a:path>
              </a:pathLst>
            </a:custGeom>
            <a:solidFill>
              <a:srgbClr val="232323"/>
            </a:solidFill>
          </p:spPr>
          <p:txBody>
            <a:bodyPr wrap="square" lIns="0" tIns="0" rIns="0" bIns="0" rtlCol="0"/>
            <a:lstStyle/>
            <a:p>
              <a:endParaRPr/>
            </a:p>
          </p:txBody>
        </p:sp>
        <p:pic>
          <p:nvPicPr>
            <p:cNvPr id="47" name="object 47"/>
            <p:cNvPicPr/>
            <p:nvPr/>
          </p:nvPicPr>
          <p:blipFill>
            <a:blip r:embed="rId31" cstate="print"/>
            <a:stretch>
              <a:fillRect/>
            </a:stretch>
          </p:blipFill>
          <p:spPr>
            <a:xfrm>
              <a:off x="1339977" y="2784728"/>
              <a:ext cx="137350" cy="135826"/>
            </a:xfrm>
            <a:prstGeom prst="rect">
              <a:avLst/>
            </a:prstGeom>
          </p:spPr>
        </p:pic>
        <p:pic>
          <p:nvPicPr>
            <p:cNvPr id="48" name="object 48"/>
            <p:cNvPicPr/>
            <p:nvPr/>
          </p:nvPicPr>
          <p:blipFill>
            <a:blip r:embed="rId32" cstate="print"/>
            <a:stretch>
              <a:fillRect/>
            </a:stretch>
          </p:blipFill>
          <p:spPr>
            <a:xfrm>
              <a:off x="1546002" y="2784729"/>
              <a:ext cx="143541" cy="134302"/>
            </a:xfrm>
            <a:prstGeom prst="rect">
              <a:avLst/>
            </a:prstGeom>
          </p:spPr>
        </p:pic>
        <p:pic>
          <p:nvPicPr>
            <p:cNvPr id="49" name="object 49"/>
            <p:cNvPicPr/>
            <p:nvPr/>
          </p:nvPicPr>
          <p:blipFill>
            <a:blip r:embed="rId33" cstate="print"/>
            <a:stretch>
              <a:fillRect/>
            </a:stretch>
          </p:blipFill>
          <p:spPr>
            <a:xfrm>
              <a:off x="1710975" y="2821400"/>
              <a:ext cx="80867" cy="99155"/>
            </a:xfrm>
            <a:prstGeom prst="rect">
              <a:avLst/>
            </a:prstGeom>
          </p:spPr>
        </p:pic>
        <p:pic>
          <p:nvPicPr>
            <p:cNvPr id="50" name="object 50"/>
            <p:cNvPicPr/>
            <p:nvPr/>
          </p:nvPicPr>
          <p:blipFill>
            <a:blip r:embed="rId34" cstate="print"/>
            <a:stretch>
              <a:fillRect/>
            </a:stretch>
          </p:blipFill>
          <p:spPr>
            <a:xfrm>
              <a:off x="1816322" y="2821304"/>
              <a:ext cx="294608" cy="141922"/>
            </a:xfrm>
            <a:prstGeom prst="rect">
              <a:avLst/>
            </a:prstGeom>
          </p:spPr>
        </p:pic>
        <p:sp>
          <p:nvSpPr>
            <p:cNvPr id="51" name="object 51"/>
            <p:cNvSpPr/>
            <p:nvPr/>
          </p:nvSpPr>
          <p:spPr>
            <a:xfrm>
              <a:off x="2133885" y="2778633"/>
              <a:ext cx="29209" cy="140970"/>
            </a:xfrm>
            <a:custGeom>
              <a:avLst/>
              <a:gdLst/>
              <a:ahLst/>
              <a:cxnLst/>
              <a:rect l="l" t="t" r="r" b="b"/>
              <a:pathLst>
                <a:path w="29210" h="140969">
                  <a:moveTo>
                    <a:pt x="18288" y="27432"/>
                  </a:moveTo>
                  <a:lnTo>
                    <a:pt x="10668" y="27432"/>
                  </a:lnTo>
                  <a:lnTo>
                    <a:pt x="7620" y="25908"/>
                  </a:lnTo>
                  <a:lnTo>
                    <a:pt x="1524" y="19812"/>
                  </a:lnTo>
                  <a:lnTo>
                    <a:pt x="0" y="16764"/>
                  </a:lnTo>
                  <a:lnTo>
                    <a:pt x="0" y="9144"/>
                  </a:lnTo>
                  <a:lnTo>
                    <a:pt x="1524" y="6096"/>
                  </a:lnTo>
                  <a:lnTo>
                    <a:pt x="4572" y="3048"/>
                  </a:lnTo>
                  <a:lnTo>
                    <a:pt x="10668" y="0"/>
                  </a:lnTo>
                  <a:lnTo>
                    <a:pt x="18288" y="0"/>
                  </a:lnTo>
                  <a:lnTo>
                    <a:pt x="24384" y="3048"/>
                  </a:lnTo>
                  <a:lnTo>
                    <a:pt x="27432" y="6096"/>
                  </a:lnTo>
                  <a:lnTo>
                    <a:pt x="28956" y="9144"/>
                  </a:lnTo>
                  <a:lnTo>
                    <a:pt x="28956" y="16764"/>
                  </a:lnTo>
                  <a:lnTo>
                    <a:pt x="27432" y="19812"/>
                  </a:lnTo>
                  <a:lnTo>
                    <a:pt x="21336" y="25908"/>
                  </a:lnTo>
                  <a:lnTo>
                    <a:pt x="18288" y="27432"/>
                  </a:lnTo>
                  <a:close/>
                </a:path>
                <a:path w="29210" h="140969">
                  <a:moveTo>
                    <a:pt x="25908" y="140398"/>
                  </a:moveTo>
                  <a:lnTo>
                    <a:pt x="3048" y="140398"/>
                  </a:lnTo>
                  <a:lnTo>
                    <a:pt x="3048" y="44196"/>
                  </a:lnTo>
                  <a:lnTo>
                    <a:pt x="25908" y="44196"/>
                  </a:lnTo>
                  <a:lnTo>
                    <a:pt x="25908" y="140398"/>
                  </a:lnTo>
                  <a:close/>
                </a:path>
              </a:pathLst>
            </a:custGeom>
            <a:solidFill>
              <a:srgbClr val="232323"/>
            </a:solidFill>
          </p:spPr>
          <p:txBody>
            <a:bodyPr wrap="square" lIns="0" tIns="0" rIns="0" bIns="0" rtlCol="0"/>
            <a:lstStyle/>
            <a:p>
              <a:endParaRPr/>
            </a:p>
          </p:txBody>
        </p:sp>
        <p:pic>
          <p:nvPicPr>
            <p:cNvPr id="52" name="object 52"/>
            <p:cNvPicPr/>
            <p:nvPr/>
          </p:nvPicPr>
          <p:blipFill>
            <a:blip r:embed="rId35" cstate="print"/>
            <a:stretch>
              <a:fillRect/>
            </a:stretch>
          </p:blipFill>
          <p:spPr>
            <a:xfrm>
              <a:off x="2185796" y="2821304"/>
              <a:ext cx="196881" cy="141922"/>
            </a:xfrm>
            <a:prstGeom prst="rect">
              <a:avLst/>
            </a:prstGeom>
          </p:spPr>
        </p:pic>
        <p:pic>
          <p:nvPicPr>
            <p:cNvPr id="53" name="object 53"/>
            <p:cNvPicPr/>
            <p:nvPr/>
          </p:nvPicPr>
          <p:blipFill>
            <a:blip r:embed="rId36" cstate="print"/>
            <a:stretch>
              <a:fillRect/>
            </a:stretch>
          </p:blipFill>
          <p:spPr>
            <a:xfrm>
              <a:off x="2448401" y="2783300"/>
              <a:ext cx="230505" cy="137350"/>
            </a:xfrm>
            <a:prstGeom prst="rect">
              <a:avLst/>
            </a:prstGeom>
          </p:spPr>
        </p:pic>
        <p:pic>
          <p:nvPicPr>
            <p:cNvPr id="54" name="object 54"/>
            <p:cNvPicPr/>
            <p:nvPr/>
          </p:nvPicPr>
          <p:blipFill>
            <a:blip r:embed="rId37" cstate="print"/>
            <a:stretch>
              <a:fillRect/>
            </a:stretch>
          </p:blipFill>
          <p:spPr>
            <a:xfrm>
              <a:off x="2701861" y="2784729"/>
              <a:ext cx="143446" cy="134302"/>
            </a:xfrm>
            <a:prstGeom prst="rect">
              <a:avLst/>
            </a:prstGeom>
          </p:spPr>
        </p:pic>
        <p:sp>
          <p:nvSpPr>
            <p:cNvPr id="55" name="object 55"/>
            <p:cNvSpPr/>
            <p:nvPr/>
          </p:nvSpPr>
          <p:spPr>
            <a:xfrm>
              <a:off x="1405604" y="3126581"/>
              <a:ext cx="38735" cy="38735"/>
            </a:xfrm>
            <a:custGeom>
              <a:avLst/>
              <a:gdLst/>
              <a:ahLst/>
              <a:cxnLst/>
              <a:rect l="l" t="t" r="r" b="b"/>
              <a:pathLst>
                <a:path w="38734" h="38735">
                  <a:moveTo>
                    <a:pt x="24384" y="38195"/>
                  </a:moveTo>
                  <a:lnTo>
                    <a:pt x="19812" y="38195"/>
                  </a:lnTo>
                  <a:lnTo>
                    <a:pt x="13716" y="38195"/>
                  </a:lnTo>
                  <a:lnTo>
                    <a:pt x="9144" y="36671"/>
                  </a:lnTo>
                  <a:lnTo>
                    <a:pt x="6096" y="32099"/>
                  </a:lnTo>
                  <a:lnTo>
                    <a:pt x="1524" y="29051"/>
                  </a:lnTo>
                  <a:lnTo>
                    <a:pt x="0" y="24384"/>
                  </a:lnTo>
                  <a:lnTo>
                    <a:pt x="0" y="13716"/>
                  </a:lnTo>
                  <a:lnTo>
                    <a:pt x="1524" y="9144"/>
                  </a:lnTo>
                  <a:lnTo>
                    <a:pt x="6096" y="6096"/>
                  </a:lnTo>
                  <a:lnTo>
                    <a:pt x="9144" y="1524"/>
                  </a:lnTo>
                  <a:lnTo>
                    <a:pt x="13716" y="0"/>
                  </a:lnTo>
                  <a:lnTo>
                    <a:pt x="24384" y="0"/>
                  </a:lnTo>
                  <a:lnTo>
                    <a:pt x="28956" y="1524"/>
                  </a:lnTo>
                  <a:lnTo>
                    <a:pt x="32004" y="6096"/>
                  </a:lnTo>
                  <a:lnTo>
                    <a:pt x="36671" y="9144"/>
                  </a:lnTo>
                  <a:lnTo>
                    <a:pt x="38195" y="13716"/>
                  </a:lnTo>
                  <a:lnTo>
                    <a:pt x="38195" y="24384"/>
                  </a:lnTo>
                  <a:lnTo>
                    <a:pt x="36671" y="29051"/>
                  </a:lnTo>
                  <a:lnTo>
                    <a:pt x="32004" y="32099"/>
                  </a:lnTo>
                  <a:lnTo>
                    <a:pt x="28956" y="36671"/>
                  </a:lnTo>
                  <a:lnTo>
                    <a:pt x="24384" y="38195"/>
                  </a:lnTo>
                  <a:close/>
                </a:path>
              </a:pathLst>
            </a:custGeom>
            <a:solidFill>
              <a:srgbClr val="232323"/>
            </a:solidFill>
          </p:spPr>
          <p:txBody>
            <a:bodyPr wrap="square" lIns="0" tIns="0" rIns="0" bIns="0" rtlCol="0"/>
            <a:lstStyle/>
            <a:p>
              <a:endParaRPr/>
            </a:p>
          </p:txBody>
        </p:sp>
        <p:pic>
          <p:nvPicPr>
            <p:cNvPr id="56" name="object 56"/>
            <p:cNvPicPr/>
            <p:nvPr/>
          </p:nvPicPr>
          <p:blipFill>
            <a:blip r:embed="rId38" cstate="print"/>
            <a:stretch>
              <a:fillRect/>
            </a:stretch>
          </p:blipFill>
          <p:spPr>
            <a:xfrm>
              <a:off x="1596390" y="3082289"/>
              <a:ext cx="2500883" cy="148113"/>
            </a:xfrm>
            <a:prstGeom prst="rect">
              <a:avLst/>
            </a:prstGeom>
          </p:spPr>
        </p:pic>
        <p:sp>
          <p:nvSpPr>
            <p:cNvPr id="57" name="object 57"/>
            <p:cNvSpPr/>
            <p:nvPr/>
          </p:nvSpPr>
          <p:spPr>
            <a:xfrm>
              <a:off x="1663636" y="3413569"/>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58" name="object 58"/>
            <p:cNvPicPr/>
            <p:nvPr/>
          </p:nvPicPr>
          <p:blipFill>
            <a:blip r:embed="rId39" cstate="print"/>
            <a:stretch>
              <a:fillRect/>
            </a:stretch>
          </p:blipFill>
          <p:spPr>
            <a:xfrm>
              <a:off x="1865185" y="3366230"/>
              <a:ext cx="2954274" cy="151066"/>
            </a:xfrm>
            <a:prstGeom prst="rect">
              <a:avLst/>
            </a:prstGeom>
          </p:spPr>
        </p:pic>
        <p:pic>
          <p:nvPicPr>
            <p:cNvPr id="59" name="object 59"/>
            <p:cNvPicPr/>
            <p:nvPr/>
          </p:nvPicPr>
          <p:blipFill>
            <a:blip r:embed="rId40" cstate="print"/>
            <a:stretch>
              <a:fillRect/>
            </a:stretch>
          </p:blipFill>
          <p:spPr>
            <a:xfrm>
              <a:off x="4886705" y="3369278"/>
              <a:ext cx="1169384" cy="148018"/>
            </a:xfrm>
            <a:prstGeom prst="rect">
              <a:avLst/>
            </a:prstGeom>
          </p:spPr>
        </p:pic>
        <p:sp>
          <p:nvSpPr>
            <p:cNvPr id="60" name="object 60"/>
            <p:cNvSpPr/>
            <p:nvPr/>
          </p:nvSpPr>
          <p:spPr>
            <a:xfrm>
              <a:off x="1663636" y="3591978"/>
              <a:ext cx="743585" cy="354330"/>
            </a:xfrm>
            <a:custGeom>
              <a:avLst/>
              <a:gdLst/>
              <a:ahLst/>
              <a:cxnLst/>
              <a:rect l="l" t="t" r="r" b="b"/>
              <a:pathLst>
                <a:path w="743585" h="354329">
                  <a:moveTo>
                    <a:pt x="38100" y="331279"/>
                  </a:moveTo>
                  <a:lnTo>
                    <a:pt x="32004" y="322135"/>
                  </a:lnTo>
                  <a:lnTo>
                    <a:pt x="28956" y="319087"/>
                  </a:lnTo>
                  <a:lnTo>
                    <a:pt x="24384" y="317563"/>
                  </a:lnTo>
                  <a:lnTo>
                    <a:pt x="13716" y="317563"/>
                  </a:lnTo>
                  <a:lnTo>
                    <a:pt x="9144" y="319087"/>
                  </a:lnTo>
                  <a:lnTo>
                    <a:pt x="1524" y="326707"/>
                  </a:lnTo>
                  <a:lnTo>
                    <a:pt x="0" y="331279"/>
                  </a:lnTo>
                  <a:lnTo>
                    <a:pt x="0" y="341947"/>
                  </a:lnTo>
                  <a:lnTo>
                    <a:pt x="1524" y="344995"/>
                  </a:lnTo>
                  <a:lnTo>
                    <a:pt x="9144" y="352615"/>
                  </a:lnTo>
                  <a:lnTo>
                    <a:pt x="13716" y="354139"/>
                  </a:lnTo>
                  <a:lnTo>
                    <a:pt x="18288" y="354139"/>
                  </a:lnTo>
                  <a:lnTo>
                    <a:pt x="24384" y="354139"/>
                  </a:lnTo>
                  <a:lnTo>
                    <a:pt x="28956" y="352615"/>
                  </a:lnTo>
                  <a:lnTo>
                    <a:pt x="32004" y="349567"/>
                  </a:lnTo>
                  <a:lnTo>
                    <a:pt x="38100" y="340423"/>
                  </a:lnTo>
                  <a:lnTo>
                    <a:pt x="38100" y="331279"/>
                  </a:lnTo>
                  <a:close/>
                </a:path>
                <a:path w="743585" h="354329">
                  <a:moveTo>
                    <a:pt x="245745" y="71818"/>
                  </a:moveTo>
                  <a:lnTo>
                    <a:pt x="244221" y="67246"/>
                  </a:lnTo>
                  <a:lnTo>
                    <a:pt x="236601" y="59626"/>
                  </a:lnTo>
                  <a:lnTo>
                    <a:pt x="230403" y="56578"/>
                  </a:lnTo>
                  <a:lnTo>
                    <a:pt x="222783" y="55054"/>
                  </a:lnTo>
                  <a:lnTo>
                    <a:pt x="216687" y="53530"/>
                  </a:lnTo>
                  <a:lnTo>
                    <a:pt x="212115" y="50482"/>
                  </a:lnTo>
                  <a:lnTo>
                    <a:pt x="209067" y="48958"/>
                  </a:lnTo>
                  <a:lnTo>
                    <a:pt x="207543" y="47434"/>
                  </a:lnTo>
                  <a:lnTo>
                    <a:pt x="206019" y="44386"/>
                  </a:lnTo>
                  <a:lnTo>
                    <a:pt x="206019" y="38290"/>
                  </a:lnTo>
                  <a:lnTo>
                    <a:pt x="207543" y="35153"/>
                  </a:lnTo>
                  <a:lnTo>
                    <a:pt x="209067" y="33629"/>
                  </a:lnTo>
                  <a:lnTo>
                    <a:pt x="215163" y="30581"/>
                  </a:lnTo>
                  <a:lnTo>
                    <a:pt x="224307" y="30581"/>
                  </a:lnTo>
                  <a:lnTo>
                    <a:pt x="225831" y="32105"/>
                  </a:lnTo>
                  <a:lnTo>
                    <a:pt x="228879" y="32105"/>
                  </a:lnTo>
                  <a:lnTo>
                    <a:pt x="238125" y="36766"/>
                  </a:lnTo>
                  <a:lnTo>
                    <a:pt x="244221" y="27533"/>
                  </a:lnTo>
                  <a:lnTo>
                    <a:pt x="239649" y="24485"/>
                  </a:lnTo>
                  <a:lnTo>
                    <a:pt x="236601" y="22961"/>
                  </a:lnTo>
                  <a:lnTo>
                    <a:pt x="231927" y="22961"/>
                  </a:lnTo>
                  <a:lnTo>
                    <a:pt x="228879" y="21437"/>
                  </a:lnTo>
                  <a:lnTo>
                    <a:pt x="212115" y="21437"/>
                  </a:lnTo>
                  <a:lnTo>
                    <a:pt x="206019" y="22961"/>
                  </a:lnTo>
                  <a:lnTo>
                    <a:pt x="201447" y="27533"/>
                  </a:lnTo>
                  <a:lnTo>
                    <a:pt x="196875" y="30581"/>
                  </a:lnTo>
                  <a:lnTo>
                    <a:pt x="193827" y="36766"/>
                  </a:lnTo>
                  <a:lnTo>
                    <a:pt x="193827" y="48958"/>
                  </a:lnTo>
                  <a:lnTo>
                    <a:pt x="195351" y="53530"/>
                  </a:lnTo>
                  <a:lnTo>
                    <a:pt x="199923" y="56578"/>
                  </a:lnTo>
                  <a:lnTo>
                    <a:pt x="202971" y="59626"/>
                  </a:lnTo>
                  <a:lnTo>
                    <a:pt x="209067" y="62674"/>
                  </a:lnTo>
                  <a:lnTo>
                    <a:pt x="219735" y="65722"/>
                  </a:lnTo>
                  <a:lnTo>
                    <a:pt x="224307" y="67246"/>
                  </a:lnTo>
                  <a:lnTo>
                    <a:pt x="230403" y="70294"/>
                  </a:lnTo>
                  <a:lnTo>
                    <a:pt x="233451" y="73342"/>
                  </a:lnTo>
                  <a:lnTo>
                    <a:pt x="233451" y="82486"/>
                  </a:lnTo>
                  <a:lnTo>
                    <a:pt x="231927" y="85534"/>
                  </a:lnTo>
                  <a:lnTo>
                    <a:pt x="227355" y="90106"/>
                  </a:lnTo>
                  <a:lnTo>
                    <a:pt x="210591" y="90106"/>
                  </a:lnTo>
                  <a:lnTo>
                    <a:pt x="198399" y="84010"/>
                  </a:lnTo>
                  <a:lnTo>
                    <a:pt x="192303" y="93154"/>
                  </a:lnTo>
                  <a:lnTo>
                    <a:pt x="195351" y="96202"/>
                  </a:lnTo>
                  <a:lnTo>
                    <a:pt x="204495" y="99250"/>
                  </a:lnTo>
                  <a:lnTo>
                    <a:pt x="209067" y="99250"/>
                  </a:lnTo>
                  <a:lnTo>
                    <a:pt x="213639" y="100774"/>
                  </a:lnTo>
                  <a:lnTo>
                    <a:pt x="225831" y="100774"/>
                  </a:lnTo>
                  <a:lnTo>
                    <a:pt x="233451" y="99250"/>
                  </a:lnTo>
                  <a:lnTo>
                    <a:pt x="242697" y="90106"/>
                  </a:lnTo>
                  <a:lnTo>
                    <a:pt x="245745" y="85534"/>
                  </a:lnTo>
                  <a:lnTo>
                    <a:pt x="245745" y="71818"/>
                  </a:lnTo>
                  <a:close/>
                </a:path>
                <a:path w="743585" h="354329">
                  <a:moveTo>
                    <a:pt x="325183" y="22948"/>
                  </a:moveTo>
                  <a:lnTo>
                    <a:pt x="312991" y="22948"/>
                  </a:lnTo>
                  <a:lnTo>
                    <a:pt x="290029" y="80962"/>
                  </a:lnTo>
                  <a:lnTo>
                    <a:pt x="290029" y="85534"/>
                  </a:lnTo>
                  <a:lnTo>
                    <a:pt x="288505" y="87058"/>
                  </a:lnTo>
                  <a:lnTo>
                    <a:pt x="288505" y="84010"/>
                  </a:lnTo>
                  <a:lnTo>
                    <a:pt x="286981" y="84010"/>
                  </a:lnTo>
                  <a:lnTo>
                    <a:pt x="286981" y="80962"/>
                  </a:lnTo>
                  <a:lnTo>
                    <a:pt x="267169" y="22948"/>
                  </a:lnTo>
                  <a:lnTo>
                    <a:pt x="253453" y="22948"/>
                  </a:lnTo>
                  <a:lnTo>
                    <a:pt x="282409" y="99250"/>
                  </a:lnTo>
                  <a:lnTo>
                    <a:pt x="276313" y="114490"/>
                  </a:lnTo>
                  <a:lnTo>
                    <a:pt x="273265" y="120586"/>
                  </a:lnTo>
                  <a:lnTo>
                    <a:pt x="270217" y="122110"/>
                  </a:lnTo>
                  <a:lnTo>
                    <a:pt x="268693" y="123634"/>
                  </a:lnTo>
                  <a:lnTo>
                    <a:pt x="258025" y="123634"/>
                  </a:lnTo>
                  <a:lnTo>
                    <a:pt x="254977" y="134391"/>
                  </a:lnTo>
                  <a:lnTo>
                    <a:pt x="268693" y="134391"/>
                  </a:lnTo>
                  <a:lnTo>
                    <a:pt x="288505" y="112966"/>
                  </a:lnTo>
                  <a:lnTo>
                    <a:pt x="299059" y="87058"/>
                  </a:lnTo>
                  <a:lnTo>
                    <a:pt x="325183" y="22948"/>
                  </a:lnTo>
                  <a:close/>
                </a:path>
                <a:path w="743585" h="354329">
                  <a:moveTo>
                    <a:pt x="384708" y="71818"/>
                  </a:moveTo>
                  <a:lnTo>
                    <a:pt x="378612" y="62674"/>
                  </a:lnTo>
                  <a:lnTo>
                    <a:pt x="369468" y="56578"/>
                  </a:lnTo>
                  <a:lnTo>
                    <a:pt x="361848" y="55054"/>
                  </a:lnTo>
                  <a:lnTo>
                    <a:pt x="355752" y="53530"/>
                  </a:lnTo>
                  <a:lnTo>
                    <a:pt x="351180" y="50482"/>
                  </a:lnTo>
                  <a:lnTo>
                    <a:pt x="345084" y="47434"/>
                  </a:lnTo>
                  <a:lnTo>
                    <a:pt x="345084" y="35242"/>
                  </a:lnTo>
                  <a:lnTo>
                    <a:pt x="354228" y="30670"/>
                  </a:lnTo>
                  <a:lnTo>
                    <a:pt x="361848" y="30670"/>
                  </a:lnTo>
                  <a:lnTo>
                    <a:pt x="364896" y="32194"/>
                  </a:lnTo>
                  <a:lnTo>
                    <a:pt x="367944" y="32194"/>
                  </a:lnTo>
                  <a:lnTo>
                    <a:pt x="377088" y="36766"/>
                  </a:lnTo>
                  <a:lnTo>
                    <a:pt x="383184" y="27622"/>
                  </a:lnTo>
                  <a:lnTo>
                    <a:pt x="378612" y="24485"/>
                  </a:lnTo>
                  <a:lnTo>
                    <a:pt x="375564" y="22961"/>
                  </a:lnTo>
                  <a:lnTo>
                    <a:pt x="370992" y="22961"/>
                  </a:lnTo>
                  <a:lnTo>
                    <a:pt x="367944" y="21437"/>
                  </a:lnTo>
                  <a:lnTo>
                    <a:pt x="351180" y="21437"/>
                  </a:lnTo>
                  <a:lnTo>
                    <a:pt x="345084" y="22961"/>
                  </a:lnTo>
                  <a:lnTo>
                    <a:pt x="340512" y="27622"/>
                  </a:lnTo>
                  <a:lnTo>
                    <a:pt x="335851" y="30670"/>
                  </a:lnTo>
                  <a:lnTo>
                    <a:pt x="332803" y="36766"/>
                  </a:lnTo>
                  <a:lnTo>
                    <a:pt x="332803" y="48958"/>
                  </a:lnTo>
                  <a:lnTo>
                    <a:pt x="334327" y="53530"/>
                  </a:lnTo>
                  <a:lnTo>
                    <a:pt x="338988" y="56578"/>
                  </a:lnTo>
                  <a:lnTo>
                    <a:pt x="342036" y="59626"/>
                  </a:lnTo>
                  <a:lnTo>
                    <a:pt x="348132" y="62674"/>
                  </a:lnTo>
                  <a:lnTo>
                    <a:pt x="357276" y="65722"/>
                  </a:lnTo>
                  <a:lnTo>
                    <a:pt x="363372" y="67246"/>
                  </a:lnTo>
                  <a:lnTo>
                    <a:pt x="369468" y="70294"/>
                  </a:lnTo>
                  <a:lnTo>
                    <a:pt x="372516" y="76390"/>
                  </a:lnTo>
                  <a:lnTo>
                    <a:pt x="372516" y="82486"/>
                  </a:lnTo>
                  <a:lnTo>
                    <a:pt x="370992" y="85534"/>
                  </a:lnTo>
                  <a:lnTo>
                    <a:pt x="367944" y="87058"/>
                  </a:lnTo>
                  <a:lnTo>
                    <a:pt x="366420" y="90106"/>
                  </a:lnTo>
                  <a:lnTo>
                    <a:pt x="349656" y="90106"/>
                  </a:lnTo>
                  <a:lnTo>
                    <a:pt x="337375" y="84010"/>
                  </a:lnTo>
                  <a:lnTo>
                    <a:pt x="331279" y="93154"/>
                  </a:lnTo>
                  <a:lnTo>
                    <a:pt x="334327" y="96304"/>
                  </a:lnTo>
                  <a:lnTo>
                    <a:pt x="343560" y="99352"/>
                  </a:lnTo>
                  <a:lnTo>
                    <a:pt x="346608" y="99352"/>
                  </a:lnTo>
                  <a:lnTo>
                    <a:pt x="351180" y="100876"/>
                  </a:lnTo>
                  <a:lnTo>
                    <a:pt x="364896" y="100876"/>
                  </a:lnTo>
                  <a:lnTo>
                    <a:pt x="372516" y="99352"/>
                  </a:lnTo>
                  <a:lnTo>
                    <a:pt x="381660" y="90106"/>
                  </a:lnTo>
                  <a:lnTo>
                    <a:pt x="384708" y="85534"/>
                  </a:lnTo>
                  <a:lnTo>
                    <a:pt x="384708" y="71818"/>
                  </a:lnTo>
                  <a:close/>
                </a:path>
                <a:path w="743585" h="354329">
                  <a:moveTo>
                    <a:pt x="439674" y="97726"/>
                  </a:moveTo>
                  <a:lnTo>
                    <a:pt x="436626" y="88480"/>
                  </a:lnTo>
                  <a:lnTo>
                    <a:pt x="435102" y="88480"/>
                  </a:lnTo>
                  <a:lnTo>
                    <a:pt x="433578" y="90004"/>
                  </a:lnTo>
                  <a:lnTo>
                    <a:pt x="422910" y="90004"/>
                  </a:lnTo>
                  <a:lnTo>
                    <a:pt x="421386" y="86956"/>
                  </a:lnTo>
                  <a:lnTo>
                    <a:pt x="419862" y="85432"/>
                  </a:lnTo>
                  <a:lnTo>
                    <a:pt x="418338" y="82384"/>
                  </a:lnTo>
                  <a:lnTo>
                    <a:pt x="418338" y="33616"/>
                  </a:lnTo>
                  <a:lnTo>
                    <a:pt x="438150" y="33616"/>
                  </a:lnTo>
                  <a:lnTo>
                    <a:pt x="438150" y="22860"/>
                  </a:lnTo>
                  <a:lnTo>
                    <a:pt x="418338" y="22860"/>
                  </a:lnTo>
                  <a:lnTo>
                    <a:pt x="418338" y="0"/>
                  </a:lnTo>
                  <a:lnTo>
                    <a:pt x="406146" y="4572"/>
                  </a:lnTo>
                  <a:lnTo>
                    <a:pt x="406146" y="22860"/>
                  </a:lnTo>
                  <a:lnTo>
                    <a:pt x="393954" y="22860"/>
                  </a:lnTo>
                  <a:lnTo>
                    <a:pt x="393954" y="33616"/>
                  </a:lnTo>
                  <a:lnTo>
                    <a:pt x="406146" y="33616"/>
                  </a:lnTo>
                  <a:lnTo>
                    <a:pt x="406146" y="86956"/>
                  </a:lnTo>
                  <a:lnTo>
                    <a:pt x="409194" y="91528"/>
                  </a:lnTo>
                  <a:lnTo>
                    <a:pt x="412242" y="94576"/>
                  </a:lnTo>
                  <a:lnTo>
                    <a:pt x="415290" y="99250"/>
                  </a:lnTo>
                  <a:lnTo>
                    <a:pt x="419862" y="100774"/>
                  </a:lnTo>
                  <a:lnTo>
                    <a:pt x="430530" y="100774"/>
                  </a:lnTo>
                  <a:lnTo>
                    <a:pt x="433578" y="99250"/>
                  </a:lnTo>
                  <a:lnTo>
                    <a:pt x="436626" y="99250"/>
                  </a:lnTo>
                  <a:lnTo>
                    <a:pt x="439674" y="97726"/>
                  </a:lnTo>
                  <a:close/>
                </a:path>
                <a:path w="743585" h="354329">
                  <a:moveTo>
                    <a:pt x="516051" y="58102"/>
                  </a:moveTo>
                  <a:lnTo>
                    <a:pt x="503859" y="26835"/>
                  </a:lnTo>
                  <a:lnTo>
                    <a:pt x="503859" y="45821"/>
                  </a:lnTo>
                  <a:lnTo>
                    <a:pt x="503859" y="53530"/>
                  </a:lnTo>
                  <a:lnTo>
                    <a:pt x="462622" y="53530"/>
                  </a:lnTo>
                  <a:lnTo>
                    <a:pt x="462622" y="47434"/>
                  </a:lnTo>
                  <a:lnTo>
                    <a:pt x="465670" y="41249"/>
                  </a:lnTo>
                  <a:lnTo>
                    <a:pt x="473290" y="33629"/>
                  </a:lnTo>
                  <a:lnTo>
                    <a:pt x="477951" y="30581"/>
                  </a:lnTo>
                  <a:lnTo>
                    <a:pt x="490143" y="30581"/>
                  </a:lnTo>
                  <a:lnTo>
                    <a:pt x="494715" y="33629"/>
                  </a:lnTo>
                  <a:lnTo>
                    <a:pt x="502335" y="41249"/>
                  </a:lnTo>
                  <a:lnTo>
                    <a:pt x="503859" y="45821"/>
                  </a:lnTo>
                  <a:lnTo>
                    <a:pt x="503859" y="26835"/>
                  </a:lnTo>
                  <a:lnTo>
                    <a:pt x="503555" y="26581"/>
                  </a:lnTo>
                  <a:lnTo>
                    <a:pt x="497954" y="23723"/>
                  </a:lnTo>
                  <a:lnTo>
                    <a:pt x="491502" y="22009"/>
                  </a:lnTo>
                  <a:lnTo>
                    <a:pt x="484047" y="21437"/>
                  </a:lnTo>
                  <a:lnTo>
                    <a:pt x="477469" y="22009"/>
                  </a:lnTo>
                  <a:lnTo>
                    <a:pt x="477266" y="22009"/>
                  </a:lnTo>
                  <a:lnTo>
                    <a:pt x="449503" y="52539"/>
                  </a:lnTo>
                  <a:lnTo>
                    <a:pt x="448906" y="61150"/>
                  </a:lnTo>
                  <a:lnTo>
                    <a:pt x="449503" y="69964"/>
                  </a:lnTo>
                  <a:lnTo>
                    <a:pt x="477837" y="100177"/>
                  </a:lnTo>
                  <a:lnTo>
                    <a:pt x="485571" y="100774"/>
                  </a:lnTo>
                  <a:lnTo>
                    <a:pt x="491667" y="100774"/>
                  </a:lnTo>
                  <a:lnTo>
                    <a:pt x="496239" y="99250"/>
                  </a:lnTo>
                  <a:lnTo>
                    <a:pt x="500811" y="99250"/>
                  </a:lnTo>
                  <a:lnTo>
                    <a:pt x="505383" y="97726"/>
                  </a:lnTo>
                  <a:lnTo>
                    <a:pt x="508431" y="94678"/>
                  </a:lnTo>
                  <a:lnTo>
                    <a:pt x="513003" y="93154"/>
                  </a:lnTo>
                  <a:lnTo>
                    <a:pt x="510971" y="90106"/>
                  </a:lnTo>
                  <a:lnTo>
                    <a:pt x="506907" y="84010"/>
                  </a:lnTo>
                  <a:lnTo>
                    <a:pt x="494715" y="90106"/>
                  </a:lnTo>
                  <a:lnTo>
                    <a:pt x="479475" y="90106"/>
                  </a:lnTo>
                  <a:lnTo>
                    <a:pt x="473290" y="88582"/>
                  </a:lnTo>
                  <a:lnTo>
                    <a:pt x="464146" y="79438"/>
                  </a:lnTo>
                  <a:lnTo>
                    <a:pt x="462622" y="71818"/>
                  </a:lnTo>
                  <a:lnTo>
                    <a:pt x="462622" y="64198"/>
                  </a:lnTo>
                  <a:lnTo>
                    <a:pt x="516051" y="64198"/>
                  </a:lnTo>
                  <a:lnTo>
                    <a:pt x="516051" y="58102"/>
                  </a:lnTo>
                  <a:close/>
                </a:path>
                <a:path w="743585" h="354329">
                  <a:moveTo>
                    <a:pt x="642734" y="41236"/>
                  </a:moveTo>
                  <a:lnTo>
                    <a:pt x="641210" y="33616"/>
                  </a:lnTo>
                  <a:lnTo>
                    <a:pt x="638162" y="30568"/>
                  </a:lnTo>
                  <a:lnTo>
                    <a:pt x="636638" y="29044"/>
                  </a:lnTo>
                  <a:lnTo>
                    <a:pt x="632066" y="22948"/>
                  </a:lnTo>
                  <a:lnTo>
                    <a:pt x="625970" y="21424"/>
                  </a:lnTo>
                  <a:lnTo>
                    <a:pt x="607593" y="21424"/>
                  </a:lnTo>
                  <a:lnTo>
                    <a:pt x="598449" y="27520"/>
                  </a:lnTo>
                  <a:lnTo>
                    <a:pt x="595401" y="30568"/>
                  </a:lnTo>
                  <a:lnTo>
                    <a:pt x="592353" y="36664"/>
                  </a:lnTo>
                  <a:lnTo>
                    <a:pt x="590829" y="32092"/>
                  </a:lnTo>
                  <a:lnTo>
                    <a:pt x="589813" y="30568"/>
                  </a:lnTo>
                  <a:lnTo>
                    <a:pt x="587781" y="27520"/>
                  </a:lnTo>
                  <a:lnTo>
                    <a:pt x="584733" y="24472"/>
                  </a:lnTo>
                  <a:lnTo>
                    <a:pt x="575589" y="21424"/>
                  </a:lnTo>
                  <a:lnTo>
                    <a:pt x="560247" y="21424"/>
                  </a:lnTo>
                  <a:lnTo>
                    <a:pt x="557199" y="24472"/>
                  </a:lnTo>
                  <a:lnTo>
                    <a:pt x="552627" y="25996"/>
                  </a:lnTo>
                  <a:lnTo>
                    <a:pt x="546531" y="35140"/>
                  </a:lnTo>
                  <a:lnTo>
                    <a:pt x="546531" y="22948"/>
                  </a:lnTo>
                  <a:lnTo>
                    <a:pt x="534339" y="22948"/>
                  </a:lnTo>
                  <a:lnTo>
                    <a:pt x="534339" y="99250"/>
                  </a:lnTo>
                  <a:lnTo>
                    <a:pt x="546531" y="99250"/>
                  </a:lnTo>
                  <a:lnTo>
                    <a:pt x="546531" y="48856"/>
                  </a:lnTo>
                  <a:lnTo>
                    <a:pt x="548055" y="42760"/>
                  </a:lnTo>
                  <a:lnTo>
                    <a:pt x="551103" y="38188"/>
                  </a:lnTo>
                  <a:lnTo>
                    <a:pt x="554151" y="35140"/>
                  </a:lnTo>
                  <a:lnTo>
                    <a:pt x="555675" y="33616"/>
                  </a:lnTo>
                  <a:lnTo>
                    <a:pt x="560247" y="30568"/>
                  </a:lnTo>
                  <a:lnTo>
                    <a:pt x="571017" y="30568"/>
                  </a:lnTo>
                  <a:lnTo>
                    <a:pt x="575589" y="33616"/>
                  </a:lnTo>
                  <a:lnTo>
                    <a:pt x="581685" y="39712"/>
                  </a:lnTo>
                  <a:lnTo>
                    <a:pt x="583209" y="45808"/>
                  </a:lnTo>
                  <a:lnTo>
                    <a:pt x="583209" y="99250"/>
                  </a:lnTo>
                  <a:lnTo>
                    <a:pt x="595401" y="99250"/>
                  </a:lnTo>
                  <a:lnTo>
                    <a:pt x="595401" y="48856"/>
                  </a:lnTo>
                  <a:lnTo>
                    <a:pt x="596925" y="42760"/>
                  </a:lnTo>
                  <a:lnTo>
                    <a:pt x="599973" y="38188"/>
                  </a:lnTo>
                  <a:lnTo>
                    <a:pt x="601497" y="36664"/>
                  </a:lnTo>
                  <a:lnTo>
                    <a:pt x="607593" y="30568"/>
                  </a:lnTo>
                  <a:lnTo>
                    <a:pt x="619874" y="30568"/>
                  </a:lnTo>
                  <a:lnTo>
                    <a:pt x="624446" y="33616"/>
                  </a:lnTo>
                  <a:lnTo>
                    <a:pt x="625970" y="36664"/>
                  </a:lnTo>
                  <a:lnTo>
                    <a:pt x="629018" y="41236"/>
                  </a:lnTo>
                  <a:lnTo>
                    <a:pt x="630542" y="47332"/>
                  </a:lnTo>
                  <a:lnTo>
                    <a:pt x="630542" y="99250"/>
                  </a:lnTo>
                  <a:lnTo>
                    <a:pt x="642734" y="99250"/>
                  </a:lnTo>
                  <a:lnTo>
                    <a:pt x="642734" y="41236"/>
                  </a:lnTo>
                  <a:close/>
                </a:path>
                <a:path w="743585" h="354329">
                  <a:moveTo>
                    <a:pt x="711415" y="71729"/>
                  </a:moveTo>
                  <a:lnTo>
                    <a:pt x="688467" y="54965"/>
                  </a:lnTo>
                  <a:lnTo>
                    <a:pt x="682371" y="53441"/>
                  </a:lnTo>
                  <a:lnTo>
                    <a:pt x="679323" y="50393"/>
                  </a:lnTo>
                  <a:lnTo>
                    <a:pt x="673227" y="47345"/>
                  </a:lnTo>
                  <a:lnTo>
                    <a:pt x="671703" y="44297"/>
                  </a:lnTo>
                  <a:lnTo>
                    <a:pt x="671703" y="38201"/>
                  </a:lnTo>
                  <a:lnTo>
                    <a:pt x="673227" y="35153"/>
                  </a:lnTo>
                  <a:lnTo>
                    <a:pt x="682371" y="30581"/>
                  </a:lnTo>
                  <a:lnTo>
                    <a:pt x="689991" y="30581"/>
                  </a:lnTo>
                  <a:lnTo>
                    <a:pt x="693039" y="32105"/>
                  </a:lnTo>
                  <a:lnTo>
                    <a:pt x="696087" y="32105"/>
                  </a:lnTo>
                  <a:lnTo>
                    <a:pt x="697699" y="33629"/>
                  </a:lnTo>
                  <a:lnTo>
                    <a:pt x="702271" y="35153"/>
                  </a:lnTo>
                  <a:lnTo>
                    <a:pt x="705319" y="36677"/>
                  </a:lnTo>
                  <a:lnTo>
                    <a:pt x="709891" y="27533"/>
                  </a:lnTo>
                  <a:lnTo>
                    <a:pt x="706843" y="24485"/>
                  </a:lnTo>
                  <a:lnTo>
                    <a:pt x="702271" y="22961"/>
                  </a:lnTo>
                  <a:lnTo>
                    <a:pt x="699223" y="22961"/>
                  </a:lnTo>
                  <a:lnTo>
                    <a:pt x="696087" y="21437"/>
                  </a:lnTo>
                  <a:lnTo>
                    <a:pt x="679323" y="21437"/>
                  </a:lnTo>
                  <a:lnTo>
                    <a:pt x="673227" y="22961"/>
                  </a:lnTo>
                  <a:lnTo>
                    <a:pt x="667131" y="27533"/>
                  </a:lnTo>
                  <a:lnTo>
                    <a:pt x="662559" y="30581"/>
                  </a:lnTo>
                  <a:lnTo>
                    <a:pt x="661035" y="36677"/>
                  </a:lnTo>
                  <a:lnTo>
                    <a:pt x="661035" y="48869"/>
                  </a:lnTo>
                  <a:lnTo>
                    <a:pt x="694563" y="68681"/>
                  </a:lnTo>
                  <a:lnTo>
                    <a:pt x="697699" y="70205"/>
                  </a:lnTo>
                  <a:lnTo>
                    <a:pt x="700747" y="76301"/>
                  </a:lnTo>
                  <a:lnTo>
                    <a:pt x="700747" y="82486"/>
                  </a:lnTo>
                  <a:lnTo>
                    <a:pt x="699223" y="85534"/>
                  </a:lnTo>
                  <a:lnTo>
                    <a:pt x="696087" y="87058"/>
                  </a:lnTo>
                  <a:lnTo>
                    <a:pt x="693039" y="90106"/>
                  </a:lnTo>
                  <a:lnTo>
                    <a:pt x="677799" y="90106"/>
                  </a:lnTo>
                  <a:lnTo>
                    <a:pt x="671703" y="87058"/>
                  </a:lnTo>
                  <a:lnTo>
                    <a:pt x="667131" y="85534"/>
                  </a:lnTo>
                  <a:lnTo>
                    <a:pt x="664083" y="84010"/>
                  </a:lnTo>
                  <a:lnTo>
                    <a:pt x="657987" y="93154"/>
                  </a:lnTo>
                  <a:lnTo>
                    <a:pt x="662559" y="96202"/>
                  </a:lnTo>
                  <a:lnTo>
                    <a:pt x="667131" y="97726"/>
                  </a:lnTo>
                  <a:lnTo>
                    <a:pt x="670179" y="99250"/>
                  </a:lnTo>
                  <a:lnTo>
                    <a:pt x="674751" y="99250"/>
                  </a:lnTo>
                  <a:lnTo>
                    <a:pt x="679323" y="100774"/>
                  </a:lnTo>
                  <a:lnTo>
                    <a:pt x="693039" y="100774"/>
                  </a:lnTo>
                  <a:lnTo>
                    <a:pt x="699223" y="99250"/>
                  </a:lnTo>
                  <a:lnTo>
                    <a:pt x="705319" y="94678"/>
                  </a:lnTo>
                  <a:lnTo>
                    <a:pt x="709891" y="90106"/>
                  </a:lnTo>
                  <a:lnTo>
                    <a:pt x="711415" y="85534"/>
                  </a:lnTo>
                  <a:lnTo>
                    <a:pt x="711415" y="71729"/>
                  </a:lnTo>
                  <a:close/>
                </a:path>
                <a:path w="743585" h="354329">
                  <a:moveTo>
                    <a:pt x="743508" y="90106"/>
                  </a:moveTo>
                  <a:lnTo>
                    <a:pt x="741984" y="87058"/>
                  </a:lnTo>
                  <a:lnTo>
                    <a:pt x="738936" y="84010"/>
                  </a:lnTo>
                  <a:lnTo>
                    <a:pt x="729792" y="84010"/>
                  </a:lnTo>
                  <a:lnTo>
                    <a:pt x="726744" y="87058"/>
                  </a:lnTo>
                  <a:lnTo>
                    <a:pt x="726744" y="96202"/>
                  </a:lnTo>
                  <a:lnTo>
                    <a:pt x="729792" y="99250"/>
                  </a:lnTo>
                  <a:lnTo>
                    <a:pt x="732840" y="100774"/>
                  </a:lnTo>
                  <a:lnTo>
                    <a:pt x="734364" y="100774"/>
                  </a:lnTo>
                  <a:lnTo>
                    <a:pt x="737412" y="100774"/>
                  </a:lnTo>
                  <a:lnTo>
                    <a:pt x="743508" y="94678"/>
                  </a:lnTo>
                  <a:lnTo>
                    <a:pt x="743508" y="90106"/>
                  </a:lnTo>
                  <a:close/>
                </a:path>
              </a:pathLst>
            </a:custGeom>
            <a:solidFill>
              <a:srgbClr val="232323"/>
            </a:solidFill>
          </p:spPr>
          <p:txBody>
            <a:bodyPr wrap="square" lIns="0" tIns="0" rIns="0" bIns="0" rtlCol="0"/>
            <a:lstStyle/>
            <a:p>
              <a:endParaRPr/>
            </a:p>
          </p:txBody>
        </p:sp>
        <p:pic>
          <p:nvPicPr>
            <p:cNvPr id="61" name="object 61"/>
            <p:cNvPicPr/>
            <p:nvPr/>
          </p:nvPicPr>
          <p:blipFill>
            <a:blip r:embed="rId41" cstate="print"/>
            <a:stretch>
              <a:fillRect/>
            </a:stretch>
          </p:blipFill>
          <p:spPr>
            <a:xfrm>
              <a:off x="1851374" y="3865245"/>
              <a:ext cx="348138" cy="112871"/>
            </a:xfrm>
            <a:prstGeom prst="rect">
              <a:avLst/>
            </a:prstGeom>
          </p:spPr>
        </p:pic>
        <p:sp>
          <p:nvSpPr>
            <p:cNvPr id="62" name="object 62"/>
            <p:cNvSpPr/>
            <p:nvPr/>
          </p:nvSpPr>
          <p:spPr>
            <a:xfrm>
              <a:off x="2223897" y="3863721"/>
              <a:ext cx="12700" cy="113030"/>
            </a:xfrm>
            <a:custGeom>
              <a:avLst/>
              <a:gdLst/>
              <a:ahLst/>
              <a:cxnLst/>
              <a:rect l="l" t="t" r="r" b="b"/>
              <a:pathLst>
                <a:path w="12700" h="113029">
                  <a:moveTo>
                    <a:pt x="12287" y="112871"/>
                  </a:moveTo>
                  <a:lnTo>
                    <a:pt x="0" y="112871"/>
                  </a:lnTo>
                  <a:lnTo>
                    <a:pt x="0" y="0"/>
                  </a:lnTo>
                  <a:lnTo>
                    <a:pt x="12287" y="0"/>
                  </a:lnTo>
                  <a:lnTo>
                    <a:pt x="12287" y="112871"/>
                  </a:lnTo>
                  <a:close/>
                </a:path>
              </a:pathLst>
            </a:custGeom>
            <a:solidFill>
              <a:srgbClr val="232323"/>
            </a:solidFill>
          </p:spPr>
          <p:txBody>
            <a:bodyPr wrap="square" lIns="0" tIns="0" rIns="0" bIns="0" rtlCol="0"/>
            <a:lstStyle/>
            <a:p>
              <a:endParaRPr/>
            </a:p>
          </p:txBody>
        </p:sp>
        <p:pic>
          <p:nvPicPr>
            <p:cNvPr id="63" name="object 63"/>
            <p:cNvPicPr/>
            <p:nvPr/>
          </p:nvPicPr>
          <p:blipFill>
            <a:blip r:embed="rId42" cstate="print"/>
            <a:stretch>
              <a:fillRect/>
            </a:stretch>
          </p:blipFill>
          <p:spPr>
            <a:xfrm>
              <a:off x="2301811" y="3862197"/>
              <a:ext cx="3723798" cy="149447"/>
            </a:xfrm>
            <a:prstGeom prst="rect">
              <a:avLst/>
            </a:prstGeom>
          </p:spPr>
        </p:pic>
        <p:sp>
          <p:nvSpPr>
            <p:cNvPr id="64" name="object 64"/>
            <p:cNvSpPr/>
            <p:nvPr/>
          </p:nvSpPr>
          <p:spPr>
            <a:xfrm>
              <a:off x="1405597" y="3961358"/>
              <a:ext cx="4657090" cy="271780"/>
            </a:xfrm>
            <a:custGeom>
              <a:avLst/>
              <a:gdLst/>
              <a:ahLst/>
              <a:cxnLst/>
              <a:rect l="l" t="t" r="r" b="b"/>
              <a:pathLst>
                <a:path w="4657090" h="271779">
                  <a:moveTo>
                    <a:pt x="38188" y="247180"/>
                  </a:moveTo>
                  <a:lnTo>
                    <a:pt x="36664" y="242608"/>
                  </a:lnTo>
                  <a:lnTo>
                    <a:pt x="32004" y="239560"/>
                  </a:lnTo>
                  <a:lnTo>
                    <a:pt x="28956" y="234988"/>
                  </a:lnTo>
                  <a:lnTo>
                    <a:pt x="24384" y="233464"/>
                  </a:lnTo>
                  <a:lnTo>
                    <a:pt x="13716" y="233464"/>
                  </a:lnTo>
                  <a:lnTo>
                    <a:pt x="9144" y="234988"/>
                  </a:lnTo>
                  <a:lnTo>
                    <a:pt x="6096" y="239560"/>
                  </a:lnTo>
                  <a:lnTo>
                    <a:pt x="1524" y="242608"/>
                  </a:lnTo>
                  <a:lnTo>
                    <a:pt x="0" y="247180"/>
                  </a:lnTo>
                  <a:lnTo>
                    <a:pt x="0" y="257848"/>
                  </a:lnTo>
                  <a:lnTo>
                    <a:pt x="1524" y="262509"/>
                  </a:lnTo>
                  <a:lnTo>
                    <a:pt x="6096" y="265557"/>
                  </a:lnTo>
                  <a:lnTo>
                    <a:pt x="9144" y="270129"/>
                  </a:lnTo>
                  <a:lnTo>
                    <a:pt x="13716" y="271653"/>
                  </a:lnTo>
                  <a:lnTo>
                    <a:pt x="19812" y="271653"/>
                  </a:lnTo>
                  <a:lnTo>
                    <a:pt x="24384" y="271653"/>
                  </a:lnTo>
                  <a:lnTo>
                    <a:pt x="28956" y="270129"/>
                  </a:lnTo>
                  <a:lnTo>
                    <a:pt x="32004" y="265557"/>
                  </a:lnTo>
                  <a:lnTo>
                    <a:pt x="36664" y="262509"/>
                  </a:lnTo>
                  <a:lnTo>
                    <a:pt x="38188" y="257848"/>
                  </a:lnTo>
                  <a:lnTo>
                    <a:pt x="38188" y="247180"/>
                  </a:lnTo>
                  <a:close/>
                </a:path>
                <a:path w="4657090" h="271779">
                  <a:moveTo>
                    <a:pt x="4656582" y="6096"/>
                  </a:moveTo>
                  <a:lnTo>
                    <a:pt x="4650486" y="0"/>
                  </a:lnTo>
                  <a:lnTo>
                    <a:pt x="4645914" y="0"/>
                  </a:lnTo>
                  <a:lnTo>
                    <a:pt x="4642866" y="1524"/>
                  </a:lnTo>
                  <a:lnTo>
                    <a:pt x="4639818" y="4572"/>
                  </a:lnTo>
                  <a:lnTo>
                    <a:pt x="4639818" y="13716"/>
                  </a:lnTo>
                  <a:lnTo>
                    <a:pt x="4642866" y="16764"/>
                  </a:lnTo>
                  <a:lnTo>
                    <a:pt x="4647438" y="16764"/>
                  </a:lnTo>
                  <a:lnTo>
                    <a:pt x="4652010" y="16764"/>
                  </a:lnTo>
                  <a:lnTo>
                    <a:pt x="4655058" y="13716"/>
                  </a:lnTo>
                  <a:lnTo>
                    <a:pt x="4656582" y="10668"/>
                  </a:lnTo>
                  <a:lnTo>
                    <a:pt x="4656582" y="6096"/>
                  </a:lnTo>
                  <a:close/>
                </a:path>
              </a:pathLst>
            </a:custGeom>
            <a:solidFill>
              <a:srgbClr val="232323"/>
            </a:solidFill>
          </p:spPr>
          <p:txBody>
            <a:bodyPr wrap="square" lIns="0" tIns="0" rIns="0" bIns="0" rtlCol="0"/>
            <a:lstStyle/>
            <a:p>
              <a:endParaRPr/>
            </a:p>
          </p:txBody>
        </p:sp>
        <p:pic>
          <p:nvPicPr>
            <p:cNvPr id="65" name="object 65"/>
            <p:cNvPicPr/>
            <p:nvPr/>
          </p:nvPicPr>
          <p:blipFill>
            <a:blip r:embed="rId43" cstate="print"/>
            <a:stretch>
              <a:fillRect/>
            </a:stretch>
          </p:blipFill>
          <p:spPr>
            <a:xfrm>
              <a:off x="1596390" y="4150518"/>
              <a:ext cx="2935985" cy="148113"/>
            </a:xfrm>
            <a:prstGeom prst="rect">
              <a:avLst/>
            </a:prstGeom>
          </p:spPr>
        </p:pic>
        <p:sp>
          <p:nvSpPr>
            <p:cNvPr id="66" name="object 66"/>
            <p:cNvSpPr/>
            <p:nvPr/>
          </p:nvSpPr>
          <p:spPr>
            <a:xfrm>
              <a:off x="1663636" y="4481798"/>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67" name="object 67"/>
            <p:cNvPicPr/>
            <p:nvPr/>
          </p:nvPicPr>
          <p:blipFill>
            <a:blip r:embed="rId44" cstate="print"/>
            <a:stretch>
              <a:fillRect/>
            </a:stretch>
          </p:blipFill>
          <p:spPr>
            <a:xfrm>
              <a:off x="1865185" y="4434459"/>
              <a:ext cx="3761898" cy="349472"/>
            </a:xfrm>
            <a:prstGeom prst="rect">
              <a:avLst/>
            </a:prstGeom>
          </p:spPr>
        </p:pic>
        <p:pic>
          <p:nvPicPr>
            <p:cNvPr id="68" name="object 68"/>
            <p:cNvPicPr/>
            <p:nvPr/>
          </p:nvPicPr>
          <p:blipFill>
            <a:blip r:embed="rId45" cstate="print"/>
            <a:stretch>
              <a:fillRect/>
            </a:stretch>
          </p:blipFill>
          <p:spPr>
            <a:xfrm>
              <a:off x="5692807" y="4442079"/>
              <a:ext cx="109918" cy="106775"/>
            </a:xfrm>
            <a:prstGeom prst="rect">
              <a:avLst/>
            </a:prstGeom>
          </p:spPr>
        </p:pic>
        <p:pic>
          <p:nvPicPr>
            <p:cNvPr id="69" name="object 69"/>
            <p:cNvPicPr/>
            <p:nvPr/>
          </p:nvPicPr>
          <p:blipFill>
            <a:blip r:embed="rId46" cstate="print"/>
            <a:stretch>
              <a:fillRect/>
            </a:stretch>
          </p:blipFill>
          <p:spPr>
            <a:xfrm>
              <a:off x="5822537" y="4449698"/>
              <a:ext cx="261080" cy="100679"/>
            </a:xfrm>
            <a:prstGeom prst="rect">
              <a:avLst/>
            </a:prstGeom>
          </p:spPr>
        </p:pic>
        <p:sp>
          <p:nvSpPr>
            <p:cNvPr id="70" name="object 70"/>
            <p:cNvSpPr/>
            <p:nvPr/>
          </p:nvSpPr>
          <p:spPr>
            <a:xfrm>
              <a:off x="1663636" y="4977765"/>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71" name="object 71"/>
            <p:cNvPicPr/>
            <p:nvPr/>
          </p:nvPicPr>
          <p:blipFill>
            <a:blip r:embed="rId47" cstate="print"/>
            <a:stretch>
              <a:fillRect/>
            </a:stretch>
          </p:blipFill>
          <p:spPr>
            <a:xfrm>
              <a:off x="1854422" y="4930425"/>
              <a:ext cx="4178807" cy="349472"/>
            </a:xfrm>
            <a:prstGeom prst="rect">
              <a:avLst/>
            </a:prstGeom>
          </p:spPr>
        </p:pic>
        <p:pic>
          <p:nvPicPr>
            <p:cNvPr id="72" name="object 72"/>
            <p:cNvPicPr/>
            <p:nvPr/>
          </p:nvPicPr>
          <p:blipFill>
            <a:blip r:embed="rId48" cstate="print"/>
            <a:stretch>
              <a:fillRect/>
            </a:stretch>
          </p:blipFill>
          <p:spPr>
            <a:xfrm>
              <a:off x="1343025" y="5511831"/>
              <a:ext cx="134302" cy="137350"/>
            </a:xfrm>
            <a:prstGeom prst="rect">
              <a:avLst/>
            </a:prstGeom>
          </p:spPr>
        </p:pic>
        <p:pic>
          <p:nvPicPr>
            <p:cNvPr id="73" name="object 73"/>
            <p:cNvPicPr/>
            <p:nvPr/>
          </p:nvPicPr>
          <p:blipFill>
            <a:blip r:embed="rId49" cstate="print"/>
            <a:stretch>
              <a:fillRect/>
            </a:stretch>
          </p:blipFill>
          <p:spPr>
            <a:xfrm>
              <a:off x="1546002" y="5511832"/>
              <a:ext cx="355758" cy="135921"/>
            </a:xfrm>
            <a:prstGeom prst="rect">
              <a:avLst/>
            </a:prstGeom>
          </p:spPr>
        </p:pic>
        <p:pic>
          <p:nvPicPr>
            <p:cNvPr id="74" name="object 74"/>
            <p:cNvPicPr/>
            <p:nvPr/>
          </p:nvPicPr>
          <p:blipFill>
            <a:blip r:embed="rId50" cstate="print"/>
            <a:stretch>
              <a:fillRect/>
            </a:stretch>
          </p:blipFill>
          <p:spPr>
            <a:xfrm>
              <a:off x="1965864" y="5502687"/>
              <a:ext cx="1522285" cy="145065"/>
            </a:xfrm>
            <a:prstGeom prst="rect">
              <a:avLst/>
            </a:prstGeom>
          </p:spPr>
        </p:pic>
        <p:sp>
          <p:nvSpPr>
            <p:cNvPr id="75" name="object 75"/>
            <p:cNvSpPr/>
            <p:nvPr/>
          </p:nvSpPr>
          <p:spPr>
            <a:xfrm>
              <a:off x="1405604" y="5855303"/>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76" name="object 76"/>
            <p:cNvPicPr/>
            <p:nvPr/>
          </p:nvPicPr>
          <p:blipFill>
            <a:blip r:embed="rId51" cstate="print"/>
            <a:stretch>
              <a:fillRect/>
            </a:stretch>
          </p:blipFill>
          <p:spPr>
            <a:xfrm>
              <a:off x="1596390" y="5809393"/>
              <a:ext cx="1349692" cy="149637"/>
            </a:xfrm>
            <a:prstGeom prst="rect">
              <a:avLst/>
            </a:prstGeom>
          </p:spPr>
        </p:pic>
        <p:sp>
          <p:nvSpPr>
            <p:cNvPr id="77" name="object 77"/>
            <p:cNvSpPr/>
            <p:nvPr/>
          </p:nvSpPr>
          <p:spPr>
            <a:xfrm>
              <a:off x="1663636" y="5809487"/>
              <a:ext cx="2128520" cy="369570"/>
            </a:xfrm>
            <a:custGeom>
              <a:avLst/>
              <a:gdLst/>
              <a:ahLst/>
              <a:cxnLst/>
              <a:rect l="l" t="t" r="r" b="b"/>
              <a:pathLst>
                <a:path w="2128520" h="369570">
                  <a:moveTo>
                    <a:pt x="38100" y="344906"/>
                  </a:moveTo>
                  <a:lnTo>
                    <a:pt x="35052" y="340334"/>
                  </a:lnTo>
                  <a:lnTo>
                    <a:pt x="32004" y="337286"/>
                  </a:lnTo>
                  <a:lnTo>
                    <a:pt x="28956" y="332714"/>
                  </a:lnTo>
                  <a:lnTo>
                    <a:pt x="24384" y="331190"/>
                  </a:lnTo>
                  <a:lnTo>
                    <a:pt x="13716" y="331190"/>
                  </a:lnTo>
                  <a:lnTo>
                    <a:pt x="9144" y="332714"/>
                  </a:lnTo>
                  <a:lnTo>
                    <a:pt x="6096" y="337286"/>
                  </a:lnTo>
                  <a:lnTo>
                    <a:pt x="1524" y="340334"/>
                  </a:lnTo>
                  <a:lnTo>
                    <a:pt x="0" y="344906"/>
                  </a:lnTo>
                  <a:lnTo>
                    <a:pt x="0" y="355574"/>
                  </a:lnTo>
                  <a:lnTo>
                    <a:pt x="1524" y="360146"/>
                  </a:lnTo>
                  <a:lnTo>
                    <a:pt x="6096" y="363194"/>
                  </a:lnTo>
                  <a:lnTo>
                    <a:pt x="9144" y="367766"/>
                  </a:lnTo>
                  <a:lnTo>
                    <a:pt x="13716" y="369290"/>
                  </a:lnTo>
                  <a:lnTo>
                    <a:pt x="18288" y="369290"/>
                  </a:lnTo>
                  <a:lnTo>
                    <a:pt x="24384" y="369290"/>
                  </a:lnTo>
                  <a:lnTo>
                    <a:pt x="28956" y="367766"/>
                  </a:lnTo>
                  <a:lnTo>
                    <a:pt x="32004" y="363194"/>
                  </a:lnTo>
                  <a:lnTo>
                    <a:pt x="35052" y="360146"/>
                  </a:lnTo>
                  <a:lnTo>
                    <a:pt x="38100" y="355574"/>
                  </a:lnTo>
                  <a:lnTo>
                    <a:pt x="38100" y="344906"/>
                  </a:lnTo>
                  <a:close/>
                </a:path>
                <a:path w="2128520" h="369570">
                  <a:moveTo>
                    <a:pt x="1433601" y="112877"/>
                  </a:moveTo>
                  <a:lnTo>
                    <a:pt x="1416837" y="82397"/>
                  </a:lnTo>
                  <a:lnTo>
                    <a:pt x="1413789" y="79349"/>
                  </a:lnTo>
                  <a:lnTo>
                    <a:pt x="1412265" y="76301"/>
                  </a:lnTo>
                  <a:lnTo>
                    <a:pt x="1409217" y="73253"/>
                  </a:lnTo>
                  <a:lnTo>
                    <a:pt x="1406169" y="70205"/>
                  </a:lnTo>
                  <a:lnTo>
                    <a:pt x="1403032" y="67157"/>
                  </a:lnTo>
                  <a:lnTo>
                    <a:pt x="1399984" y="67157"/>
                  </a:lnTo>
                  <a:lnTo>
                    <a:pt x="1407693" y="64020"/>
                  </a:lnTo>
                  <a:lnTo>
                    <a:pt x="1413789" y="59448"/>
                  </a:lnTo>
                  <a:lnTo>
                    <a:pt x="1416837" y="54876"/>
                  </a:lnTo>
                  <a:lnTo>
                    <a:pt x="1421409" y="50304"/>
                  </a:lnTo>
                  <a:lnTo>
                    <a:pt x="1422933" y="44208"/>
                  </a:lnTo>
                  <a:lnTo>
                    <a:pt x="1422933" y="25920"/>
                  </a:lnTo>
                  <a:lnTo>
                    <a:pt x="1422323" y="24396"/>
                  </a:lnTo>
                  <a:lnTo>
                    <a:pt x="1419885" y="18300"/>
                  </a:lnTo>
                  <a:lnTo>
                    <a:pt x="1413789" y="13728"/>
                  </a:lnTo>
                  <a:lnTo>
                    <a:pt x="1408391" y="10604"/>
                  </a:lnTo>
                  <a:lnTo>
                    <a:pt x="1401546" y="8204"/>
                  </a:lnTo>
                  <a:lnTo>
                    <a:pt x="1398460" y="7607"/>
                  </a:lnTo>
                  <a:lnTo>
                    <a:pt x="1398460" y="33540"/>
                  </a:lnTo>
                  <a:lnTo>
                    <a:pt x="1398460" y="44208"/>
                  </a:lnTo>
                  <a:lnTo>
                    <a:pt x="1396936" y="47256"/>
                  </a:lnTo>
                  <a:lnTo>
                    <a:pt x="1390840" y="53352"/>
                  </a:lnTo>
                  <a:lnTo>
                    <a:pt x="1386268" y="54876"/>
                  </a:lnTo>
                  <a:lnTo>
                    <a:pt x="1371028" y="54876"/>
                  </a:lnTo>
                  <a:lnTo>
                    <a:pt x="1371028" y="24396"/>
                  </a:lnTo>
                  <a:lnTo>
                    <a:pt x="1387792" y="24396"/>
                  </a:lnTo>
                  <a:lnTo>
                    <a:pt x="1393888" y="27444"/>
                  </a:lnTo>
                  <a:lnTo>
                    <a:pt x="1396936" y="30492"/>
                  </a:lnTo>
                  <a:lnTo>
                    <a:pt x="1398460" y="33540"/>
                  </a:lnTo>
                  <a:lnTo>
                    <a:pt x="1398460" y="7607"/>
                  </a:lnTo>
                  <a:lnTo>
                    <a:pt x="1393558" y="6654"/>
                  </a:lnTo>
                  <a:lnTo>
                    <a:pt x="1384744" y="6108"/>
                  </a:lnTo>
                  <a:lnTo>
                    <a:pt x="1346542" y="6108"/>
                  </a:lnTo>
                  <a:lnTo>
                    <a:pt x="1346542" y="112877"/>
                  </a:lnTo>
                  <a:lnTo>
                    <a:pt x="1371028" y="112877"/>
                  </a:lnTo>
                  <a:lnTo>
                    <a:pt x="1371028" y="73253"/>
                  </a:lnTo>
                  <a:lnTo>
                    <a:pt x="1380172" y="73253"/>
                  </a:lnTo>
                  <a:lnTo>
                    <a:pt x="1383220" y="74777"/>
                  </a:lnTo>
                  <a:lnTo>
                    <a:pt x="1384744" y="77825"/>
                  </a:lnTo>
                  <a:lnTo>
                    <a:pt x="1387792" y="79349"/>
                  </a:lnTo>
                  <a:lnTo>
                    <a:pt x="1389316" y="82397"/>
                  </a:lnTo>
                  <a:lnTo>
                    <a:pt x="1392364" y="86969"/>
                  </a:lnTo>
                  <a:lnTo>
                    <a:pt x="1406169" y="112877"/>
                  </a:lnTo>
                  <a:lnTo>
                    <a:pt x="1433601" y="112877"/>
                  </a:lnTo>
                  <a:close/>
                </a:path>
                <a:path w="2128520" h="369570">
                  <a:moveTo>
                    <a:pt x="1508366" y="73253"/>
                  </a:moveTo>
                  <a:lnTo>
                    <a:pt x="1507959" y="67157"/>
                  </a:lnTo>
                  <a:lnTo>
                    <a:pt x="1507782" y="64389"/>
                  </a:lnTo>
                  <a:lnTo>
                    <a:pt x="1505889" y="56400"/>
                  </a:lnTo>
                  <a:lnTo>
                    <a:pt x="1502930" y="50304"/>
                  </a:lnTo>
                  <a:lnTo>
                    <a:pt x="1502587" y="49580"/>
                  </a:lnTo>
                  <a:lnTo>
                    <a:pt x="1497698" y="44208"/>
                  </a:lnTo>
                  <a:lnTo>
                    <a:pt x="1492821" y="40208"/>
                  </a:lnTo>
                  <a:lnTo>
                    <a:pt x="1487220" y="37350"/>
                  </a:lnTo>
                  <a:lnTo>
                    <a:pt x="1485506" y="36906"/>
                  </a:lnTo>
                  <a:lnTo>
                    <a:pt x="1485506" y="57924"/>
                  </a:lnTo>
                  <a:lnTo>
                    <a:pt x="1485506" y="67157"/>
                  </a:lnTo>
                  <a:lnTo>
                    <a:pt x="1458074" y="67157"/>
                  </a:lnTo>
                  <a:lnTo>
                    <a:pt x="1458074" y="62496"/>
                  </a:lnTo>
                  <a:lnTo>
                    <a:pt x="1461122" y="57924"/>
                  </a:lnTo>
                  <a:lnTo>
                    <a:pt x="1462646" y="54876"/>
                  </a:lnTo>
                  <a:lnTo>
                    <a:pt x="1465694" y="51828"/>
                  </a:lnTo>
                  <a:lnTo>
                    <a:pt x="1468742" y="50304"/>
                  </a:lnTo>
                  <a:lnTo>
                    <a:pt x="1477886" y="50304"/>
                  </a:lnTo>
                  <a:lnTo>
                    <a:pt x="1480934" y="51828"/>
                  </a:lnTo>
                  <a:lnTo>
                    <a:pt x="1482458" y="54876"/>
                  </a:lnTo>
                  <a:lnTo>
                    <a:pt x="1485506" y="57924"/>
                  </a:lnTo>
                  <a:lnTo>
                    <a:pt x="1485506" y="36906"/>
                  </a:lnTo>
                  <a:lnTo>
                    <a:pt x="1480769" y="35636"/>
                  </a:lnTo>
                  <a:lnTo>
                    <a:pt x="1473314" y="35064"/>
                  </a:lnTo>
                  <a:lnTo>
                    <a:pt x="1465592" y="35890"/>
                  </a:lnTo>
                  <a:lnTo>
                    <a:pt x="1435722" y="67652"/>
                  </a:lnTo>
                  <a:lnTo>
                    <a:pt x="1435125" y="76301"/>
                  </a:lnTo>
                  <a:lnTo>
                    <a:pt x="1435722" y="84899"/>
                  </a:lnTo>
                  <a:lnTo>
                    <a:pt x="1464729" y="113830"/>
                  </a:lnTo>
                  <a:lnTo>
                    <a:pt x="1473314" y="114401"/>
                  </a:lnTo>
                  <a:lnTo>
                    <a:pt x="1487030" y="114401"/>
                  </a:lnTo>
                  <a:lnTo>
                    <a:pt x="1491602" y="112877"/>
                  </a:lnTo>
                  <a:lnTo>
                    <a:pt x="1497698" y="109829"/>
                  </a:lnTo>
                  <a:lnTo>
                    <a:pt x="1502270" y="106781"/>
                  </a:lnTo>
                  <a:lnTo>
                    <a:pt x="1508366" y="103733"/>
                  </a:lnTo>
                  <a:lnTo>
                    <a:pt x="1503629" y="97637"/>
                  </a:lnTo>
                  <a:lnTo>
                    <a:pt x="1497698" y="90017"/>
                  </a:lnTo>
                  <a:lnTo>
                    <a:pt x="1494650" y="93065"/>
                  </a:lnTo>
                  <a:lnTo>
                    <a:pt x="1490078" y="94589"/>
                  </a:lnTo>
                  <a:lnTo>
                    <a:pt x="1487030" y="96113"/>
                  </a:lnTo>
                  <a:lnTo>
                    <a:pt x="1482458" y="97637"/>
                  </a:lnTo>
                  <a:lnTo>
                    <a:pt x="1471790" y="97637"/>
                  </a:lnTo>
                  <a:lnTo>
                    <a:pt x="1467218" y="96113"/>
                  </a:lnTo>
                  <a:lnTo>
                    <a:pt x="1464170" y="94589"/>
                  </a:lnTo>
                  <a:lnTo>
                    <a:pt x="1461122" y="91541"/>
                  </a:lnTo>
                  <a:lnTo>
                    <a:pt x="1458074" y="86969"/>
                  </a:lnTo>
                  <a:lnTo>
                    <a:pt x="1458074" y="82397"/>
                  </a:lnTo>
                  <a:lnTo>
                    <a:pt x="1508366" y="82397"/>
                  </a:lnTo>
                  <a:lnTo>
                    <a:pt x="1508366" y="73253"/>
                  </a:lnTo>
                  <a:close/>
                </a:path>
                <a:path w="2128520" h="369570">
                  <a:moveTo>
                    <a:pt x="1601520" y="73152"/>
                  </a:moveTo>
                  <a:lnTo>
                    <a:pt x="1580184" y="35052"/>
                  </a:lnTo>
                  <a:lnTo>
                    <a:pt x="1577136" y="35052"/>
                  </a:lnTo>
                  <a:lnTo>
                    <a:pt x="1577136" y="67056"/>
                  </a:lnTo>
                  <a:lnTo>
                    <a:pt x="1577136" y="80772"/>
                  </a:lnTo>
                  <a:lnTo>
                    <a:pt x="1575612" y="86969"/>
                  </a:lnTo>
                  <a:lnTo>
                    <a:pt x="1572564" y="91541"/>
                  </a:lnTo>
                  <a:lnTo>
                    <a:pt x="1566468" y="97637"/>
                  </a:lnTo>
                  <a:lnTo>
                    <a:pt x="1555711" y="97637"/>
                  </a:lnTo>
                  <a:lnTo>
                    <a:pt x="1552663" y="96113"/>
                  </a:lnTo>
                  <a:lnTo>
                    <a:pt x="1549615" y="91541"/>
                  </a:lnTo>
                  <a:lnTo>
                    <a:pt x="1546567" y="88493"/>
                  </a:lnTo>
                  <a:lnTo>
                    <a:pt x="1545043" y="83820"/>
                  </a:lnTo>
                  <a:lnTo>
                    <a:pt x="1545043" y="67056"/>
                  </a:lnTo>
                  <a:lnTo>
                    <a:pt x="1546567" y="62484"/>
                  </a:lnTo>
                  <a:lnTo>
                    <a:pt x="1549615" y="57912"/>
                  </a:lnTo>
                  <a:lnTo>
                    <a:pt x="1552663" y="54864"/>
                  </a:lnTo>
                  <a:lnTo>
                    <a:pt x="1557235" y="53340"/>
                  </a:lnTo>
                  <a:lnTo>
                    <a:pt x="1566468" y="53340"/>
                  </a:lnTo>
                  <a:lnTo>
                    <a:pt x="1571040" y="54864"/>
                  </a:lnTo>
                  <a:lnTo>
                    <a:pt x="1574088" y="57912"/>
                  </a:lnTo>
                  <a:lnTo>
                    <a:pt x="1575612" y="60960"/>
                  </a:lnTo>
                  <a:lnTo>
                    <a:pt x="1577136" y="67056"/>
                  </a:lnTo>
                  <a:lnTo>
                    <a:pt x="1577136" y="35052"/>
                  </a:lnTo>
                  <a:lnTo>
                    <a:pt x="1564944" y="35052"/>
                  </a:lnTo>
                  <a:lnTo>
                    <a:pt x="1555711" y="38100"/>
                  </a:lnTo>
                  <a:lnTo>
                    <a:pt x="1552663" y="41148"/>
                  </a:lnTo>
                  <a:lnTo>
                    <a:pt x="1548091" y="44196"/>
                  </a:lnTo>
                  <a:lnTo>
                    <a:pt x="1546567" y="48768"/>
                  </a:lnTo>
                  <a:lnTo>
                    <a:pt x="1545043" y="48768"/>
                  </a:lnTo>
                  <a:lnTo>
                    <a:pt x="1545043" y="36576"/>
                  </a:lnTo>
                  <a:lnTo>
                    <a:pt x="1522183" y="36576"/>
                  </a:lnTo>
                  <a:lnTo>
                    <a:pt x="1522183" y="147929"/>
                  </a:lnTo>
                  <a:lnTo>
                    <a:pt x="1545043" y="147929"/>
                  </a:lnTo>
                  <a:lnTo>
                    <a:pt x="1545043" y="103733"/>
                  </a:lnTo>
                  <a:lnTo>
                    <a:pt x="1546567" y="103733"/>
                  </a:lnTo>
                  <a:lnTo>
                    <a:pt x="1548091" y="108305"/>
                  </a:lnTo>
                  <a:lnTo>
                    <a:pt x="1551139" y="111353"/>
                  </a:lnTo>
                  <a:lnTo>
                    <a:pt x="1554187" y="112877"/>
                  </a:lnTo>
                  <a:lnTo>
                    <a:pt x="1558759" y="114401"/>
                  </a:lnTo>
                  <a:lnTo>
                    <a:pt x="1566468" y="114401"/>
                  </a:lnTo>
                  <a:lnTo>
                    <a:pt x="1596263" y="97637"/>
                  </a:lnTo>
                  <a:lnTo>
                    <a:pt x="1596377" y="97459"/>
                  </a:lnTo>
                  <a:lnTo>
                    <a:pt x="1599234" y="90157"/>
                  </a:lnTo>
                  <a:lnTo>
                    <a:pt x="1600949" y="82003"/>
                  </a:lnTo>
                  <a:lnTo>
                    <a:pt x="1601038" y="80772"/>
                  </a:lnTo>
                  <a:lnTo>
                    <a:pt x="1601520" y="73152"/>
                  </a:lnTo>
                  <a:close/>
                </a:path>
                <a:path w="2128520" h="369570">
                  <a:moveTo>
                    <a:pt x="1639722" y="0"/>
                  </a:moveTo>
                  <a:lnTo>
                    <a:pt x="1616862" y="0"/>
                  </a:lnTo>
                  <a:lnTo>
                    <a:pt x="1616862" y="112877"/>
                  </a:lnTo>
                  <a:lnTo>
                    <a:pt x="1639722" y="112877"/>
                  </a:lnTo>
                  <a:lnTo>
                    <a:pt x="1639722" y="0"/>
                  </a:lnTo>
                  <a:close/>
                </a:path>
                <a:path w="2128520" h="369570">
                  <a:moveTo>
                    <a:pt x="1684007" y="36588"/>
                  </a:moveTo>
                  <a:lnTo>
                    <a:pt x="1659534" y="36588"/>
                  </a:lnTo>
                  <a:lnTo>
                    <a:pt x="1659534" y="112877"/>
                  </a:lnTo>
                  <a:lnTo>
                    <a:pt x="1684007" y="112877"/>
                  </a:lnTo>
                  <a:lnTo>
                    <a:pt x="1684007" y="36588"/>
                  </a:lnTo>
                  <a:close/>
                </a:path>
                <a:path w="2128520" h="369570">
                  <a:moveTo>
                    <a:pt x="1685531" y="9156"/>
                  </a:moveTo>
                  <a:lnTo>
                    <a:pt x="1684007" y="6108"/>
                  </a:lnTo>
                  <a:lnTo>
                    <a:pt x="1679435" y="1536"/>
                  </a:lnTo>
                  <a:lnTo>
                    <a:pt x="1676387" y="12"/>
                  </a:lnTo>
                  <a:lnTo>
                    <a:pt x="1667243" y="12"/>
                  </a:lnTo>
                  <a:lnTo>
                    <a:pt x="1664195" y="1536"/>
                  </a:lnTo>
                  <a:lnTo>
                    <a:pt x="1661147" y="4584"/>
                  </a:lnTo>
                  <a:lnTo>
                    <a:pt x="1659534" y="6108"/>
                  </a:lnTo>
                  <a:lnTo>
                    <a:pt x="1658010" y="9156"/>
                  </a:lnTo>
                  <a:lnTo>
                    <a:pt x="1658010" y="16776"/>
                  </a:lnTo>
                  <a:lnTo>
                    <a:pt x="1659534" y="19824"/>
                  </a:lnTo>
                  <a:lnTo>
                    <a:pt x="1661147" y="22872"/>
                  </a:lnTo>
                  <a:lnTo>
                    <a:pt x="1664195" y="25920"/>
                  </a:lnTo>
                  <a:lnTo>
                    <a:pt x="1679435" y="25920"/>
                  </a:lnTo>
                  <a:lnTo>
                    <a:pt x="1682483" y="22872"/>
                  </a:lnTo>
                  <a:lnTo>
                    <a:pt x="1685531" y="16776"/>
                  </a:lnTo>
                  <a:lnTo>
                    <a:pt x="1685531" y="9156"/>
                  </a:lnTo>
                  <a:close/>
                </a:path>
                <a:path w="2128520" h="369570">
                  <a:moveTo>
                    <a:pt x="1764880" y="41148"/>
                  </a:moveTo>
                  <a:lnTo>
                    <a:pt x="1760308" y="39624"/>
                  </a:lnTo>
                  <a:lnTo>
                    <a:pt x="1754212" y="36576"/>
                  </a:lnTo>
                  <a:lnTo>
                    <a:pt x="1749640" y="35052"/>
                  </a:lnTo>
                  <a:lnTo>
                    <a:pt x="1740496" y="35052"/>
                  </a:lnTo>
                  <a:lnTo>
                    <a:pt x="1731645" y="35648"/>
                  </a:lnTo>
                  <a:lnTo>
                    <a:pt x="1701736" y="59258"/>
                  </a:lnTo>
                  <a:lnTo>
                    <a:pt x="1699260" y="76301"/>
                  </a:lnTo>
                  <a:lnTo>
                    <a:pt x="1699844" y="84874"/>
                  </a:lnTo>
                  <a:lnTo>
                    <a:pt x="1731010" y="113804"/>
                  </a:lnTo>
                  <a:lnTo>
                    <a:pt x="1740496" y="114401"/>
                  </a:lnTo>
                  <a:lnTo>
                    <a:pt x="1749640" y="114401"/>
                  </a:lnTo>
                  <a:lnTo>
                    <a:pt x="1752688" y="112877"/>
                  </a:lnTo>
                  <a:lnTo>
                    <a:pt x="1757260" y="112877"/>
                  </a:lnTo>
                  <a:lnTo>
                    <a:pt x="1760308" y="111353"/>
                  </a:lnTo>
                  <a:lnTo>
                    <a:pt x="1764880" y="108305"/>
                  </a:lnTo>
                  <a:lnTo>
                    <a:pt x="1755736" y="93065"/>
                  </a:lnTo>
                  <a:lnTo>
                    <a:pt x="1752688" y="94589"/>
                  </a:lnTo>
                  <a:lnTo>
                    <a:pt x="1751164" y="96113"/>
                  </a:lnTo>
                  <a:lnTo>
                    <a:pt x="1745068" y="96113"/>
                  </a:lnTo>
                  <a:lnTo>
                    <a:pt x="1743544" y="97637"/>
                  </a:lnTo>
                  <a:lnTo>
                    <a:pt x="1737448" y="97637"/>
                  </a:lnTo>
                  <a:lnTo>
                    <a:pt x="1728304" y="91541"/>
                  </a:lnTo>
                  <a:lnTo>
                    <a:pt x="1722208" y="82397"/>
                  </a:lnTo>
                  <a:lnTo>
                    <a:pt x="1722208" y="68681"/>
                  </a:lnTo>
                  <a:lnTo>
                    <a:pt x="1725256" y="62484"/>
                  </a:lnTo>
                  <a:lnTo>
                    <a:pt x="1728304" y="59436"/>
                  </a:lnTo>
                  <a:lnTo>
                    <a:pt x="1731352" y="54864"/>
                  </a:lnTo>
                  <a:lnTo>
                    <a:pt x="1735924" y="53340"/>
                  </a:lnTo>
                  <a:lnTo>
                    <a:pt x="1749640" y="53340"/>
                  </a:lnTo>
                  <a:lnTo>
                    <a:pt x="1751164" y="54864"/>
                  </a:lnTo>
                  <a:lnTo>
                    <a:pt x="1752688" y="54864"/>
                  </a:lnTo>
                  <a:lnTo>
                    <a:pt x="1755736" y="56388"/>
                  </a:lnTo>
                  <a:lnTo>
                    <a:pt x="1764880" y="41148"/>
                  </a:lnTo>
                  <a:close/>
                </a:path>
                <a:path w="2128520" h="369570">
                  <a:moveTo>
                    <a:pt x="1839747" y="77825"/>
                  </a:moveTo>
                  <a:lnTo>
                    <a:pt x="1839683" y="65633"/>
                  </a:lnTo>
                  <a:lnTo>
                    <a:pt x="1839607" y="64020"/>
                  </a:lnTo>
                  <a:lnTo>
                    <a:pt x="1839417" y="59651"/>
                  </a:lnTo>
                  <a:lnTo>
                    <a:pt x="1838223" y="53162"/>
                  </a:lnTo>
                  <a:lnTo>
                    <a:pt x="1837664" y="51828"/>
                  </a:lnTo>
                  <a:lnTo>
                    <a:pt x="1835886" y="47561"/>
                  </a:lnTo>
                  <a:lnTo>
                    <a:pt x="1807641" y="35064"/>
                  </a:lnTo>
                  <a:lnTo>
                    <a:pt x="1795449" y="35064"/>
                  </a:lnTo>
                  <a:lnTo>
                    <a:pt x="1790877" y="36588"/>
                  </a:lnTo>
                  <a:lnTo>
                    <a:pt x="1784781" y="38112"/>
                  </a:lnTo>
                  <a:lnTo>
                    <a:pt x="1780209" y="41160"/>
                  </a:lnTo>
                  <a:lnTo>
                    <a:pt x="1774113" y="44208"/>
                  </a:lnTo>
                  <a:lnTo>
                    <a:pt x="1783257" y="57924"/>
                  </a:lnTo>
                  <a:lnTo>
                    <a:pt x="1786305" y="54876"/>
                  </a:lnTo>
                  <a:lnTo>
                    <a:pt x="1790877" y="53352"/>
                  </a:lnTo>
                  <a:lnTo>
                    <a:pt x="1793925" y="53352"/>
                  </a:lnTo>
                  <a:lnTo>
                    <a:pt x="1798497" y="51828"/>
                  </a:lnTo>
                  <a:lnTo>
                    <a:pt x="1812213" y="51828"/>
                  </a:lnTo>
                  <a:lnTo>
                    <a:pt x="1815261" y="53352"/>
                  </a:lnTo>
                  <a:lnTo>
                    <a:pt x="1816785" y="56400"/>
                  </a:lnTo>
                  <a:lnTo>
                    <a:pt x="1818309" y="57924"/>
                  </a:lnTo>
                  <a:lnTo>
                    <a:pt x="1818309" y="64020"/>
                  </a:lnTo>
                  <a:lnTo>
                    <a:pt x="1818309" y="77825"/>
                  </a:lnTo>
                  <a:lnTo>
                    <a:pt x="1818309" y="86969"/>
                  </a:lnTo>
                  <a:lnTo>
                    <a:pt x="1816785" y="91541"/>
                  </a:lnTo>
                  <a:lnTo>
                    <a:pt x="1810689" y="97637"/>
                  </a:lnTo>
                  <a:lnTo>
                    <a:pt x="1807641" y="99161"/>
                  </a:lnTo>
                  <a:lnTo>
                    <a:pt x="1800021" y="99161"/>
                  </a:lnTo>
                  <a:lnTo>
                    <a:pt x="1796973" y="97637"/>
                  </a:lnTo>
                  <a:lnTo>
                    <a:pt x="1793925" y="94589"/>
                  </a:lnTo>
                  <a:lnTo>
                    <a:pt x="1792401" y="91541"/>
                  </a:lnTo>
                  <a:lnTo>
                    <a:pt x="1792401" y="86969"/>
                  </a:lnTo>
                  <a:lnTo>
                    <a:pt x="1793925" y="83921"/>
                  </a:lnTo>
                  <a:lnTo>
                    <a:pt x="1796973" y="80873"/>
                  </a:lnTo>
                  <a:lnTo>
                    <a:pt x="1800021" y="79349"/>
                  </a:lnTo>
                  <a:lnTo>
                    <a:pt x="1804593" y="79349"/>
                  </a:lnTo>
                  <a:lnTo>
                    <a:pt x="1818309" y="77825"/>
                  </a:lnTo>
                  <a:lnTo>
                    <a:pt x="1818309" y="64020"/>
                  </a:lnTo>
                  <a:lnTo>
                    <a:pt x="1800021" y="65633"/>
                  </a:lnTo>
                  <a:lnTo>
                    <a:pt x="1790877" y="67157"/>
                  </a:lnTo>
                  <a:lnTo>
                    <a:pt x="1783257" y="70205"/>
                  </a:lnTo>
                  <a:lnTo>
                    <a:pt x="1774113" y="79349"/>
                  </a:lnTo>
                  <a:lnTo>
                    <a:pt x="1770976" y="85445"/>
                  </a:lnTo>
                  <a:lnTo>
                    <a:pt x="1770976" y="99161"/>
                  </a:lnTo>
                  <a:lnTo>
                    <a:pt x="1774113" y="105257"/>
                  </a:lnTo>
                  <a:lnTo>
                    <a:pt x="1778685" y="108305"/>
                  </a:lnTo>
                  <a:lnTo>
                    <a:pt x="1783257" y="112877"/>
                  </a:lnTo>
                  <a:lnTo>
                    <a:pt x="1789353" y="114401"/>
                  </a:lnTo>
                  <a:lnTo>
                    <a:pt x="1804593" y="114401"/>
                  </a:lnTo>
                  <a:lnTo>
                    <a:pt x="1807641" y="111353"/>
                  </a:lnTo>
                  <a:lnTo>
                    <a:pt x="1812213" y="109829"/>
                  </a:lnTo>
                  <a:lnTo>
                    <a:pt x="1815261" y="106781"/>
                  </a:lnTo>
                  <a:lnTo>
                    <a:pt x="1818309" y="102209"/>
                  </a:lnTo>
                  <a:lnTo>
                    <a:pt x="1818309" y="112877"/>
                  </a:lnTo>
                  <a:lnTo>
                    <a:pt x="1839747" y="112877"/>
                  </a:lnTo>
                  <a:lnTo>
                    <a:pt x="1839747" y="102209"/>
                  </a:lnTo>
                  <a:lnTo>
                    <a:pt x="1839747" y="99161"/>
                  </a:lnTo>
                  <a:lnTo>
                    <a:pt x="1839747" y="77825"/>
                  </a:lnTo>
                  <a:close/>
                </a:path>
                <a:path w="2128520" h="369570">
                  <a:moveTo>
                    <a:pt x="1906892" y="111353"/>
                  </a:moveTo>
                  <a:lnTo>
                    <a:pt x="1902777" y="97637"/>
                  </a:lnTo>
                  <a:lnTo>
                    <a:pt x="1902320" y="96113"/>
                  </a:lnTo>
                  <a:lnTo>
                    <a:pt x="1900796" y="96113"/>
                  </a:lnTo>
                  <a:lnTo>
                    <a:pt x="1899272" y="97637"/>
                  </a:lnTo>
                  <a:lnTo>
                    <a:pt x="1890128" y="97637"/>
                  </a:lnTo>
                  <a:lnTo>
                    <a:pt x="1890128" y="96113"/>
                  </a:lnTo>
                  <a:lnTo>
                    <a:pt x="1888604" y="94589"/>
                  </a:lnTo>
                  <a:lnTo>
                    <a:pt x="1888604" y="54864"/>
                  </a:lnTo>
                  <a:lnTo>
                    <a:pt x="1905368" y="54864"/>
                  </a:lnTo>
                  <a:lnTo>
                    <a:pt x="1905368" y="36576"/>
                  </a:lnTo>
                  <a:lnTo>
                    <a:pt x="1888604" y="36576"/>
                  </a:lnTo>
                  <a:lnTo>
                    <a:pt x="1888604" y="12192"/>
                  </a:lnTo>
                  <a:lnTo>
                    <a:pt x="1864131" y="18288"/>
                  </a:lnTo>
                  <a:lnTo>
                    <a:pt x="1864131" y="36576"/>
                  </a:lnTo>
                  <a:lnTo>
                    <a:pt x="1851939" y="36576"/>
                  </a:lnTo>
                  <a:lnTo>
                    <a:pt x="1851939" y="54864"/>
                  </a:lnTo>
                  <a:lnTo>
                    <a:pt x="1864131" y="54864"/>
                  </a:lnTo>
                  <a:lnTo>
                    <a:pt x="1864131" y="99161"/>
                  </a:lnTo>
                  <a:lnTo>
                    <a:pt x="1867179" y="105257"/>
                  </a:lnTo>
                  <a:lnTo>
                    <a:pt x="1870227" y="109829"/>
                  </a:lnTo>
                  <a:lnTo>
                    <a:pt x="1874799" y="112877"/>
                  </a:lnTo>
                  <a:lnTo>
                    <a:pt x="1880984" y="114401"/>
                  </a:lnTo>
                  <a:lnTo>
                    <a:pt x="1902320" y="114401"/>
                  </a:lnTo>
                  <a:lnTo>
                    <a:pt x="1903844" y="112877"/>
                  </a:lnTo>
                  <a:lnTo>
                    <a:pt x="1906892" y="111353"/>
                  </a:lnTo>
                  <a:close/>
                </a:path>
                <a:path w="2128520" h="369570">
                  <a:moveTo>
                    <a:pt x="1942045" y="36588"/>
                  </a:moveTo>
                  <a:lnTo>
                    <a:pt x="1917560" y="36588"/>
                  </a:lnTo>
                  <a:lnTo>
                    <a:pt x="1917560" y="112877"/>
                  </a:lnTo>
                  <a:lnTo>
                    <a:pt x="1942045" y="112877"/>
                  </a:lnTo>
                  <a:lnTo>
                    <a:pt x="1942045" y="36588"/>
                  </a:lnTo>
                  <a:close/>
                </a:path>
                <a:path w="2128520" h="369570">
                  <a:moveTo>
                    <a:pt x="1943569" y="6108"/>
                  </a:moveTo>
                  <a:lnTo>
                    <a:pt x="1940521" y="4584"/>
                  </a:lnTo>
                  <a:lnTo>
                    <a:pt x="1937473" y="1536"/>
                  </a:lnTo>
                  <a:lnTo>
                    <a:pt x="1934425" y="12"/>
                  </a:lnTo>
                  <a:lnTo>
                    <a:pt x="1926704" y="12"/>
                  </a:lnTo>
                  <a:lnTo>
                    <a:pt x="1922132" y="1536"/>
                  </a:lnTo>
                  <a:lnTo>
                    <a:pt x="1920608" y="4584"/>
                  </a:lnTo>
                  <a:lnTo>
                    <a:pt x="1917560" y="6108"/>
                  </a:lnTo>
                  <a:lnTo>
                    <a:pt x="1916036" y="9156"/>
                  </a:lnTo>
                  <a:lnTo>
                    <a:pt x="1916036" y="16776"/>
                  </a:lnTo>
                  <a:lnTo>
                    <a:pt x="1917560" y="19824"/>
                  </a:lnTo>
                  <a:lnTo>
                    <a:pt x="1920608" y="22872"/>
                  </a:lnTo>
                  <a:lnTo>
                    <a:pt x="1922132" y="25920"/>
                  </a:lnTo>
                  <a:lnTo>
                    <a:pt x="1937473" y="25920"/>
                  </a:lnTo>
                  <a:lnTo>
                    <a:pt x="1943569" y="19824"/>
                  </a:lnTo>
                  <a:lnTo>
                    <a:pt x="1943569" y="6108"/>
                  </a:lnTo>
                  <a:close/>
                </a:path>
                <a:path w="2128520" h="369570">
                  <a:moveTo>
                    <a:pt x="2039772" y="74777"/>
                  </a:moveTo>
                  <a:lnTo>
                    <a:pt x="2016061" y="37528"/>
                  </a:lnTo>
                  <a:lnTo>
                    <a:pt x="2015299" y="37350"/>
                  </a:lnTo>
                  <a:lnTo>
                    <a:pt x="2015299" y="67157"/>
                  </a:lnTo>
                  <a:lnTo>
                    <a:pt x="2015299" y="82397"/>
                  </a:lnTo>
                  <a:lnTo>
                    <a:pt x="2012251" y="91541"/>
                  </a:lnTo>
                  <a:lnTo>
                    <a:pt x="2009203" y="94589"/>
                  </a:lnTo>
                  <a:lnTo>
                    <a:pt x="2004631" y="97637"/>
                  </a:lnTo>
                  <a:lnTo>
                    <a:pt x="1992439" y="97637"/>
                  </a:lnTo>
                  <a:lnTo>
                    <a:pt x="1987867" y="94589"/>
                  </a:lnTo>
                  <a:lnTo>
                    <a:pt x="1986343" y="91541"/>
                  </a:lnTo>
                  <a:lnTo>
                    <a:pt x="1983295" y="88493"/>
                  </a:lnTo>
                  <a:lnTo>
                    <a:pt x="1981771" y="82397"/>
                  </a:lnTo>
                  <a:lnTo>
                    <a:pt x="1981771" y="68681"/>
                  </a:lnTo>
                  <a:lnTo>
                    <a:pt x="1983295" y="62484"/>
                  </a:lnTo>
                  <a:lnTo>
                    <a:pt x="1986343" y="59436"/>
                  </a:lnTo>
                  <a:lnTo>
                    <a:pt x="1989391" y="54864"/>
                  </a:lnTo>
                  <a:lnTo>
                    <a:pt x="1992439" y="53340"/>
                  </a:lnTo>
                  <a:lnTo>
                    <a:pt x="2004631" y="53340"/>
                  </a:lnTo>
                  <a:lnTo>
                    <a:pt x="2009203" y="54864"/>
                  </a:lnTo>
                  <a:lnTo>
                    <a:pt x="2012251" y="57912"/>
                  </a:lnTo>
                  <a:lnTo>
                    <a:pt x="2013775" y="62484"/>
                  </a:lnTo>
                  <a:lnTo>
                    <a:pt x="2015299" y="67157"/>
                  </a:lnTo>
                  <a:lnTo>
                    <a:pt x="2015299" y="37350"/>
                  </a:lnTo>
                  <a:lnTo>
                    <a:pt x="2008009" y="35648"/>
                  </a:lnTo>
                  <a:lnTo>
                    <a:pt x="1998535" y="35052"/>
                  </a:lnTo>
                  <a:lnTo>
                    <a:pt x="1989683" y="35648"/>
                  </a:lnTo>
                  <a:lnTo>
                    <a:pt x="1957882" y="66128"/>
                  </a:lnTo>
                  <a:lnTo>
                    <a:pt x="1957705" y="68681"/>
                  </a:lnTo>
                  <a:lnTo>
                    <a:pt x="1957285" y="74777"/>
                  </a:lnTo>
                  <a:lnTo>
                    <a:pt x="1980958" y="111925"/>
                  </a:lnTo>
                  <a:lnTo>
                    <a:pt x="1998535" y="114401"/>
                  </a:lnTo>
                  <a:lnTo>
                    <a:pt x="2007362" y="113804"/>
                  </a:lnTo>
                  <a:lnTo>
                    <a:pt x="2015490" y="111925"/>
                  </a:lnTo>
                  <a:lnTo>
                    <a:pt x="2022741" y="108610"/>
                  </a:lnTo>
                  <a:lnTo>
                    <a:pt x="2029015" y="103733"/>
                  </a:lnTo>
                  <a:lnTo>
                    <a:pt x="2034006" y="97637"/>
                  </a:lnTo>
                  <a:lnTo>
                    <a:pt x="2037283" y="90970"/>
                  </a:lnTo>
                  <a:lnTo>
                    <a:pt x="2039124" y="83591"/>
                  </a:lnTo>
                  <a:lnTo>
                    <a:pt x="2039239" y="82397"/>
                  </a:lnTo>
                  <a:lnTo>
                    <a:pt x="2039772" y="74777"/>
                  </a:lnTo>
                  <a:close/>
                </a:path>
                <a:path w="2128520" h="369570">
                  <a:moveTo>
                    <a:pt x="2128266" y="56400"/>
                  </a:moveTo>
                  <a:lnTo>
                    <a:pt x="2126742" y="48780"/>
                  </a:lnTo>
                  <a:lnTo>
                    <a:pt x="2122170" y="42684"/>
                  </a:lnTo>
                  <a:lnTo>
                    <a:pt x="2117598" y="38112"/>
                  </a:lnTo>
                  <a:lnTo>
                    <a:pt x="2111502" y="35064"/>
                  </a:lnTo>
                  <a:lnTo>
                    <a:pt x="2097786" y="35064"/>
                  </a:lnTo>
                  <a:lnTo>
                    <a:pt x="2088642" y="38112"/>
                  </a:lnTo>
                  <a:lnTo>
                    <a:pt x="2082444" y="44208"/>
                  </a:lnTo>
                  <a:lnTo>
                    <a:pt x="2079396" y="48780"/>
                  </a:lnTo>
                  <a:lnTo>
                    <a:pt x="2077872" y="48780"/>
                  </a:lnTo>
                  <a:lnTo>
                    <a:pt x="2077872" y="36588"/>
                  </a:lnTo>
                  <a:lnTo>
                    <a:pt x="2055012" y="36588"/>
                  </a:lnTo>
                  <a:lnTo>
                    <a:pt x="2055012" y="112877"/>
                  </a:lnTo>
                  <a:lnTo>
                    <a:pt x="2077872" y="112877"/>
                  </a:lnTo>
                  <a:lnTo>
                    <a:pt x="2077872" y="65633"/>
                  </a:lnTo>
                  <a:lnTo>
                    <a:pt x="2079396" y="60972"/>
                  </a:lnTo>
                  <a:lnTo>
                    <a:pt x="2085492" y="54876"/>
                  </a:lnTo>
                  <a:lnTo>
                    <a:pt x="2088642" y="53352"/>
                  </a:lnTo>
                  <a:lnTo>
                    <a:pt x="2096262" y="53352"/>
                  </a:lnTo>
                  <a:lnTo>
                    <a:pt x="2099310" y="54876"/>
                  </a:lnTo>
                  <a:lnTo>
                    <a:pt x="2102358" y="57924"/>
                  </a:lnTo>
                  <a:lnTo>
                    <a:pt x="2103882" y="60972"/>
                  </a:lnTo>
                  <a:lnTo>
                    <a:pt x="2105406" y="65633"/>
                  </a:lnTo>
                  <a:lnTo>
                    <a:pt x="2105406" y="112877"/>
                  </a:lnTo>
                  <a:lnTo>
                    <a:pt x="2128266" y="112877"/>
                  </a:lnTo>
                  <a:lnTo>
                    <a:pt x="2128266" y="56400"/>
                  </a:lnTo>
                  <a:close/>
                </a:path>
              </a:pathLst>
            </a:custGeom>
            <a:solidFill>
              <a:srgbClr val="232323"/>
            </a:solidFill>
          </p:spPr>
          <p:txBody>
            <a:bodyPr wrap="square" lIns="0" tIns="0" rIns="0" bIns="0" rtlCol="0"/>
            <a:lstStyle/>
            <a:p>
              <a:endParaRPr/>
            </a:p>
          </p:txBody>
        </p:sp>
        <p:pic>
          <p:nvPicPr>
            <p:cNvPr id="78" name="object 78"/>
            <p:cNvPicPr/>
            <p:nvPr/>
          </p:nvPicPr>
          <p:blipFill>
            <a:blip r:embed="rId52" cstate="print"/>
            <a:stretch>
              <a:fillRect/>
            </a:stretch>
          </p:blipFill>
          <p:spPr>
            <a:xfrm>
              <a:off x="1865185" y="6096285"/>
              <a:ext cx="2630614" cy="148113"/>
            </a:xfrm>
            <a:prstGeom prst="rect">
              <a:avLst/>
            </a:prstGeom>
          </p:spPr>
        </p:pic>
        <p:pic>
          <p:nvPicPr>
            <p:cNvPr id="79" name="object 79"/>
            <p:cNvPicPr/>
            <p:nvPr/>
          </p:nvPicPr>
          <p:blipFill>
            <a:blip r:embed="rId53" cstate="print"/>
            <a:stretch>
              <a:fillRect/>
            </a:stretch>
          </p:blipFill>
          <p:spPr>
            <a:xfrm>
              <a:off x="4559903" y="6096380"/>
              <a:ext cx="777144" cy="147923"/>
            </a:xfrm>
            <a:prstGeom prst="rect">
              <a:avLst/>
            </a:prstGeom>
          </p:spPr>
        </p:pic>
        <p:pic>
          <p:nvPicPr>
            <p:cNvPr id="80" name="object 80"/>
            <p:cNvPicPr/>
            <p:nvPr/>
          </p:nvPicPr>
          <p:blipFill>
            <a:blip r:embed="rId54" cstate="print"/>
            <a:stretch>
              <a:fillRect/>
            </a:stretch>
          </p:blipFill>
          <p:spPr>
            <a:xfrm>
              <a:off x="5404198" y="6131337"/>
              <a:ext cx="122110" cy="79438"/>
            </a:xfrm>
            <a:prstGeom prst="rect">
              <a:avLst/>
            </a:prstGeom>
          </p:spPr>
        </p:pic>
        <p:sp>
          <p:nvSpPr>
            <p:cNvPr id="81" name="object 81"/>
            <p:cNvSpPr/>
            <p:nvPr/>
          </p:nvSpPr>
          <p:spPr>
            <a:xfrm>
              <a:off x="5546217" y="6096380"/>
              <a:ext cx="12700" cy="113030"/>
            </a:xfrm>
            <a:custGeom>
              <a:avLst/>
              <a:gdLst/>
              <a:ahLst/>
              <a:cxnLst/>
              <a:rect l="l" t="t" r="r" b="b"/>
              <a:pathLst>
                <a:path w="12700" h="113029">
                  <a:moveTo>
                    <a:pt x="12191" y="112871"/>
                  </a:moveTo>
                  <a:lnTo>
                    <a:pt x="0" y="112871"/>
                  </a:lnTo>
                  <a:lnTo>
                    <a:pt x="0" y="0"/>
                  </a:lnTo>
                  <a:lnTo>
                    <a:pt x="12191" y="0"/>
                  </a:lnTo>
                  <a:lnTo>
                    <a:pt x="12191" y="112871"/>
                  </a:lnTo>
                  <a:close/>
                </a:path>
              </a:pathLst>
            </a:custGeom>
            <a:solidFill>
              <a:srgbClr val="232323"/>
            </a:solidFill>
          </p:spPr>
          <p:txBody>
            <a:bodyPr wrap="square" lIns="0" tIns="0" rIns="0" bIns="0" rtlCol="0"/>
            <a:lstStyle/>
            <a:p>
              <a:endParaRPr/>
            </a:p>
          </p:txBody>
        </p:sp>
        <p:pic>
          <p:nvPicPr>
            <p:cNvPr id="82" name="object 82"/>
            <p:cNvPicPr/>
            <p:nvPr/>
          </p:nvPicPr>
          <p:blipFill>
            <a:blip r:embed="rId55" cstate="print"/>
            <a:stretch>
              <a:fillRect/>
            </a:stretch>
          </p:blipFill>
          <p:spPr>
            <a:xfrm>
              <a:off x="5578316" y="6131433"/>
              <a:ext cx="65627" cy="79438"/>
            </a:xfrm>
            <a:prstGeom prst="rect">
              <a:avLst/>
            </a:prstGeom>
          </p:spPr>
        </p:pic>
        <p:pic>
          <p:nvPicPr>
            <p:cNvPr id="83" name="object 83"/>
            <p:cNvPicPr/>
            <p:nvPr/>
          </p:nvPicPr>
          <p:blipFill>
            <a:blip r:embed="rId56" cstate="print"/>
            <a:stretch>
              <a:fillRect/>
            </a:stretch>
          </p:blipFill>
          <p:spPr>
            <a:xfrm>
              <a:off x="5704998" y="6131433"/>
              <a:ext cx="143542" cy="112871"/>
            </a:xfrm>
            <a:prstGeom prst="rect">
              <a:avLst/>
            </a:prstGeom>
          </p:spPr>
        </p:pic>
        <p:sp>
          <p:nvSpPr>
            <p:cNvPr id="84" name="object 84"/>
            <p:cNvSpPr/>
            <p:nvPr/>
          </p:nvSpPr>
          <p:spPr>
            <a:xfrm>
              <a:off x="5869876" y="6096381"/>
              <a:ext cx="17145" cy="113030"/>
            </a:xfrm>
            <a:custGeom>
              <a:avLst/>
              <a:gdLst/>
              <a:ahLst/>
              <a:cxnLst/>
              <a:rect l="l" t="t" r="r" b="b"/>
              <a:pathLst>
                <a:path w="17145" h="113029">
                  <a:moveTo>
                    <a:pt x="10668" y="18288"/>
                  </a:moveTo>
                  <a:lnTo>
                    <a:pt x="6096" y="18288"/>
                  </a:lnTo>
                  <a:lnTo>
                    <a:pt x="4572" y="16764"/>
                  </a:lnTo>
                  <a:lnTo>
                    <a:pt x="1524" y="15240"/>
                  </a:lnTo>
                  <a:lnTo>
                    <a:pt x="0" y="13716"/>
                  </a:lnTo>
                  <a:lnTo>
                    <a:pt x="0" y="4572"/>
                  </a:lnTo>
                  <a:lnTo>
                    <a:pt x="1524" y="3048"/>
                  </a:lnTo>
                  <a:lnTo>
                    <a:pt x="4572" y="1524"/>
                  </a:lnTo>
                  <a:lnTo>
                    <a:pt x="6096" y="0"/>
                  </a:lnTo>
                  <a:lnTo>
                    <a:pt x="10668" y="0"/>
                  </a:lnTo>
                  <a:lnTo>
                    <a:pt x="13716" y="1524"/>
                  </a:lnTo>
                  <a:lnTo>
                    <a:pt x="16764" y="4572"/>
                  </a:lnTo>
                  <a:lnTo>
                    <a:pt x="16764" y="13716"/>
                  </a:lnTo>
                  <a:lnTo>
                    <a:pt x="13716" y="16764"/>
                  </a:lnTo>
                  <a:lnTo>
                    <a:pt x="10668" y="18288"/>
                  </a:lnTo>
                  <a:close/>
                </a:path>
                <a:path w="17145" h="113029">
                  <a:moveTo>
                    <a:pt x="13716" y="112871"/>
                  </a:moveTo>
                  <a:lnTo>
                    <a:pt x="1524" y="112871"/>
                  </a:lnTo>
                  <a:lnTo>
                    <a:pt x="1524" y="36576"/>
                  </a:lnTo>
                  <a:lnTo>
                    <a:pt x="13716" y="36576"/>
                  </a:lnTo>
                  <a:lnTo>
                    <a:pt x="13716" y="112871"/>
                  </a:lnTo>
                  <a:close/>
                </a:path>
              </a:pathLst>
            </a:custGeom>
            <a:solidFill>
              <a:srgbClr val="232323"/>
            </a:solidFill>
          </p:spPr>
          <p:txBody>
            <a:bodyPr wrap="square" lIns="0" tIns="0" rIns="0" bIns="0" rtlCol="0"/>
            <a:lstStyle/>
            <a:p>
              <a:endParaRPr/>
            </a:p>
          </p:txBody>
        </p:sp>
        <p:pic>
          <p:nvPicPr>
            <p:cNvPr id="85" name="object 85"/>
            <p:cNvPicPr/>
            <p:nvPr/>
          </p:nvPicPr>
          <p:blipFill>
            <a:blip r:embed="rId57" cstate="print"/>
            <a:stretch>
              <a:fillRect/>
            </a:stretch>
          </p:blipFill>
          <p:spPr>
            <a:xfrm>
              <a:off x="5909595" y="6131337"/>
              <a:ext cx="129730" cy="79533"/>
            </a:xfrm>
            <a:prstGeom prst="rect">
              <a:avLst/>
            </a:prstGeom>
          </p:spPr>
        </p:pic>
        <p:sp>
          <p:nvSpPr>
            <p:cNvPr id="86" name="object 86"/>
            <p:cNvSpPr/>
            <p:nvPr/>
          </p:nvSpPr>
          <p:spPr>
            <a:xfrm>
              <a:off x="1663636" y="6427565"/>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87" name="object 87"/>
            <p:cNvPicPr/>
            <p:nvPr/>
          </p:nvPicPr>
          <p:blipFill>
            <a:blip r:embed="rId58" cstate="print"/>
            <a:stretch>
              <a:fillRect/>
            </a:stretch>
          </p:blipFill>
          <p:spPr>
            <a:xfrm>
              <a:off x="1851374" y="6383273"/>
              <a:ext cx="348138" cy="112871"/>
            </a:xfrm>
            <a:prstGeom prst="rect">
              <a:avLst/>
            </a:prstGeom>
          </p:spPr>
        </p:pic>
        <p:sp>
          <p:nvSpPr>
            <p:cNvPr id="88" name="object 88"/>
            <p:cNvSpPr/>
            <p:nvPr/>
          </p:nvSpPr>
          <p:spPr>
            <a:xfrm>
              <a:off x="2223897" y="6381749"/>
              <a:ext cx="12700" cy="113030"/>
            </a:xfrm>
            <a:custGeom>
              <a:avLst/>
              <a:gdLst/>
              <a:ahLst/>
              <a:cxnLst/>
              <a:rect l="l" t="t" r="r" b="b"/>
              <a:pathLst>
                <a:path w="12700" h="113029">
                  <a:moveTo>
                    <a:pt x="12287" y="112871"/>
                  </a:moveTo>
                  <a:lnTo>
                    <a:pt x="0" y="112871"/>
                  </a:lnTo>
                  <a:lnTo>
                    <a:pt x="0" y="0"/>
                  </a:lnTo>
                  <a:lnTo>
                    <a:pt x="12287" y="0"/>
                  </a:lnTo>
                  <a:lnTo>
                    <a:pt x="12287" y="112871"/>
                  </a:lnTo>
                  <a:close/>
                </a:path>
              </a:pathLst>
            </a:custGeom>
            <a:solidFill>
              <a:srgbClr val="232323"/>
            </a:solidFill>
          </p:spPr>
          <p:txBody>
            <a:bodyPr wrap="square" lIns="0" tIns="0" rIns="0" bIns="0" rtlCol="0"/>
            <a:lstStyle/>
            <a:p>
              <a:endParaRPr/>
            </a:p>
          </p:txBody>
        </p:sp>
        <p:pic>
          <p:nvPicPr>
            <p:cNvPr id="89" name="object 89"/>
            <p:cNvPicPr/>
            <p:nvPr/>
          </p:nvPicPr>
          <p:blipFill>
            <a:blip r:embed="rId59" cstate="print"/>
            <a:stretch>
              <a:fillRect/>
            </a:stretch>
          </p:blipFill>
          <p:spPr>
            <a:xfrm>
              <a:off x="2301811" y="6380226"/>
              <a:ext cx="2813875" cy="149447"/>
            </a:xfrm>
            <a:prstGeom prst="rect">
              <a:avLst/>
            </a:prstGeom>
          </p:spPr>
        </p:pic>
        <p:sp>
          <p:nvSpPr>
            <p:cNvPr id="90" name="object 90"/>
            <p:cNvSpPr/>
            <p:nvPr/>
          </p:nvSpPr>
          <p:spPr>
            <a:xfrm>
              <a:off x="1405597" y="6479298"/>
              <a:ext cx="3740785" cy="271780"/>
            </a:xfrm>
            <a:custGeom>
              <a:avLst/>
              <a:gdLst/>
              <a:ahLst/>
              <a:cxnLst/>
              <a:rect l="l" t="t" r="r" b="b"/>
              <a:pathLst>
                <a:path w="3740785" h="271779">
                  <a:moveTo>
                    <a:pt x="38188" y="247269"/>
                  </a:moveTo>
                  <a:lnTo>
                    <a:pt x="36664" y="244221"/>
                  </a:lnTo>
                  <a:lnTo>
                    <a:pt x="28956" y="236601"/>
                  </a:lnTo>
                  <a:lnTo>
                    <a:pt x="24384" y="233553"/>
                  </a:lnTo>
                  <a:lnTo>
                    <a:pt x="13716" y="233553"/>
                  </a:lnTo>
                  <a:lnTo>
                    <a:pt x="9144" y="236601"/>
                  </a:lnTo>
                  <a:lnTo>
                    <a:pt x="1524" y="244221"/>
                  </a:lnTo>
                  <a:lnTo>
                    <a:pt x="0" y="248793"/>
                  </a:lnTo>
                  <a:lnTo>
                    <a:pt x="0" y="257937"/>
                  </a:lnTo>
                  <a:lnTo>
                    <a:pt x="1524" y="262509"/>
                  </a:lnTo>
                  <a:lnTo>
                    <a:pt x="6096" y="267081"/>
                  </a:lnTo>
                  <a:lnTo>
                    <a:pt x="9144" y="270217"/>
                  </a:lnTo>
                  <a:lnTo>
                    <a:pt x="13716" y="271741"/>
                  </a:lnTo>
                  <a:lnTo>
                    <a:pt x="19812" y="271741"/>
                  </a:lnTo>
                  <a:lnTo>
                    <a:pt x="24384" y="271741"/>
                  </a:lnTo>
                  <a:lnTo>
                    <a:pt x="28956" y="270217"/>
                  </a:lnTo>
                  <a:lnTo>
                    <a:pt x="32004" y="267081"/>
                  </a:lnTo>
                  <a:lnTo>
                    <a:pt x="36664" y="262509"/>
                  </a:lnTo>
                  <a:lnTo>
                    <a:pt x="38188" y="257937"/>
                  </a:lnTo>
                  <a:lnTo>
                    <a:pt x="38188" y="247269"/>
                  </a:lnTo>
                  <a:close/>
                </a:path>
                <a:path w="3740785" h="271779">
                  <a:moveTo>
                    <a:pt x="3740658" y="4572"/>
                  </a:moveTo>
                  <a:lnTo>
                    <a:pt x="3739134" y="3048"/>
                  </a:lnTo>
                  <a:lnTo>
                    <a:pt x="3737508" y="1524"/>
                  </a:lnTo>
                  <a:lnTo>
                    <a:pt x="3734460" y="0"/>
                  </a:lnTo>
                  <a:lnTo>
                    <a:pt x="3729888" y="0"/>
                  </a:lnTo>
                  <a:lnTo>
                    <a:pt x="3723792" y="6096"/>
                  </a:lnTo>
                  <a:lnTo>
                    <a:pt x="3723792" y="10756"/>
                  </a:lnTo>
                  <a:lnTo>
                    <a:pt x="3725316" y="13804"/>
                  </a:lnTo>
                  <a:lnTo>
                    <a:pt x="3728364" y="16852"/>
                  </a:lnTo>
                  <a:lnTo>
                    <a:pt x="3732936" y="16852"/>
                  </a:lnTo>
                  <a:lnTo>
                    <a:pt x="3737508" y="16852"/>
                  </a:lnTo>
                  <a:lnTo>
                    <a:pt x="3739134" y="15328"/>
                  </a:lnTo>
                  <a:lnTo>
                    <a:pt x="3740658" y="13804"/>
                  </a:lnTo>
                  <a:lnTo>
                    <a:pt x="3740658" y="4572"/>
                  </a:lnTo>
                  <a:close/>
                </a:path>
              </a:pathLst>
            </a:custGeom>
            <a:solidFill>
              <a:srgbClr val="232323"/>
            </a:solidFill>
          </p:spPr>
          <p:txBody>
            <a:bodyPr wrap="square" lIns="0" tIns="0" rIns="0" bIns="0" rtlCol="0"/>
            <a:lstStyle/>
            <a:p>
              <a:endParaRPr/>
            </a:p>
          </p:txBody>
        </p:sp>
        <p:pic>
          <p:nvPicPr>
            <p:cNvPr id="91" name="object 91"/>
            <p:cNvPicPr/>
            <p:nvPr/>
          </p:nvPicPr>
          <p:blipFill>
            <a:blip r:embed="rId60" cstate="print"/>
            <a:stretch>
              <a:fillRect/>
            </a:stretch>
          </p:blipFill>
          <p:spPr>
            <a:xfrm>
              <a:off x="1596390" y="6668642"/>
              <a:ext cx="2163508" cy="148018"/>
            </a:xfrm>
            <a:prstGeom prst="rect">
              <a:avLst/>
            </a:prstGeom>
          </p:spPr>
        </p:pic>
        <p:sp>
          <p:nvSpPr>
            <p:cNvPr id="92" name="object 92"/>
            <p:cNvSpPr/>
            <p:nvPr/>
          </p:nvSpPr>
          <p:spPr>
            <a:xfrm>
              <a:off x="1663636" y="6960107"/>
              <a:ext cx="213995" cy="107314"/>
            </a:xfrm>
            <a:custGeom>
              <a:avLst/>
              <a:gdLst/>
              <a:ahLst/>
              <a:cxnLst/>
              <a:rect l="l" t="t" r="r" b="b"/>
              <a:pathLst>
                <a:path w="213994" h="107315">
                  <a:moveTo>
                    <a:pt x="38100" y="53441"/>
                  </a:moveTo>
                  <a:lnTo>
                    <a:pt x="32004" y="44297"/>
                  </a:lnTo>
                  <a:lnTo>
                    <a:pt x="28956" y="41249"/>
                  </a:lnTo>
                  <a:lnTo>
                    <a:pt x="24384" y="39725"/>
                  </a:lnTo>
                  <a:lnTo>
                    <a:pt x="13716" y="39725"/>
                  </a:lnTo>
                  <a:lnTo>
                    <a:pt x="9144" y="41249"/>
                  </a:lnTo>
                  <a:lnTo>
                    <a:pt x="1524" y="48869"/>
                  </a:lnTo>
                  <a:lnTo>
                    <a:pt x="0" y="53441"/>
                  </a:lnTo>
                  <a:lnTo>
                    <a:pt x="0" y="64109"/>
                  </a:lnTo>
                  <a:lnTo>
                    <a:pt x="1524" y="67157"/>
                  </a:lnTo>
                  <a:lnTo>
                    <a:pt x="9144" y="74777"/>
                  </a:lnTo>
                  <a:lnTo>
                    <a:pt x="13716" y="76301"/>
                  </a:lnTo>
                  <a:lnTo>
                    <a:pt x="18288" y="76301"/>
                  </a:lnTo>
                  <a:lnTo>
                    <a:pt x="24384" y="76301"/>
                  </a:lnTo>
                  <a:lnTo>
                    <a:pt x="28956" y="74777"/>
                  </a:lnTo>
                  <a:lnTo>
                    <a:pt x="32004" y="71729"/>
                  </a:lnTo>
                  <a:lnTo>
                    <a:pt x="38100" y="62585"/>
                  </a:lnTo>
                  <a:lnTo>
                    <a:pt x="38100" y="53441"/>
                  </a:lnTo>
                  <a:close/>
                </a:path>
                <a:path w="213994" h="107315">
                  <a:moveTo>
                    <a:pt x="213741" y="0"/>
                  </a:moveTo>
                  <a:lnTo>
                    <a:pt x="201549" y="0"/>
                  </a:lnTo>
                  <a:lnTo>
                    <a:pt x="201549" y="106883"/>
                  </a:lnTo>
                  <a:lnTo>
                    <a:pt x="213741" y="106883"/>
                  </a:lnTo>
                  <a:lnTo>
                    <a:pt x="213741" y="0"/>
                  </a:lnTo>
                  <a:close/>
                </a:path>
              </a:pathLst>
            </a:custGeom>
            <a:solidFill>
              <a:srgbClr val="232323"/>
            </a:solidFill>
          </p:spPr>
          <p:txBody>
            <a:bodyPr wrap="square" lIns="0" tIns="0" rIns="0" bIns="0" rtlCol="0"/>
            <a:lstStyle/>
            <a:p>
              <a:endParaRPr/>
            </a:p>
          </p:txBody>
        </p:sp>
        <p:pic>
          <p:nvPicPr>
            <p:cNvPr id="93" name="object 93"/>
            <p:cNvPicPr/>
            <p:nvPr/>
          </p:nvPicPr>
          <p:blipFill>
            <a:blip r:embed="rId61" cstate="print"/>
            <a:stretch>
              <a:fillRect/>
            </a:stretch>
          </p:blipFill>
          <p:spPr>
            <a:xfrm>
              <a:off x="1898713" y="6989159"/>
              <a:ext cx="145065" cy="79343"/>
            </a:xfrm>
            <a:prstGeom prst="rect">
              <a:avLst/>
            </a:prstGeom>
          </p:spPr>
        </p:pic>
        <p:pic>
          <p:nvPicPr>
            <p:cNvPr id="94" name="object 94"/>
            <p:cNvPicPr/>
            <p:nvPr/>
          </p:nvPicPr>
          <p:blipFill>
            <a:blip r:embed="rId62" cstate="print"/>
            <a:stretch>
              <a:fillRect/>
            </a:stretch>
          </p:blipFill>
          <p:spPr>
            <a:xfrm>
              <a:off x="2063591" y="6989159"/>
              <a:ext cx="132873" cy="79343"/>
            </a:xfrm>
            <a:prstGeom prst="rect">
              <a:avLst/>
            </a:prstGeom>
          </p:spPr>
        </p:pic>
        <p:pic>
          <p:nvPicPr>
            <p:cNvPr id="95" name="object 95"/>
            <p:cNvPicPr/>
            <p:nvPr/>
          </p:nvPicPr>
          <p:blipFill>
            <a:blip r:embed="rId63" cstate="print"/>
            <a:stretch>
              <a:fillRect/>
            </a:stretch>
          </p:blipFill>
          <p:spPr>
            <a:xfrm>
              <a:off x="2248471" y="6952487"/>
              <a:ext cx="184594" cy="116014"/>
            </a:xfrm>
            <a:prstGeom prst="rect">
              <a:avLst/>
            </a:prstGeom>
          </p:spPr>
        </p:pic>
        <p:pic>
          <p:nvPicPr>
            <p:cNvPr id="96" name="object 96"/>
            <p:cNvPicPr/>
            <p:nvPr/>
          </p:nvPicPr>
          <p:blipFill>
            <a:blip r:embed="rId64" cstate="print"/>
            <a:stretch>
              <a:fillRect/>
            </a:stretch>
          </p:blipFill>
          <p:spPr>
            <a:xfrm>
              <a:off x="2491168" y="6954011"/>
              <a:ext cx="2235136" cy="132778"/>
            </a:xfrm>
            <a:prstGeom prst="rect">
              <a:avLst/>
            </a:prstGeom>
          </p:spPr>
        </p:pic>
        <p:pic>
          <p:nvPicPr>
            <p:cNvPr id="97" name="object 97"/>
            <p:cNvPicPr/>
            <p:nvPr/>
          </p:nvPicPr>
          <p:blipFill>
            <a:blip r:embed="rId65" cstate="print"/>
            <a:stretch>
              <a:fillRect/>
            </a:stretch>
          </p:blipFill>
          <p:spPr>
            <a:xfrm>
              <a:off x="4750784" y="6954011"/>
              <a:ext cx="1070229" cy="132778"/>
            </a:xfrm>
            <a:prstGeom prst="rect">
              <a:avLst/>
            </a:prstGeom>
          </p:spPr>
        </p:pic>
        <p:pic>
          <p:nvPicPr>
            <p:cNvPr id="98" name="object 98"/>
            <p:cNvPicPr/>
            <p:nvPr/>
          </p:nvPicPr>
          <p:blipFill>
            <a:blip r:embed="rId66" cstate="print"/>
            <a:stretch>
              <a:fillRect/>
            </a:stretch>
          </p:blipFill>
          <p:spPr>
            <a:xfrm>
              <a:off x="5840825" y="6958584"/>
              <a:ext cx="343566" cy="125158"/>
            </a:xfrm>
            <a:prstGeom prst="rect">
              <a:avLst/>
            </a:prstGeom>
          </p:spPr>
        </p:pic>
        <p:sp>
          <p:nvSpPr>
            <p:cNvPr id="99" name="object 99"/>
            <p:cNvSpPr/>
            <p:nvPr/>
          </p:nvSpPr>
          <p:spPr>
            <a:xfrm>
              <a:off x="1405597" y="7164616"/>
              <a:ext cx="1188085" cy="368300"/>
            </a:xfrm>
            <a:custGeom>
              <a:avLst/>
              <a:gdLst/>
              <a:ahLst/>
              <a:cxnLst/>
              <a:rect l="l" t="t" r="r" b="b"/>
              <a:pathLst>
                <a:path w="1188085" h="368300">
                  <a:moveTo>
                    <a:pt x="38188" y="344893"/>
                  </a:moveTo>
                  <a:lnTo>
                    <a:pt x="36664" y="340321"/>
                  </a:lnTo>
                  <a:lnTo>
                    <a:pt x="28956" y="332701"/>
                  </a:lnTo>
                  <a:lnTo>
                    <a:pt x="24384" y="331177"/>
                  </a:lnTo>
                  <a:lnTo>
                    <a:pt x="13716" y="331177"/>
                  </a:lnTo>
                  <a:lnTo>
                    <a:pt x="9144" y="332701"/>
                  </a:lnTo>
                  <a:lnTo>
                    <a:pt x="1524" y="340321"/>
                  </a:lnTo>
                  <a:lnTo>
                    <a:pt x="0" y="344893"/>
                  </a:lnTo>
                  <a:lnTo>
                    <a:pt x="0" y="355561"/>
                  </a:lnTo>
                  <a:lnTo>
                    <a:pt x="1524" y="358609"/>
                  </a:lnTo>
                  <a:lnTo>
                    <a:pt x="9144" y="366229"/>
                  </a:lnTo>
                  <a:lnTo>
                    <a:pt x="13716" y="367753"/>
                  </a:lnTo>
                  <a:lnTo>
                    <a:pt x="19812" y="367753"/>
                  </a:lnTo>
                  <a:lnTo>
                    <a:pt x="24384" y="367753"/>
                  </a:lnTo>
                  <a:lnTo>
                    <a:pt x="28956" y="366229"/>
                  </a:lnTo>
                  <a:lnTo>
                    <a:pt x="36664" y="358609"/>
                  </a:lnTo>
                  <a:lnTo>
                    <a:pt x="38188" y="354037"/>
                  </a:lnTo>
                  <a:lnTo>
                    <a:pt x="38188" y="344893"/>
                  </a:lnTo>
                  <a:close/>
                </a:path>
                <a:path w="1188085" h="368300">
                  <a:moveTo>
                    <a:pt x="519112" y="71716"/>
                  </a:moveTo>
                  <a:lnTo>
                    <a:pt x="518807" y="67144"/>
                  </a:lnTo>
                  <a:lnTo>
                    <a:pt x="518744" y="66179"/>
                  </a:lnTo>
                  <a:lnTo>
                    <a:pt x="518541" y="63144"/>
                  </a:lnTo>
                  <a:lnTo>
                    <a:pt x="516826" y="55714"/>
                  </a:lnTo>
                  <a:lnTo>
                    <a:pt x="513969" y="49428"/>
                  </a:lnTo>
                  <a:lnTo>
                    <a:pt x="509968" y="44284"/>
                  </a:lnTo>
                  <a:lnTo>
                    <a:pt x="506920" y="40220"/>
                  </a:lnTo>
                  <a:lnTo>
                    <a:pt x="506920" y="59524"/>
                  </a:lnTo>
                  <a:lnTo>
                    <a:pt x="506920" y="67144"/>
                  </a:lnTo>
                  <a:lnTo>
                    <a:pt x="465683" y="67144"/>
                  </a:lnTo>
                  <a:lnTo>
                    <a:pt x="465683" y="61048"/>
                  </a:lnTo>
                  <a:lnTo>
                    <a:pt x="468731" y="54952"/>
                  </a:lnTo>
                  <a:lnTo>
                    <a:pt x="471779" y="50380"/>
                  </a:lnTo>
                  <a:lnTo>
                    <a:pt x="476440" y="47332"/>
                  </a:lnTo>
                  <a:lnTo>
                    <a:pt x="481012" y="44284"/>
                  </a:lnTo>
                  <a:lnTo>
                    <a:pt x="493204" y="44284"/>
                  </a:lnTo>
                  <a:lnTo>
                    <a:pt x="497776" y="47332"/>
                  </a:lnTo>
                  <a:lnTo>
                    <a:pt x="500824" y="50380"/>
                  </a:lnTo>
                  <a:lnTo>
                    <a:pt x="506920" y="59524"/>
                  </a:lnTo>
                  <a:lnTo>
                    <a:pt x="506920" y="40220"/>
                  </a:lnTo>
                  <a:lnTo>
                    <a:pt x="505396" y="38188"/>
                  </a:lnTo>
                  <a:lnTo>
                    <a:pt x="497776" y="35140"/>
                  </a:lnTo>
                  <a:lnTo>
                    <a:pt x="487108" y="35140"/>
                  </a:lnTo>
                  <a:lnTo>
                    <a:pt x="454444" y="58572"/>
                  </a:lnTo>
                  <a:lnTo>
                    <a:pt x="452488" y="67144"/>
                  </a:lnTo>
                  <a:lnTo>
                    <a:pt x="451967" y="74764"/>
                  </a:lnTo>
                  <a:lnTo>
                    <a:pt x="473913" y="112014"/>
                  </a:lnTo>
                  <a:lnTo>
                    <a:pt x="488632" y="114490"/>
                  </a:lnTo>
                  <a:lnTo>
                    <a:pt x="494728" y="114490"/>
                  </a:lnTo>
                  <a:lnTo>
                    <a:pt x="499300" y="112966"/>
                  </a:lnTo>
                  <a:lnTo>
                    <a:pt x="503872" y="112966"/>
                  </a:lnTo>
                  <a:lnTo>
                    <a:pt x="506920" y="111442"/>
                  </a:lnTo>
                  <a:lnTo>
                    <a:pt x="511492" y="108394"/>
                  </a:lnTo>
                  <a:lnTo>
                    <a:pt x="516064" y="106870"/>
                  </a:lnTo>
                  <a:lnTo>
                    <a:pt x="514032" y="103822"/>
                  </a:lnTo>
                  <a:lnTo>
                    <a:pt x="509968" y="97726"/>
                  </a:lnTo>
                  <a:lnTo>
                    <a:pt x="500824" y="102298"/>
                  </a:lnTo>
                  <a:lnTo>
                    <a:pt x="496252" y="103822"/>
                  </a:lnTo>
                  <a:lnTo>
                    <a:pt x="482536" y="103822"/>
                  </a:lnTo>
                  <a:lnTo>
                    <a:pt x="476440" y="102298"/>
                  </a:lnTo>
                  <a:lnTo>
                    <a:pt x="471779" y="97726"/>
                  </a:lnTo>
                  <a:lnTo>
                    <a:pt x="467207" y="93154"/>
                  </a:lnTo>
                  <a:lnTo>
                    <a:pt x="464159" y="77812"/>
                  </a:lnTo>
                  <a:lnTo>
                    <a:pt x="519112" y="77812"/>
                  </a:lnTo>
                  <a:lnTo>
                    <a:pt x="519112" y="71716"/>
                  </a:lnTo>
                  <a:close/>
                </a:path>
                <a:path w="1188085" h="368300">
                  <a:moveTo>
                    <a:pt x="599973" y="56476"/>
                  </a:moveTo>
                  <a:lnTo>
                    <a:pt x="598449" y="47332"/>
                  </a:lnTo>
                  <a:lnTo>
                    <a:pt x="595401" y="44284"/>
                  </a:lnTo>
                  <a:lnTo>
                    <a:pt x="593877" y="42760"/>
                  </a:lnTo>
                  <a:lnTo>
                    <a:pt x="589305" y="36664"/>
                  </a:lnTo>
                  <a:lnTo>
                    <a:pt x="583209" y="35140"/>
                  </a:lnTo>
                  <a:lnTo>
                    <a:pt x="564921" y="35140"/>
                  </a:lnTo>
                  <a:lnTo>
                    <a:pt x="555777" y="41236"/>
                  </a:lnTo>
                  <a:lnTo>
                    <a:pt x="552640" y="44284"/>
                  </a:lnTo>
                  <a:lnTo>
                    <a:pt x="549592" y="48856"/>
                  </a:lnTo>
                  <a:lnTo>
                    <a:pt x="549592" y="36664"/>
                  </a:lnTo>
                  <a:lnTo>
                    <a:pt x="537400" y="36664"/>
                  </a:lnTo>
                  <a:lnTo>
                    <a:pt x="537400" y="112966"/>
                  </a:lnTo>
                  <a:lnTo>
                    <a:pt x="549592" y="112966"/>
                  </a:lnTo>
                  <a:lnTo>
                    <a:pt x="549592" y="62572"/>
                  </a:lnTo>
                  <a:lnTo>
                    <a:pt x="551116" y="56476"/>
                  </a:lnTo>
                  <a:lnTo>
                    <a:pt x="555777" y="51904"/>
                  </a:lnTo>
                  <a:lnTo>
                    <a:pt x="557809" y="48856"/>
                  </a:lnTo>
                  <a:lnTo>
                    <a:pt x="558825" y="47332"/>
                  </a:lnTo>
                  <a:lnTo>
                    <a:pt x="564921" y="44284"/>
                  </a:lnTo>
                  <a:lnTo>
                    <a:pt x="577113" y="44284"/>
                  </a:lnTo>
                  <a:lnTo>
                    <a:pt x="581685" y="47332"/>
                  </a:lnTo>
                  <a:lnTo>
                    <a:pt x="583209" y="50380"/>
                  </a:lnTo>
                  <a:lnTo>
                    <a:pt x="586257" y="54952"/>
                  </a:lnTo>
                  <a:lnTo>
                    <a:pt x="587781" y="61048"/>
                  </a:lnTo>
                  <a:lnTo>
                    <a:pt x="587781" y="112966"/>
                  </a:lnTo>
                  <a:lnTo>
                    <a:pt x="599973" y="112966"/>
                  </a:lnTo>
                  <a:lnTo>
                    <a:pt x="599973" y="56476"/>
                  </a:lnTo>
                  <a:close/>
                </a:path>
                <a:path w="1188085" h="368300">
                  <a:moveTo>
                    <a:pt x="679424" y="41249"/>
                  </a:moveTo>
                  <a:lnTo>
                    <a:pt x="676376" y="38201"/>
                  </a:lnTo>
                  <a:lnTo>
                    <a:pt x="671804" y="36677"/>
                  </a:lnTo>
                  <a:lnTo>
                    <a:pt x="668756" y="36677"/>
                  </a:lnTo>
                  <a:lnTo>
                    <a:pt x="665607" y="35153"/>
                  </a:lnTo>
                  <a:lnTo>
                    <a:pt x="657987" y="35153"/>
                  </a:lnTo>
                  <a:lnTo>
                    <a:pt x="649173" y="35737"/>
                  </a:lnTo>
                  <a:lnTo>
                    <a:pt x="618959" y="67462"/>
                  </a:lnTo>
                  <a:lnTo>
                    <a:pt x="618363" y="76301"/>
                  </a:lnTo>
                  <a:lnTo>
                    <a:pt x="618959" y="84874"/>
                  </a:lnTo>
                  <a:lnTo>
                    <a:pt x="647242" y="113893"/>
                  </a:lnTo>
                  <a:lnTo>
                    <a:pt x="654939" y="114490"/>
                  </a:lnTo>
                  <a:lnTo>
                    <a:pt x="662559" y="114490"/>
                  </a:lnTo>
                  <a:lnTo>
                    <a:pt x="667232" y="112966"/>
                  </a:lnTo>
                  <a:lnTo>
                    <a:pt x="673328" y="109918"/>
                  </a:lnTo>
                  <a:lnTo>
                    <a:pt x="677900" y="108394"/>
                  </a:lnTo>
                  <a:lnTo>
                    <a:pt x="671804" y="99161"/>
                  </a:lnTo>
                  <a:lnTo>
                    <a:pt x="668756" y="100774"/>
                  </a:lnTo>
                  <a:lnTo>
                    <a:pt x="667232" y="102298"/>
                  </a:lnTo>
                  <a:lnTo>
                    <a:pt x="664083" y="102298"/>
                  </a:lnTo>
                  <a:lnTo>
                    <a:pt x="661035" y="103822"/>
                  </a:lnTo>
                  <a:lnTo>
                    <a:pt x="648843" y="103822"/>
                  </a:lnTo>
                  <a:lnTo>
                    <a:pt x="642747" y="100774"/>
                  </a:lnTo>
                  <a:lnTo>
                    <a:pt x="633603" y="91541"/>
                  </a:lnTo>
                  <a:lnTo>
                    <a:pt x="630555" y="83921"/>
                  </a:lnTo>
                  <a:lnTo>
                    <a:pt x="630555" y="65633"/>
                  </a:lnTo>
                  <a:lnTo>
                    <a:pt x="633603" y="59537"/>
                  </a:lnTo>
                  <a:lnTo>
                    <a:pt x="642747" y="47345"/>
                  </a:lnTo>
                  <a:lnTo>
                    <a:pt x="648843" y="44297"/>
                  </a:lnTo>
                  <a:lnTo>
                    <a:pt x="659511" y="44297"/>
                  </a:lnTo>
                  <a:lnTo>
                    <a:pt x="662559" y="45821"/>
                  </a:lnTo>
                  <a:lnTo>
                    <a:pt x="665607" y="45821"/>
                  </a:lnTo>
                  <a:lnTo>
                    <a:pt x="668756" y="47345"/>
                  </a:lnTo>
                  <a:lnTo>
                    <a:pt x="671804" y="47345"/>
                  </a:lnTo>
                  <a:lnTo>
                    <a:pt x="674852" y="48869"/>
                  </a:lnTo>
                  <a:lnTo>
                    <a:pt x="679424" y="41249"/>
                  </a:lnTo>
                  <a:close/>
                </a:path>
                <a:path w="1188085" h="368300">
                  <a:moveTo>
                    <a:pt x="734377" y="35052"/>
                  </a:moveTo>
                  <a:lnTo>
                    <a:pt x="722185" y="35052"/>
                  </a:lnTo>
                  <a:lnTo>
                    <a:pt x="717613" y="36576"/>
                  </a:lnTo>
                  <a:lnTo>
                    <a:pt x="714565" y="39624"/>
                  </a:lnTo>
                  <a:lnTo>
                    <a:pt x="711517" y="41236"/>
                  </a:lnTo>
                  <a:lnTo>
                    <a:pt x="708469" y="45808"/>
                  </a:lnTo>
                  <a:lnTo>
                    <a:pt x="706945" y="51904"/>
                  </a:lnTo>
                  <a:lnTo>
                    <a:pt x="706945" y="36576"/>
                  </a:lnTo>
                  <a:lnTo>
                    <a:pt x="694753" y="36576"/>
                  </a:lnTo>
                  <a:lnTo>
                    <a:pt x="694753" y="112966"/>
                  </a:lnTo>
                  <a:lnTo>
                    <a:pt x="706945" y="112966"/>
                  </a:lnTo>
                  <a:lnTo>
                    <a:pt x="706945" y="65620"/>
                  </a:lnTo>
                  <a:lnTo>
                    <a:pt x="708469" y="59524"/>
                  </a:lnTo>
                  <a:lnTo>
                    <a:pt x="711517" y="53428"/>
                  </a:lnTo>
                  <a:lnTo>
                    <a:pt x="713041" y="51904"/>
                  </a:lnTo>
                  <a:lnTo>
                    <a:pt x="716089" y="48856"/>
                  </a:lnTo>
                  <a:lnTo>
                    <a:pt x="720661" y="45808"/>
                  </a:lnTo>
                  <a:lnTo>
                    <a:pt x="731329" y="45808"/>
                  </a:lnTo>
                  <a:lnTo>
                    <a:pt x="731329" y="47332"/>
                  </a:lnTo>
                  <a:lnTo>
                    <a:pt x="731710" y="45808"/>
                  </a:lnTo>
                  <a:lnTo>
                    <a:pt x="734377" y="35052"/>
                  </a:lnTo>
                  <a:close/>
                </a:path>
                <a:path w="1188085" h="368300">
                  <a:moveTo>
                    <a:pt x="807631" y="36664"/>
                  </a:moveTo>
                  <a:lnTo>
                    <a:pt x="795439" y="36664"/>
                  </a:lnTo>
                  <a:lnTo>
                    <a:pt x="774103" y="94576"/>
                  </a:lnTo>
                  <a:lnTo>
                    <a:pt x="772579" y="96100"/>
                  </a:lnTo>
                  <a:lnTo>
                    <a:pt x="772579" y="100774"/>
                  </a:lnTo>
                  <a:lnTo>
                    <a:pt x="771055" y="100774"/>
                  </a:lnTo>
                  <a:lnTo>
                    <a:pt x="771055" y="94576"/>
                  </a:lnTo>
                  <a:lnTo>
                    <a:pt x="769429" y="94576"/>
                  </a:lnTo>
                  <a:lnTo>
                    <a:pt x="749617" y="36664"/>
                  </a:lnTo>
                  <a:lnTo>
                    <a:pt x="735901" y="36664"/>
                  </a:lnTo>
                  <a:lnTo>
                    <a:pt x="766381" y="112966"/>
                  </a:lnTo>
                  <a:lnTo>
                    <a:pt x="755713" y="134302"/>
                  </a:lnTo>
                  <a:lnTo>
                    <a:pt x="754189" y="135826"/>
                  </a:lnTo>
                  <a:lnTo>
                    <a:pt x="751141" y="137350"/>
                  </a:lnTo>
                  <a:lnTo>
                    <a:pt x="740473" y="137350"/>
                  </a:lnTo>
                  <a:lnTo>
                    <a:pt x="738949" y="148018"/>
                  </a:lnTo>
                  <a:lnTo>
                    <a:pt x="752665" y="148018"/>
                  </a:lnTo>
                  <a:lnTo>
                    <a:pt x="757237" y="146494"/>
                  </a:lnTo>
                  <a:lnTo>
                    <a:pt x="761809" y="143446"/>
                  </a:lnTo>
                  <a:lnTo>
                    <a:pt x="764857" y="138874"/>
                  </a:lnTo>
                  <a:lnTo>
                    <a:pt x="769429" y="134302"/>
                  </a:lnTo>
                  <a:lnTo>
                    <a:pt x="772579" y="126682"/>
                  </a:lnTo>
                  <a:lnTo>
                    <a:pt x="782662" y="100774"/>
                  </a:lnTo>
                  <a:lnTo>
                    <a:pt x="807631" y="36664"/>
                  </a:lnTo>
                  <a:close/>
                </a:path>
                <a:path w="1188085" h="368300">
                  <a:moveTo>
                    <a:pt x="891628" y="71716"/>
                  </a:moveTo>
                  <a:lnTo>
                    <a:pt x="879348" y="40220"/>
                  </a:lnTo>
                  <a:lnTo>
                    <a:pt x="879348" y="82486"/>
                  </a:lnTo>
                  <a:lnTo>
                    <a:pt x="876300" y="90106"/>
                  </a:lnTo>
                  <a:lnTo>
                    <a:pt x="873252" y="96202"/>
                  </a:lnTo>
                  <a:lnTo>
                    <a:pt x="868680" y="100774"/>
                  </a:lnTo>
                  <a:lnTo>
                    <a:pt x="862584" y="103822"/>
                  </a:lnTo>
                  <a:lnTo>
                    <a:pt x="848868" y="103822"/>
                  </a:lnTo>
                  <a:lnTo>
                    <a:pt x="844296" y="102298"/>
                  </a:lnTo>
                  <a:lnTo>
                    <a:pt x="835152" y="93154"/>
                  </a:lnTo>
                  <a:lnTo>
                    <a:pt x="833628" y="87058"/>
                  </a:lnTo>
                  <a:lnTo>
                    <a:pt x="833628" y="62572"/>
                  </a:lnTo>
                  <a:lnTo>
                    <a:pt x="835152" y="56476"/>
                  </a:lnTo>
                  <a:lnTo>
                    <a:pt x="841336" y="50292"/>
                  </a:lnTo>
                  <a:lnTo>
                    <a:pt x="844296" y="47332"/>
                  </a:lnTo>
                  <a:lnTo>
                    <a:pt x="850392" y="44284"/>
                  </a:lnTo>
                  <a:lnTo>
                    <a:pt x="864108" y="44284"/>
                  </a:lnTo>
                  <a:lnTo>
                    <a:pt x="879348" y="82486"/>
                  </a:lnTo>
                  <a:lnTo>
                    <a:pt x="879348" y="40220"/>
                  </a:lnTo>
                  <a:lnTo>
                    <a:pt x="877824" y="38188"/>
                  </a:lnTo>
                  <a:lnTo>
                    <a:pt x="870204" y="35140"/>
                  </a:lnTo>
                  <a:lnTo>
                    <a:pt x="848868" y="35140"/>
                  </a:lnTo>
                  <a:lnTo>
                    <a:pt x="839724" y="41236"/>
                  </a:lnTo>
                  <a:lnTo>
                    <a:pt x="836676" y="44284"/>
                  </a:lnTo>
                  <a:lnTo>
                    <a:pt x="833678" y="50292"/>
                  </a:lnTo>
                  <a:lnTo>
                    <a:pt x="833628" y="36664"/>
                  </a:lnTo>
                  <a:lnTo>
                    <a:pt x="821334" y="36664"/>
                  </a:lnTo>
                  <a:lnTo>
                    <a:pt x="821334" y="148018"/>
                  </a:lnTo>
                  <a:lnTo>
                    <a:pt x="833628" y="148018"/>
                  </a:lnTo>
                  <a:lnTo>
                    <a:pt x="833628" y="102298"/>
                  </a:lnTo>
                  <a:lnTo>
                    <a:pt x="842772" y="111442"/>
                  </a:lnTo>
                  <a:lnTo>
                    <a:pt x="851916" y="114490"/>
                  </a:lnTo>
                  <a:lnTo>
                    <a:pt x="856488" y="114490"/>
                  </a:lnTo>
                  <a:lnTo>
                    <a:pt x="864184" y="113652"/>
                  </a:lnTo>
                  <a:lnTo>
                    <a:pt x="871156" y="111252"/>
                  </a:lnTo>
                  <a:lnTo>
                    <a:pt x="877277" y="107416"/>
                  </a:lnTo>
                  <a:lnTo>
                    <a:pt x="880872" y="103822"/>
                  </a:lnTo>
                  <a:lnTo>
                    <a:pt x="882396" y="102298"/>
                  </a:lnTo>
                  <a:lnTo>
                    <a:pt x="886472" y="96202"/>
                  </a:lnTo>
                  <a:lnTo>
                    <a:pt x="889342" y="89331"/>
                  </a:lnTo>
                  <a:lnTo>
                    <a:pt x="891057" y="81254"/>
                  </a:lnTo>
                  <a:lnTo>
                    <a:pt x="891628" y="71716"/>
                  </a:lnTo>
                  <a:close/>
                </a:path>
                <a:path w="1188085" h="368300">
                  <a:moveTo>
                    <a:pt x="946594" y="36677"/>
                  </a:moveTo>
                  <a:lnTo>
                    <a:pt x="926782" y="36677"/>
                  </a:lnTo>
                  <a:lnTo>
                    <a:pt x="926782" y="13817"/>
                  </a:lnTo>
                  <a:lnTo>
                    <a:pt x="914590" y="18389"/>
                  </a:lnTo>
                  <a:lnTo>
                    <a:pt x="914590" y="36677"/>
                  </a:lnTo>
                  <a:lnTo>
                    <a:pt x="902296" y="36677"/>
                  </a:lnTo>
                  <a:lnTo>
                    <a:pt x="902296" y="47345"/>
                  </a:lnTo>
                  <a:lnTo>
                    <a:pt x="914590" y="47345"/>
                  </a:lnTo>
                  <a:lnTo>
                    <a:pt x="914590" y="100774"/>
                  </a:lnTo>
                  <a:lnTo>
                    <a:pt x="916114" y="105346"/>
                  </a:lnTo>
                  <a:lnTo>
                    <a:pt x="920686" y="108394"/>
                  </a:lnTo>
                  <a:lnTo>
                    <a:pt x="923734" y="112966"/>
                  </a:lnTo>
                  <a:lnTo>
                    <a:pt x="928306" y="114490"/>
                  </a:lnTo>
                  <a:lnTo>
                    <a:pt x="938974" y="114490"/>
                  </a:lnTo>
                  <a:lnTo>
                    <a:pt x="940498" y="112966"/>
                  </a:lnTo>
                  <a:lnTo>
                    <a:pt x="945070" y="112966"/>
                  </a:lnTo>
                  <a:lnTo>
                    <a:pt x="946594" y="111442"/>
                  </a:lnTo>
                  <a:lnTo>
                    <a:pt x="945070" y="102298"/>
                  </a:lnTo>
                  <a:lnTo>
                    <a:pt x="943546" y="102298"/>
                  </a:lnTo>
                  <a:lnTo>
                    <a:pt x="942022" y="103822"/>
                  </a:lnTo>
                  <a:lnTo>
                    <a:pt x="931354" y="103822"/>
                  </a:lnTo>
                  <a:lnTo>
                    <a:pt x="929830" y="100774"/>
                  </a:lnTo>
                  <a:lnTo>
                    <a:pt x="928306" y="99250"/>
                  </a:lnTo>
                  <a:lnTo>
                    <a:pt x="926782" y="96202"/>
                  </a:lnTo>
                  <a:lnTo>
                    <a:pt x="926782" y="47345"/>
                  </a:lnTo>
                  <a:lnTo>
                    <a:pt x="946594" y="47345"/>
                  </a:lnTo>
                  <a:lnTo>
                    <a:pt x="946594" y="36677"/>
                  </a:lnTo>
                  <a:close/>
                </a:path>
                <a:path w="1188085" h="368300">
                  <a:moveTo>
                    <a:pt x="975550" y="36664"/>
                  </a:moveTo>
                  <a:lnTo>
                    <a:pt x="963358" y="36664"/>
                  </a:lnTo>
                  <a:lnTo>
                    <a:pt x="963358" y="112966"/>
                  </a:lnTo>
                  <a:lnTo>
                    <a:pt x="975550" y="112966"/>
                  </a:lnTo>
                  <a:lnTo>
                    <a:pt x="975550" y="36664"/>
                  </a:lnTo>
                  <a:close/>
                </a:path>
                <a:path w="1188085" h="368300">
                  <a:moveTo>
                    <a:pt x="977074" y="4572"/>
                  </a:moveTo>
                  <a:lnTo>
                    <a:pt x="974026" y="1524"/>
                  </a:lnTo>
                  <a:lnTo>
                    <a:pt x="970978" y="0"/>
                  </a:lnTo>
                  <a:lnTo>
                    <a:pt x="966406" y="0"/>
                  </a:lnTo>
                  <a:lnTo>
                    <a:pt x="963358" y="3048"/>
                  </a:lnTo>
                  <a:lnTo>
                    <a:pt x="960310" y="4572"/>
                  </a:lnTo>
                  <a:lnTo>
                    <a:pt x="960310" y="13716"/>
                  </a:lnTo>
                  <a:lnTo>
                    <a:pt x="963358" y="15240"/>
                  </a:lnTo>
                  <a:lnTo>
                    <a:pt x="966406" y="18288"/>
                  </a:lnTo>
                  <a:lnTo>
                    <a:pt x="970978" y="18288"/>
                  </a:lnTo>
                  <a:lnTo>
                    <a:pt x="974026" y="16764"/>
                  </a:lnTo>
                  <a:lnTo>
                    <a:pt x="977074" y="13716"/>
                  </a:lnTo>
                  <a:lnTo>
                    <a:pt x="977074" y="4572"/>
                  </a:lnTo>
                  <a:close/>
                </a:path>
                <a:path w="1188085" h="368300">
                  <a:moveTo>
                    <a:pt x="1070229" y="74777"/>
                  </a:moveTo>
                  <a:lnTo>
                    <a:pt x="1056411" y="41884"/>
                  </a:lnTo>
                  <a:lnTo>
                    <a:pt x="1056411" y="83921"/>
                  </a:lnTo>
                  <a:lnTo>
                    <a:pt x="1054887" y="91541"/>
                  </a:lnTo>
                  <a:lnTo>
                    <a:pt x="1045743" y="100685"/>
                  </a:lnTo>
                  <a:lnTo>
                    <a:pt x="1039647" y="103733"/>
                  </a:lnTo>
                  <a:lnTo>
                    <a:pt x="1024407" y="103733"/>
                  </a:lnTo>
                  <a:lnTo>
                    <a:pt x="1018311" y="100685"/>
                  </a:lnTo>
                  <a:lnTo>
                    <a:pt x="1013650" y="96113"/>
                  </a:lnTo>
                  <a:lnTo>
                    <a:pt x="1009078" y="91541"/>
                  </a:lnTo>
                  <a:lnTo>
                    <a:pt x="1008964" y="90970"/>
                  </a:lnTo>
                  <a:lnTo>
                    <a:pt x="1007554" y="83921"/>
                  </a:lnTo>
                  <a:lnTo>
                    <a:pt x="1007618" y="65290"/>
                  </a:lnTo>
                  <a:lnTo>
                    <a:pt x="1009078" y="58013"/>
                  </a:lnTo>
                  <a:lnTo>
                    <a:pt x="1013650" y="53441"/>
                  </a:lnTo>
                  <a:lnTo>
                    <a:pt x="1018311" y="47345"/>
                  </a:lnTo>
                  <a:lnTo>
                    <a:pt x="1024407" y="44297"/>
                  </a:lnTo>
                  <a:lnTo>
                    <a:pt x="1039647" y="44297"/>
                  </a:lnTo>
                  <a:lnTo>
                    <a:pt x="1056411" y="83921"/>
                  </a:lnTo>
                  <a:lnTo>
                    <a:pt x="1056411" y="41884"/>
                  </a:lnTo>
                  <a:lnTo>
                    <a:pt x="1054341" y="40233"/>
                  </a:lnTo>
                  <a:lnTo>
                    <a:pt x="1048219" y="37350"/>
                  </a:lnTo>
                  <a:lnTo>
                    <a:pt x="1041247" y="35623"/>
                  </a:lnTo>
                  <a:lnTo>
                    <a:pt x="1033551" y="35052"/>
                  </a:lnTo>
                  <a:lnTo>
                    <a:pt x="1025296" y="35623"/>
                  </a:lnTo>
                  <a:lnTo>
                    <a:pt x="1025042" y="35623"/>
                  </a:lnTo>
                  <a:lnTo>
                    <a:pt x="994651" y="65963"/>
                  </a:lnTo>
                  <a:lnTo>
                    <a:pt x="993838" y="74777"/>
                  </a:lnTo>
                  <a:lnTo>
                    <a:pt x="994651" y="83362"/>
                  </a:lnTo>
                  <a:lnTo>
                    <a:pt x="1023442" y="113893"/>
                  </a:lnTo>
                  <a:lnTo>
                    <a:pt x="1032027" y="114490"/>
                  </a:lnTo>
                  <a:lnTo>
                    <a:pt x="1039749" y="113893"/>
                  </a:lnTo>
                  <a:lnTo>
                    <a:pt x="1069403" y="83362"/>
                  </a:lnTo>
                  <a:lnTo>
                    <a:pt x="1070229" y="74777"/>
                  </a:lnTo>
                  <a:close/>
                </a:path>
                <a:path w="1188085" h="368300">
                  <a:moveTo>
                    <a:pt x="1152715" y="56476"/>
                  </a:moveTo>
                  <a:lnTo>
                    <a:pt x="1149667" y="47332"/>
                  </a:lnTo>
                  <a:lnTo>
                    <a:pt x="1145095" y="42760"/>
                  </a:lnTo>
                  <a:lnTo>
                    <a:pt x="1142047" y="36664"/>
                  </a:lnTo>
                  <a:lnTo>
                    <a:pt x="1134325" y="35140"/>
                  </a:lnTo>
                  <a:lnTo>
                    <a:pt x="1116037" y="35140"/>
                  </a:lnTo>
                  <a:lnTo>
                    <a:pt x="1111465" y="38188"/>
                  </a:lnTo>
                  <a:lnTo>
                    <a:pt x="1108417" y="41236"/>
                  </a:lnTo>
                  <a:lnTo>
                    <a:pt x="1103845" y="44284"/>
                  </a:lnTo>
                  <a:lnTo>
                    <a:pt x="1102321" y="48856"/>
                  </a:lnTo>
                  <a:lnTo>
                    <a:pt x="1100797" y="48856"/>
                  </a:lnTo>
                  <a:lnTo>
                    <a:pt x="1100797" y="36664"/>
                  </a:lnTo>
                  <a:lnTo>
                    <a:pt x="1088605" y="36664"/>
                  </a:lnTo>
                  <a:lnTo>
                    <a:pt x="1088605" y="112966"/>
                  </a:lnTo>
                  <a:lnTo>
                    <a:pt x="1100797" y="112966"/>
                  </a:lnTo>
                  <a:lnTo>
                    <a:pt x="1100797" y="62572"/>
                  </a:lnTo>
                  <a:lnTo>
                    <a:pt x="1103845" y="56476"/>
                  </a:lnTo>
                  <a:lnTo>
                    <a:pt x="1106893" y="51904"/>
                  </a:lnTo>
                  <a:lnTo>
                    <a:pt x="1111465" y="47332"/>
                  </a:lnTo>
                  <a:lnTo>
                    <a:pt x="1116037" y="44284"/>
                  </a:lnTo>
                  <a:lnTo>
                    <a:pt x="1128229" y="44284"/>
                  </a:lnTo>
                  <a:lnTo>
                    <a:pt x="1132801" y="47332"/>
                  </a:lnTo>
                  <a:lnTo>
                    <a:pt x="1135849" y="50380"/>
                  </a:lnTo>
                  <a:lnTo>
                    <a:pt x="1138897" y="54952"/>
                  </a:lnTo>
                  <a:lnTo>
                    <a:pt x="1140421" y="61048"/>
                  </a:lnTo>
                  <a:lnTo>
                    <a:pt x="1140421" y="112966"/>
                  </a:lnTo>
                  <a:lnTo>
                    <a:pt x="1152715" y="112966"/>
                  </a:lnTo>
                  <a:lnTo>
                    <a:pt x="1152715" y="56476"/>
                  </a:lnTo>
                  <a:close/>
                </a:path>
                <a:path w="1188085" h="368300">
                  <a:moveTo>
                    <a:pt x="1187767" y="100774"/>
                  </a:moveTo>
                  <a:lnTo>
                    <a:pt x="1184719" y="97726"/>
                  </a:lnTo>
                  <a:lnTo>
                    <a:pt x="1175575" y="97726"/>
                  </a:lnTo>
                  <a:lnTo>
                    <a:pt x="1172527" y="100774"/>
                  </a:lnTo>
                  <a:lnTo>
                    <a:pt x="1171003" y="103822"/>
                  </a:lnTo>
                  <a:lnTo>
                    <a:pt x="1171003" y="108394"/>
                  </a:lnTo>
                  <a:lnTo>
                    <a:pt x="1177099" y="114490"/>
                  </a:lnTo>
                  <a:lnTo>
                    <a:pt x="1180147" y="114490"/>
                  </a:lnTo>
                  <a:lnTo>
                    <a:pt x="1181671" y="114490"/>
                  </a:lnTo>
                  <a:lnTo>
                    <a:pt x="1184719" y="112966"/>
                  </a:lnTo>
                  <a:lnTo>
                    <a:pt x="1187767" y="109918"/>
                  </a:lnTo>
                  <a:lnTo>
                    <a:pt x="1187767" y="100774"/>
                  </a:lnTo>
                  <a:close/>
                </a:path>
              </a:pathLst>
            </a:custGeom>
            <a:solidFill>
              <a:srgbClr val="232323"/>
            </a:solidFill>
          </p:spPr>
          <p:txBody>
            <a:bodyPr wrap="square" lIns="0" tIns="0" rIns="0" bIns="0" rtlCol="0"/>
            <a:lstStyle/>
            <a:p>
              <a:endParaRPr/>
            </a:p>
          </p:txBody>
        </p:sp>
        <p:pic>
          <p:nvPicPr>
            <p:cNvPr id="100" name="object 100"/>
            <p:cNvPicPr/>
            <p:nvPr/>
          </p:nvPicPr>
          <p:blipFill>
            <a:blip r:embed="rId67" cstate="print"/>
            <a:stretch>
              <a:fillRect/>
            </a:stretch>
          </p:blipFill>
          <p:spPr>
            <a:xfrm>
              <a:off x="1596390" y="7449978"/>
              <a:ext cx="1659635" cy="114585"/>
            </a:xfrm>
            <a:prstGeom prst="rect">
              <a:avLst/>
            </a:prstGeom>
          </p:spPr>
        </p:pic>
        <p:pic>
          <p:nvPicPr>
            <p:cNvPr id="101" name="object 101"/>
            <p:cNvPicPr/>
            <p:nvPr/>
          </p:nvPicPr>
          <p:blipFill>
            <a:blip r:embed="rId68" cstate="print"/>
            <a:stretch>
              <a:fillRect/>
            </a:stretch>
          </p:blipFill>
          <p:spPr>
            <a:xfrm>
              <a:off x="3300412" y="7449978"/>
              <a:ext cx="1167860" cy="149542"/>
            </a:xfrm>
            <a:prstGeom prst="rect">
              <a:avLst/>
            </a:prstGeom>
          </p:spPr>
        </p:pic>
        <p:sp>
          <p:nvSpPr>
            <p:cNvPr id="102" name="object 102"/>
            <p:cNvSpPr/>
            <p:nvPr/>
          </p:nvSpPr>
          <p:spPr>
            <a:xfrm>
              <a:off x="1663636" y="7781162"/>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03" name="object 103"/>
            <p:cNvPicPr/>
            <p:nvPr/>
          </p:nvPicPr>
          <p:blipFill>
            <a:blip r:embed="rId69" cstate="print"/>
            <a:stretch>
              <a:fillRect/>
            </a:stretch>
          </p:blipFill>
          <p:spPr>
            <a:xfrm>
              <a:off x="1855946" y="7735347"/>
              <a:ext cx="986313" cy="116014"/>
            </a:xfrm>
            <a:prstGeom prst="rect">
              <a:avLst/>
            </a:prstGeom>
          </p:spPr>
        </p:pic>
        <p:pic>
          <p:nvPicPr>
            <p:cNvPr id="104" name="object 104"/>
            <p:cNvPicPr/>
            <p:nvPr/>
          </p:nvPicPr>
          <p:blipFill>
            <a:blip r:embed="rId70" cstate="print"/>
            <a:stretch>
              <a:fillRect/>
            </a:stretch>
          </p:blipFill>
          <p:spPr>
            <a:xfrm>
              <a:off x="2891123" y="7735347"/>
              <a:ext cx="1409223" cy="149637"/>
            </a:xfrm>
            <a:prstGeom prst="rect">
              <a:avLst/>
            </a:prstGeom>
          </p:spPr>
        </p:pic>
        <p:sp>
          <p:nvSpPr>
            <p:cNvPr id="105" name="object 105"/>
            <p:cNvSpPr/>
            <p:nvPr/>
          </p:nvSpPr>
          <p:spPr>
            <a:xfrm>
              <a:off x="1663636" y="8068151"/>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06" name="object 106"/>
            <p:cNvPicPr/>
            <p:nvPr/>
          </p:nvPicPr>
          <p:blipFill>
            <a:blip r:embed="rId71" cstate="print"/>
            <a:stretch>
              <a:fillRect/>
            </a:stretch>
          </p:blipFill>
          <p:spPr>
            <a:xfrm>
              <a:off x="1865185" y="8020811"/>
              <a:ext cx="2833687" cy="115919"/>
            </a:xfrm>
            <a:prstGeom prst="rect">
              <a:avLst/>
            </a:prstGeom>
          </p:spPr>
        </p:pic>
        <p:sp>
          <p:nvSpPr>
            <p:cNvPr id="107" name="object 107"/>
            <p:cNvSpPr/>
            <p:nvPr/>
          </p:nvSpPr>
          <p:spPr>
            <a:xfrm>
              <a:off x="1663636" y="8119973"/>
              <a:ext cx="3067685" cy="271780"/>
            </a:xfrm>
            <a:custGeom>
              <a:avLst/>
              <a:gdLst/>
              <a:ahLst/>
              <a:cxnLst/>
              <a:rect l="l" t="t" r="r" b="b"/>
              <a:pathLst>
                <a:path w="3067685" h="271779">
                  <a:moveTo>
                    <a:pt x="38100" y="247269"/>
                  </a:moveTo>
                  <a:lnTo>
                    <a:pt x="35052" y="242697"/>
                  </a:lnTo>
                  <a:lnTo>
                    <a:pt x="32004" y="239649"/>
                  </a:lnTo>
                  <a:lnTo>
                    <a:pt x="28956" y="235077"/>
                  </a:lnTo>
                  <a:lnTo>
                    <a:pt x="24384" y="233553"/>
                  </a:lnTo>
                  <a:lnTo>
                    <a:pt x="13716" y="233553"/>
                  </a:lnTo>
                  <a:lnTo>
                    <a:pt x="9144" y="235077"/>
                  </a:lnTo>
                  <a:lnTo>
                    <a:pt x="6096" y="239649"/>
                  </a:lnTo>
                  <a:lnTo>
                    <a:pt x="1524" y="242697"/>
                  </a:lnTo>
                  <a:lnTo>
                    <a:pt x="0" y="247269"/>
                  </a:lnTo>
                  <a:lnTo>
                    <a:pt x="0" y="257937"/>
                  </a:lnTo>
                  <a:lnTo>
                    <a:pt x="1524" y="262509"/>
                  </a:lnTo>
                  <a:lnTo>
                    <a:pt x="6096" y="265557"/>
                  </a:lnTo>
                  <a:lnTo>
                    <a:pt x="9144" y="270129"/>
                  </a:lnTo>
                  <a:lnTo>
                    <a:pt x="13716" y="271653"/>
                  </a:lnTo>
                  <a:lnTo>
                    <a:pt x="18288" y="271653"/>
                  </a:lnTo>
                  <a:lnTo>
                    <a:pt x="24384" y="271653"/>
                  </a:lnTo>
                  <a:lnTo>
                    <a:pt x="28956" y="270129"/>
                  </a:lnTo>
                  <a:lnTo>
                    <a:pt x="32004" y="265557"/>
                  </a:lnTo>
                  <a:lnTo>
                    <a:pt x="35052" y="262509"/>
                  </a:lnTo>
                  <a:lnTo>
                    <a:pt x="38100" y="257937"/>
                  </a:lnTo>
                  <a:lnTo>
                    <a:pt x="38100" y="247269"/>
                  </a:lnTo>
                  <a:close/>
                </a:path>
                <a:path w="3067685" h="271779">
                  <a:moveTo>
                    <a:pt x="3067240" y="6096"/>
                  </a:moveTo>
                  <a:lnTo>
                    <a:pt x="3061144" y="0"/>
                  </a:lnTo>
                  <a:lnTo>
                    <a:pt x="3055048" y="0"/>
                  </a:lnTo>
                  <a:lnTo>
                    <a:pt x="3048952" y="6096"/>
                  </a:lnTo>
                  <a:lnTo>
                    <a:pt x="3048952" y="10668"/>
                  </a:lnTo>
                  <a:lnTo>
                    <a:pt x="3050476" y="13716"/>
                  </a:lnTo>
                  <a:lnTo>
                    <a:pt x="3053524" y="16764"/>
                  </a:lnTo>
                  <a:lnTo>
                    <a:pt x="3058096" y="16764"/>
                  </a:lnTo>
                  <a:lnTo>
                    <a:pt x="3062668" y="16764"/>
                  </a:lnTo>
                  <a:lnTo>
                    <a:pt x="3065716" y="13716"/>
                  </a:lnTo>
                  <a:lnTo>
                    <a:pt x="3067240" y="10668"/>
                  </a:lnTo>
                  <a:lnTo>
                    <a:pt x="3067240" y="6096"/>
                  </a:lnTo>
                  <a:close/>
                </a:path>
              </a:pathLst>
            </a:custGeom>
            <a:solidFill>
              <a:srgbClr val="232323"/>
            </a:solidFill>
          </p:spPr>
          <p:txBody>
            <a:bodyPr wrap="square" lIns="0" tIns="0" rIns="0" bIns="0" rtlCol="0"/>
            <a:lstStyle/>
            <a:p>
              <a:endParaRPr/>
            </a:p>
          </p:txBody>
        </p:sp>
        <p:pic>
          <p:nvPicPr>
            <p:cNvPr id="108" name="object 108"/>
            <p:cNvPicPr/>
            <p:nvPr/>
          </p:nvPicPr>
          <p:blipFill>
            <a:blip r:embed="rId72" cstate="print"/>
            <a:stretch>
              <a:fillRect/>
            </a:stretch>
          </p:blipFill>
          <p:spPr>
            <a:xfrm>
              <a:off x="1865185" y="8309133"/>
              <a:ext cx="2610707" cy="148113"/>
            </a:xfrm>
            <a:prstGeom prst="rect">
              <a:avLst/>
            </a:prstGeom>
          </p:spPr>
        </p:pic>
        <p:sp>
          <p:nvSpPr>
            <p:cNvPr id="109" name="object 109"/>
            <p:cNvSpPr/>
            <p:nvPr/>
          </p:nvSpPr>
          <p:spPr>
            <a:xfrm>
              <a:off x="4497323" y="8406860"/>
              <a:ext cx="17145" cy="17145"/>
            </a:xfrm>
            <a:custGeom>
              <a:avLst/>
              <a:gdLst/>
              <a:ahLst/>
              <a:cxnLst/>
              <a:rect l="l" t="t" r="r" b="b"/>
              <a:pathLst>
                <a:path w="17145" h="17145">
                  <a:moveTo>
                    <a:pt x="10668" y="16763"/>
                  </a:moveTo>
                  <a:lnTo>
                    <a:pt x="7620" y="16763"/>
                  </a:lnTo>
                  <a:lnTo>
                    <a:pt x="6096" y="16763"/>
                  </a:lnTo>
                  <a:lnTo>
                    <a:pt x="4572" y="15239"/>
                  </a:lnTo>
                  <a:lnTo>
                    <a:pt x="1524" y="13715"/>
                  </a:lnTo>
                  <a:lnTo>
                    <a:pt x="0" y="12191"/>
                  </a:lnTo>
                  <a:lnTo>
                    <a:pt x="0" y="3047"/>
                  </a:lnTo>
                  <a:lnTo>
                    <a:pt x="1524" y="1523"/>
                  </a:lnTo>
                  <a:lnTo>
                    <a:pt x="4572" y="0"/>
                  </a:lnTo>
                  <a:lnTo>
                    <a:pt x="12192" y="0"/>
                  </a:lnTo>
                  <a:lnTo>
                    <a:pt x="13716" y="1523"/>
                  </a:lnTo>
                  <a:lnTo>
                    <a:pt x="16764" y="3047"/>
                  </a:lnTo>
                  <a:lnTo>
                    <a:pt x="16764" y="12191"/>
                  </a:lnTo>
                  <a:lnTo>
                    <a:pt x="13716" y="13715"/>
                  </a:lnTo>
                  <a:lnTo>
                    <a:pt x="10668" y="16763"/>
                  </a:lnTo>
                  <a:close/>
                </a:path>
              </a:pathLst>
            </a:custGeom>
            <a:solidFill>
              <a:srgbClr val="232323"/>
            </a:solidFill>
          </p:spPr>
          <p:txBody>
            <a:bodyPr wrap="square" lIns="0" tIns="0" rIns="0" bIns="0" rtlCol="0"/>
            <a:lstStyle/>
            <a:p>
              <a:endParaRPr/>
            </a:p>
          </p:txBody>
        </p:sp>
        <p:pic>
          <p:nvPicPr>
            <p:cNvPr id="110" name="object 110"/>
            <p:cNvPicPr/>
            <p:nvPr/>
          </p:nvPicPr>
          <p:blipFill>
            <a:blip r:embed="rId73" cstate="print"/>
            <a:stretch>
              <a:fillRect/>
            </a:stretch>
          </p:blipFill>
          <p:spPr>
            <a:xfrm>
              <a:off x="1344548" y="8676894"/>
              <a:ext cx="132778" cy="138874"/>
            </a:xfrm>
            <a:prstGeom prst="rect">
              <a:avLst/>
            </a:prstGeom>
          </p:spPr>
        </p:pic>
        <p:pic>
          <p:nvPicPr>
            <p:cNvPr id="111" name="object 111"/>
            <p:cNvPicPr/>
            <p:nvPr/>
          </p:nvPicPr>
          <p:blipFill>
            <a:blip r:embed="rId74" cstate="print"/>
            <a:stretch>
              <a:fillRect/>
            </a:stretch>
          </p:blipFill>
          <p:spPr>
            <a:xfrm>
              <a:off x="1546002" y="8672321"/>
              <a:ext cx="2737580" cy="184785"/>
            </a:xfrm>
            <a:prstGeom prst="rect">
              <a:avLst/>
            </a:prstGeom>
          </p:spPr>
        </p:pic>
        <p:sp>
          <p:nvSpPr>
            <p:cNvPr id="112" name="object 112"/>
            <p:cNvSpPr/>
            <p:nvPr/>
          </p:nvSpPr>
          <p:spPr>
            <a:xfrm>
              <a:off x="1405604" y="9021889"/>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113" name="object 113"/>
            <p:cNvPicPr/>
            <p:nvPr/>
          </p:nvPicPr>
          <p:blipFill>
            <a:blip r:embed="rId75" cstate="print"/>
            <a:stretch>
              <a:fillRect/>
            </a:stretch>
          </p:blipFill>
          <p:spPr>
            <a:xfrm>
              <a:off x="1596390" y="8975979"/>
              <a:ext cx="1265777" cy="149637"/>
            </a:xfrm>
            <a:prstGeom prst="rect">
              <a:avLst/>
            </a:prstGeom>
          </p:spPr>
        </p:pic>
        <p:pic>
          <p:nvPicPr>
            <p:cNvPr id="114" name="object 114"/>
            <p:cNvPicPr/>
            <p:nvPr/>
          </p:nvPicPr>
          <p:blipFill>
            <a:blip r:embed="rId76" cstate="print"/>
            <a:stretch>
              <a:fillRect/>
            </a:stretch>
          </p:blipFill>
          <p:spPr>
            <a:xfrm>
              <a:off x="2926270" y="8976074"/>
              <a:ext cx="1258061" cy="149541"/>
            </a:xfrm>
            <a:prstGeom prst="rect">
              <a:avLst/>
            </a:prstGeom>
          </p:spPr>
        </p:pic>
        <p:sp>
          <p:nvSpPr>
            <p:cNvPr id="115" name="object 115"/>
            <p:cNvSpPr/>
            <p:nvPr/>
          </p:nvSpPr>
          <p:spPr>
            <a:xfrm>
              <a:off x="1663636" y="9307258"/>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116" name="object 116"/>
            <p:cNvPicPr/>
            <p:nvPr/>
          </p:nvPicPr>
          <p:blipFill>
            <a:blip r:embed="rId77" cstate="print"/>
            <a:stretch>
              <a:fillRect/>
            </a:stretch>
          </p:blipFill>
          <p:spPr>
            <a:xfrm>
              <a:off x="1865185" y="9261443"/>
              <a:ext cx="2516123" cy="149637"/>
            </a:xfrm>
            <a:prstGeom prst="rect">
              <a:avLst/>
            </a:prstGeom>
          </p:spPr>
        </p:pic>
        <p:sp>
          <p:nvSpPr>
            <p:cNvPr id="117" name="object 117"/>
            <p:cNvSpPr/>
            <p:nvPr/>
          </p:nvSpPr>
          <p:spPr>
            <a:xfrm>
              <a:off x="1663636" y="9360699"/>
              <a:ext cx="2748280" cy="270510"/>
            </a:xfrm>
            <a:custGeom>
              <a:avLst/>
              <a:gdLst/>
              <a:ahLst/>
              <a:cxnLst/>
              <a:rect l="l" t="t" r="r" b="b"/>
              <a:pathLst>
                <a:path w="2748279" h="270509">
                  <a:moveTo>
                    <a:pt x="38100" y="247269"/>
                  </a:moveTo>
                  <a:lnTo>
                    <a:pt x="32004" y="238125"/>
                  </a:lnTo>
                  <a:lnTo>
                    <a:pt x="28956" y="235077"/>
                  </a:lnTo>
                  <a:lnTo>
                    <a:pt x="24384" y="233553"/>
                  </a:lnTo>
                  <a:lnTo>
                    <a:pt x="13716" y="233553"/>
                  </a:lnTo>
                  <a:lnTo>
                    <a:pt x="9144" y="235077"/>
                  </a:lnTo>
                  <a:lnTo>
                    <a:pt x="1524" y="242697"/>
                  </a:lnTo>
                  <a:lnTo>
                    <a:pt x="0" y="247269"/>
                  </a:lnTo>
                  <a:lnTo>
                    <a:pt x="0" y="257937"/>
                  </a:lnTo>
                  <a:lnTo>
                    <a:pt x="1524" y="260985"/>
                  </a:lnTo>
                  <a:lnTo>
                    <a:pt x="9144" y="268605"/>
                  </a:lnTo>
                  <a:lnTo>
                    <a:pt x="13716" y="270129"/>
                  </a:lnTo>
                  <a:lnTo>
                    <a:pt x="18288" y="270129"/>
                  </a:lnTo>
                  <a:lnTo>
                    <a:pt x="24384" y="270129"/>
                  </a:lnTo>
                  <a:lnTo>
                    <a:pt x="28956" y="268605"/>
                  </a:lnTo>
                  <a:lnTo>
                    <a:pt x="32004" y="265557"/>
                  </a:lnTo>
                  <a:lnTo>
                    <a:pt x="38100" y="256413"/>
                  </a:lnTo>
                  <a:lnTo>
                    <a:pt x="38100" y="247269"/>
                  </a:lnTo>
                  <a:close/>
                </a:path>
                <a:path w="2748279" h="270509">
                  <a:moveTo>
                    <a:pt x="2748153" y="3048"/>
                  </a:moveTo>
                  <a:lnTo>
                    <a:pt x="2745105" y="1524"/>
                  </a:lnTo>
                  <a:lnTo>
                    <a:pt x="2743581" y="0"/>
                  </a:lnTo>
                  <a:lnTo>
                    <a:pt x="2735961" y="0"/>
                  </a:lnTo>
                  <a:lnTo>
                    <a:pt x="2732913" y="1524"/>
                  </a:lnTo>
                  <a:lnTo>
                    <a:pt x="2731389" y="3048"/>
                  </a:lnTo>
                  <a:lnTo>
                    <a:pt x="2731389" y="12192"/>
                  </a:lnTo>
                  <a:lnTo>
                    <a:pt x="2732913" y="13716"/>
                  </a:lnTo>
                  <a:lnTo>
                    <a:pt x="2735961" y="15240"/>
                  </a:lnTo>
                  <a:lnTo>
                    <a:pt x="2737485" y="16764"/>
                  </a:lnTo>
                  <a:lnTo>
                    <a:pt x="2739009" y="16764"/>
                  </a:lnTo>
                  <a:lnTo>
                    <a:pt x="2742057" y="16764"/>
                  </a:lnTo>
                  <a:lnTo>
                    <a:pt x="2745105" y="13716"/>
                  </a:lnTo>
                  <a:lnTo>
                    <a:pt x="2748153" y="12192"/>
                  </a:lnTo>
                  <a:lnTo>
                    <a:pt x="2748153" y="3048"/>
                  </a:lnTo>
                  <a:close/>
                </a:path>
              </a:pathLst>
            </a:custGeom>
            <a:solidFill>
              <a:srgbClr val="232323"/>
            </a:solidFill>
          </p:spPr>
          <p:txBody>
            <a:bodyPr wrap="square" lIns="0" tIns="0" rIns="0" bIns="0" rtlCol="0"/>
            <a:lstStyle/>
            <a:p>
              <a:endParaRPr/>
            </a:p>
          </p:txBody>
        </p:sp>
        <p:pic>
          <p:nvPicPr>
            <p:cNvPr id="118" name="object 118"/>
            <p:cNvPicPr/>
            <p:nvPr/>
          </p:nvPicPr>
          <p:blipFill>
            <a:blip r:embed="rId78" cstate="print"/>
            <a:stretch>
              <a:fillRect/>
            </a:stretch>
          </p:blipFill>
          <p:spPr>
            <a:xfrm>
              <a:off x="1851374" y="9549955"/>
              <a:ext cx="348138" cy="112871"/>
            </a:xfrm>
            <a:prstGeom prst="rect">
              <a:avLst/>
            </a:prstGeom>
          </p:spPr>
        </p:pic>
        <p:sp>
          <p:nvSpPr>
            <p:cNvPr id="119" name="object 119"/>
            <p:cNvSpPr/>
            <p:nvPr/>
          </p:nvSpPr>
          <p:spPr>
            <a:xfrm>
              <a:off x="2223897" y="9548336"/>
              <a:ext cx="12700" cy="113030"/>
            </a:xfrm>
            <a:custGeom>
              <a:avLst/>
              <a:gdLst/>
              <a:ahLst/>
              <a:cxnLst/>
              <a:rect l="l" t="t" r="r" b="b"/>
              <a:pathLst>
                <a:path w="12700" h="113029">
                  <a:moveTo>
                    <a:pt x="12287" y="112966"/>
                  </a:moveTo>
                  <a:lnTo>
                    <a:pt x="0" y="112966"/>
                  </a:lnTo>
                  <a:lnTo>
                    <a:pt x="0" y="0"/>
                  </a:lnTo>
                  <a:lnTo>
                    <a:pt x="12287" y="0"/>
                  </a:lnTo>
                  <a:lnTo>
                    <a:pt x="12287" y="112966"/>
                  </a:lnTo>
                  <a:close/>
                </a:path>
              </a:pathLst>
            </a:custGeom>
            <a:solidFill>
              <a:srgbClr val="232323"/>
            </a:solidFill>
          </p:spPr>
          <p:txBody>
            <a:bodyPr wrap="square" lIns="0" tIns="0" rIns="0" bIns="0" rtlCol="0"/>
            <a:lstStyle/>
            <a:p>
              <a:endParaRPr/>
            </a:p>
          </p:txBody>
        </p:sp>
        <p:pic>
          <p:nvPicPr>
            <p:cNvPr id="120" name="object 120"/>
            <p:cNvPicPr/>
            <p:nvPr/>
          </p:nvPicPr>
          <p:blipFill>
            <a:blip r:embed="rId79" cstate="print"/>
            <a:stretch>
              <a:fillRect/>
            </a:stretch>
          </p:blipFill>
          <p:spPr>
            <a:xfrm>
              <a:off x="2301811" y="9546812"/>
              <a:ext cx="2697765" cy="151161"/>
            </a:xfrm>
            <a:prstGeom prst="rect">
              <a:avLst/>
            </a:prstGeom>
          </p:spPr>
        </p:pic>
        <p:sp>
          <p:nvSpPr>
            <p:cNvPr id="121" name="object 121"/>
            <p:cNvSpPr/>
            <p:nvPr/>
          </p:nvSpPr>
          <p:spPr>
            <a:xfrm>
              <a:off x="5066817" y="9549866"/>
              <a:ext cx="693420" cy="114935"/>
            </a:xfrm>
            <a:custGeom>
              <a:avLst/>
              <a:gdLst/>
              <a:ahLst/>
              <a:cxnLst/>
              <a:rect l="l" t="t" r="r" b="b"/>
              <a:pathLst>
                <a:path w="693420" h="114934">
                  <a:moveTo>
                    <a:pt x="39624" y="35140"/>
                  </a:moveTo>
                  <a:lnTo>
                    <a:pt x="36576" y="35140"/>
                  </a:lnTo>
                  <a:lnTo>
                    <a:pt x="35052" y="33616"/>
                  </a:lnTo>
                  <a:lnTo>
                    <a:pt x="27432" y="33616"/>
                  </a:lnTo>
                  <a:lnTo>
                    <a:pt x="22860" y="35140"/>
                  </a:lnTo>
                  <a:lnTo>
                    <a:pt x="16764" y="41236"/>
                  </a:lnTo>
                  <a:lnTo>
                    <a:pt x="13716" y="45808"/>
                  </a:lnTo>
                  <a:lnTo>
                    <a:pt x="12192" y="50380"/>
                  </a:lnTo>
                  <a:lnTo>
                    <a:pt x="12192" y="35140"/>
                  </a:lnTo>
                  <a:lnTo>
                    <a:pt x="0" y="35140"/>
                  </a:lnTo>
                  <a:lnTo>
                    <a:pt x="0" y="111442"/>
                  </a:lnTo>
                  <a:lnTo>
                    <a:pt x="12192" y="111442"/>
                  </a:lnTo>
                  <a:lnTo>
                    <a:pt x="12192" y="65620"/>
                  </a:lnTo>
                  <a:lnTo>
                    <a:pt x="13716" y="58000"/>
                  </a:lnTo>
                  <a:lnTo>
                    <a:pt x="16764" y="53428"/>
                  </a:lnTo>
                  <a:lnTo>
                    <a:pt x="19050" y="50380"/>
                  </a:lnTo>
                  <a:lnTo>
                    <a:pt x="21336" y="47332"/>
                  </a:lnTo>
                  <a:lnTo>
                    <a:pt x="25908" y="45808"/>
                  </a:lnTo>
                  <a:lnTo>
                    <a:pt x="36576" y="45808"/>
                  </a:lnTo>
                  <a:lnTo>
                    <a:pt x="39624" y="35140"/>
                  </a:lnTo>
                  <a:close/>
                </a:path>
                <a:path w="693420" h="114934">
                  <a:moveTo>
                    <a:pt x="114490" y="70192"/>
                  </a:moveTo>
                  <a:lnTo>
                    <a:pt x="114261" y="67144"/>
                  </a:lnTo>
                  <a:lnTo>
                    <a:pt x="114160" y="65938"/>
                  </a:lnTo>
                  <a:lnTo>
                    <a:pt x="113906" y="62484"/>
                  </a:lnTo>
                  <a:lnTo>
                    <a:pt x="100672" y="36664"/>
                  </a:lnTo>
                  <a:lnTo>
                    <a:pt x="100672" y="59524"/>
                  </a:lnTo>
                  <a:lnTo>
                    <a:pt x="100672" y="67144"/>
                  </a:lnTo>
                  <a:lnTo>
                    <a:pt x="59436" y="67144"/>
                  </a:lnTo>
                  <a:lnTo>
                    <a:pt x="61048" y="59524"/>
                  </a:lnTo>
                  <a:lnTo>
                    <a:pt x="64096" y="53428"/>
                  </a:lnTo>
                  <a:lnTo>
                    <a:pt x="71716" y="45808"/>
                  </a:lnTo>
                  <a:lnTo>
                    <a:pt x="76288" y="44284"/>
                  </a:lnTo>
                  <a:lnTo>
                    <a:pt x="88480" y="44284"/>
                  </a:lnTo>
                  <a:lnTo>
                    <a:pt x="93052" y="45808"/>
                  </a:lnTo>
                  <a:lnTo>
                    <a:pt x="96100" y="50380"/>
                  </a:lnTo>
                  <a:lnTo>
                    <a:pt x="99148" y="53428"/>
                  </a:lnTo>
                  <a:lnTo>
                    <a:pt x="100672" y="59524"/>
                  </a:lnTo>
                  <a:lnTo>
                    <a:pt x="100672" y="36664"/>
                  </a:lnTo>
                  <a:lnTo>
                    <a:pt x="93052" y="33616"/>
                  </a:lnTo>
                  <a:lnTo>
                    <a:pt x="82384" y="33616"/>
                  </a:lnTo>
                  <a:lnTo>
                    <a:pt x="49530" y="57810"/>
                  </a:lnTo>
                  <a:lnTo>
                    <a:pt x="47739" y="67144"/>
                  </a:lnTo>
                  <a:lnTo>
                    <a:pt x="47244" y="74764"/>
                  </a:lnTo>
                  <a:lnTo>
                    <a:pt x="47345" y="76288"/>
                  </a:lnTo>
                  <a:lnTo>
                    <a:pt x="47815" y="83426"/>
                  </a:lnTo>
                  <a:lnTo>
                    <a:pt x="49530" y="91046"/>
                  </a:lnTo>
                  <a:lnTo>
                    <a:pt x="83908" y="112966"/>
                  </a:lnTo>
                  <a:lnTo>
                    <a:pt x="94576" y="112966"/>
                  </a:lnTo>
                  <a:lnTo>
                    <a:pt x="97624" y="111442"/>
                  </a:lnTo>
                  <a:lnTo>
                    <a:pt x="106768" y="108394"/>
                  </a:lnTo>
                  <a:lnTo>
                    <a:pt x="111340" y="105346"/>
                  </a:lnTo>
                  <a:lnTo>
                    <a:pt x="110324" y="103822"/>
                  </a:lnTo>
                  <a:lnTo>
                    <a:pt x="105244" y="96202"/>
                  </a:lnTo>
                  <a:lnTo>
                    <a:pt x="102196" y="99250"/>
                  </a:lnTo>
                  <a:lnTo>
                    <a:pt x="96100" y="102298"/>
                  </a:lnTo>
                  <a:lnTo>
                    <a:pt x="91528" y="102298"/>
                  </a:lnTo>
                  <a:lnTo>
                    <a:pt x="88480" y="103822"/>
                  </a:lnTo>
                  <a:lnTo>
                    <a:pt x="77812" y="103822"/>
                  </a:lnTo>
                  <a:lnTo>
                    <a:pt x="71716" y="100774"/>
                  </a:lnTo>
                  <a:lnTo>
                    <a:pt x="62572" y="91630"/>
                  </a:lnTo>
                  <a:lnTo>
                    <a:pt x="59436" y="85534"/>
                  </a:lnTo>
                  <a:lnTo>
                    <a:pt x="59436" y="76288"/>
                  </a:lnTo>
                  <a:lnTo>
                    <a:pt x="114490" y="76288"/>
                  </a:lnTo>
                  <a:lnTo>
                    <a:pt x="114490" y="70192"/>
                  </a:lnTo>
                  <a:close/>
                </a:path>
                <a:path w="693420" h="114934">
                  <a:moveTo>
                    <a:pt x="187744" y="39725"/>
                  </a:moveTo>
                  <a:lnTo>
                    <a:pt x="181546" y="36677"/>
                  </a:lnTo>
                  <a:lnTo>
                    <a:pt x="176974" y="35153"/>
                  </a:lnTo>
                  <a:lnTo>
                    <a:pt x="173926" y="33629"/>
                  </a:lnTo>
                  <a:lnTo>
                    <a:pt x="166306" y="33629"/>
                  </a:lnTo>
                  <a:lnTo>
                    <a:pt x="157708" y="34455"/>
                  </a:lnTo>
                  <a:lnTo>
                    <a:pt x="127406" y="66217"/>
                  </a:lnTo>
                  <a:lnTo>
                    <a:pt x="126593" y="74866"/>
                  </a:lnTo>
                  <a:lnTo>
                    <a:pt x="127406" y="83680"/>
                  </a:lnTo>
                  <a:lnTo>
                    <a:pt x="155778" y="112395"/>
                  </a:lnTo>
                  <a:lnTo>
                    <a:pt x="163258" y="112966"/>
                  </a:lnTo>
                  <a:lnTo>
                    <a:pt x="172402" y="112966"/>
                  </a:lnTo>
                  <a:lnTo>
                    <a:pt x="175450" y="111442"/>
                  </a:lnTo>
                  <a:lnTo>
                    <a:pt x="178498" y="111442"/>
                  </a:lnTo>
                  <a:lnTo>
                    <a:pt x="183172" y="109918"/>
                  </a:lnTo>
                  <a:lnTo>
                    <a:pt x="186220" y="106870"/>
                  </a:lnTo>
                  <a:lnTo>
                    <a:pt x="180022" y="99250"/>
                  </a:lnTo>
                  <a:lnTo>
                    <a:pt x="178498" y="100774"/>
                  </a:lnTo>
                  <a:lnTo>
                    <a:pt x="175450" y="100774"/>
                  </a:lnTo>
                  <a:lnTo>
                    <a:pt x="172402" y="102298"/>
                  </a:lnTo>
                  <a:lnTo>
                    <a:pt x="169354" y="102298"/>
                  </a:lnTo>
                  <a:lnTo>
                    <a:pt x="167830" y="103822"/>
                  </a:lnTo>
                  <a:lnTo>
                    <a:pt x="157162" y="103822"/>
                  </a:lnTo>
                  <a:lnTo>
                    <a:pt x="151066" y="100774"/>
                  </a:lnTo>
                  <a:lnTo>
                    <a:pt x="146494" y="96202"/>
                  </a:lnTo>
                  <a:lnTo>
                    <a:pt x="141922" y="90106"/>
                  </a:lnTo>
                  <a:lnTo>
                    <a:pt x="140398" y="84010"/>
                  </a:lnTo>
                  <a:lnTo>
                    <a:pt x="140398" y="65633"/>
                  </a:lnTo>
                  <a:lnTo>
                    <a:pt x="141922" y="58013"/>
                  </a:lnTo>
                  <a:lnTo>
                    <a:pt x="146494" y="51917"/>
                  </a:lnTo>
                  <a:lnTo>
                    <a:pt x="151066" y="47345"/>
                  </a:lnTo>
                  <a:lnTo>
                    <a:pt x="157162" y="44297"/>
                  </a:lnTo>
                  <a:lnTo>
                    <a:pt x="172402" y="44297"/>
                  </a:lnTo>
                  <a:lnTo>
                    <a:pt x="175450" y="45821"/>
                  </a:lnTo>
                  <a:lnTo>
                    <a:pt x="176974" y="45821"/>
                  </a:lnTo>
                  <a:lnTo>
                    <a:pt x="183172" y="48869"/>
                  </a:lnTo>
                  <a:lnTo>
                    <a:pt x="187744" y="39725"/>
                  </a:lnTo>
                  <a:close/>
                </a:path>
                <a:path w="693420" h="114934">
                  <a:moveTo>
                    <a:pt x="273177" y="73240"/>
                  </a:moveTo>
                  <a:lnTo>
                    <a:pt x="260985" y="42837"/>
                  </a:lnTo>
                  <a:lnTo>
                    <a:pt x="260985" y="64096"/>
                  </a:lnTo>
                  <a:lnTo>
                    <a:pt x="260985" y="83908"/>
                  </a:lnTo>
                  <a:lnTo>
                    <a:pt x="257937" y="90004"/>
                  </a:lnTo>
                  <a:lnTo>
                    <a:pt x="253365" y="96100"/>
                  </a:lnTo>
                  <a:lnTo>
                    <a:pt x="250317" y="100774"/>
                  </a:lnTo>
                  <a:lnTo>
                    <a:pt x="244221" y="103822"/>
                  </a:lnTo>
                  <a:lnTo>
                    <a:pt x="227368" y="103822"/>
                  </a:lnTo>
                  <a:lnTo>
                    <a:pt x="210604" y="82384"/>
                  </a:lnTo>
                  <a:lnTo>
                    <a:pt x="210604" y="64096"/>
                  </a:lnTo>
                  <a:lnTo>
                    <a:pt x="212128" y="58000"/>
                  </a:lnTo>
                  <a:lnTo>
                    <a:pt x="216700" y="51904"/>
                  </a:lnTo>
                  <a:lnTo>
                    <a:pt x="221272" y="47332"/>
                  </a:lnTo>
                  <a:lnTo>
                    <a:pt x="227368" y="44284"/>
                  </a:lnTo>
                  <a:lnTo>
                    <a:pt x="244221" y="44284"/>
                  </a:lnTo>
                  <a:lnTo>
                    <a:pt x="250317" y="47332"/>
                  </a:lnTo>
                  <a:lnTo>
                    <a:pt x="253365" y="51904"/>
                  </a:lnTo>
                  <a:lnTo>
                    <a:pt x="257937" y="56476"/>
                  </a:lnTo>
                  <a:lnTo>
                    <a:pt x="260985" y="64096"/>
                  </a:lnTo>
                  <a:lnTo>
                    <a:pt x="260985" y="42837"/>
                  </a:lnTo>
                  <a:lnTo>
                    <a:pt x="257390" y="39408"/>
                  </a:lnTo>
                  <a:lnTo>
                    <a:pt x="251269" y="36093"/>
                  </a:lnTo>
                  <a:lnTo>
                    <a:pt x="244297" y="34213"/>
                  </a:lnTo>
                  <a:lnTo>
                    <a:pt x="236601" y="33616"/>
                  </a:lnTo>
                  <a:lnTo>
                    <a:pt x="227952" y="34213"/>
                  </a:lnTo>
                  <a:lnTo>
                    <a:pt x="198983" y="65290"/>
                  </a:lnTo>
                  <a:lnTo>
                    <a:pt x="198412" y="74764"/>
                  </a:lnTo>
                  <a:lnTo>
                    <a:pt x="198983" y="83350"/>
                  </a:lnTo>
                  <a:lnTo>
                    <a:pt x="226669" y="112369"/>
                  </a:lnTo>
                  <a:lnTo>
                    <a:pt x="235077" y="112966"/>
                  </a:lnTo>
                  <a:lnTo>
                    <a:pt x="242798" y="112369"/>
                  </a:lnTo>
                  <a:lnTo>
                    <a:pt x="249936" y="110490"/>
                  </a:lnTo>
                  <a:lnTo>
                    <a:pt x="256514" y="107175"/>
                  </a:lnTo>
                  <a:lnTo>
                    <a:pt x="260629" y="103822"/>
                  </a:lnTo>
                  <a:lnTo>
                    <a:pt x="262509" y="102298"/>
                  </a:lnTo>
                  <a:lnTo>
                    <a:pt x="266128" y="97104"/>
                  </a:lnTo>
                  <a:lnTo>
                    <a:pt x="266801" y="96100"/>
                  </a:lnTo>
                  <a:lnTo>
                    <a:pt x="270129" y="89446"/>
                  </a:lnTo>
                  <a:lnTo>
                    <a:pt x="272364" y="81838"/>
                  </a:lnTo>
                  <a:lnTo>
                    <a:pt x="273177" y="73240"/>
                  </a:lnTo>
                  <a:close/>
                </a:path>
                <a:path w="693420" h="114934">
                  <a:moveTo>
                    <a:pt x="352615" y="35140"/>
                  </a:moveTo>
                  <a:lnTo>
                    <a:pt x="338899" y="35140"/>
                  </a:lnTo>
                  <a:lnTo>
                    <a:pt x="319087" y="91630"/>
                  </a:lnTo>
                  <a:lnTo>
                    <a:pt x="319087" y="93154"/>
                  </a:lnTo>
                  <a:lnTo>
                    <a:pt x="317563" y="94678"/>
                  </a:lnTo>
                  <a:lnTo>
                    <a:pt x="317563" y="102298"/>
                  </a:lnTo>
                  <a:lnTo>
                    <a:pt x="316039" y="102298"/>
                  </a:lnTo>
                  <a:lnTo>
                    <a:pt x="316039" y="96202"/>
                  </a:lnTo>
                  <a:lnTo>
                    <a:pt x="314515" y="94678"/>
                  </a:lnTo>
                  <a:lnTo>
                    <a:pt x="314515" y="91630"/>
                  </a:lnTo>
                  <a:lnTo>
                    <a:pt x="294601" y="35140"/>
                  </a:lnTo>
                  <a:lnTo>
                    <a:pt x="280885" y="35140"/>
                  </a:lnTo>
                  <a:lnTo>
                    <a:pt x="309943" y="111442"/>
                  </a:lnTo>
                  <a:lnTo>
                    <a:pt x="322135" y="111442"/>
                  </a:lnTo>
                  <a:lnTo>
                    <a:pt x="352615" y="35140"/>
                  </a:lnTo>
                  <a:close/>
                </a:path>
                <a:path w="693420" h="114934">
                  <a:moveTo>
                    <a:pt x="427482" y="70192"/>
                  </a:moveTo>
                  <a:lnTo>
                    <a:pt x="427253" y="67144"/>
                  </a:lnTo>
                  <a:lnTo>
                    <a:pt x="427164" y="65938"/>
                  </a:lnTo>
                  <a:lnTo>
                    <a:pt x="426910" y="62484"/>
                  </a:lnTo>
                  <a:lnTo>
                    <a:pt x="425183" y="55333"/>
                  </a:lnTo>
                  <a:lnTo>
                    <a:pt x="422300" y="48768"/>
                  </a:lnTo>
                  <a:lnTo>
                    <a:pt x="419277" y="44284"/>
                  </a:lnTo>
                  <a:lnTo>
                    <a:pt x="418249" y="42760"/>
                  </a:lnTo>
                  <a:lnTo>
                    <a:pt x="413677" y="36576"/>
                  </a:lnTo>
                  <a:lnTo>
                    <a:pt x="413677" y="59524"/>
                  </a:lnTo>
                  <a:lnTo>
                    <a:pt x="413677" y="67144"/>
                  </a:lnTo>
                  <a:lnTo>
                    <a:pt x="372529" y="67144"/>
                  </a:lnTo>
                  <a:lnTo>
                    <a:pt x="374053" y="59524"/>
                  </a:lnTo>
                  <a:lnTo>
                    <a:pt x="377101" y="53428"/>
                  </a:lnTo>
                  <a:lnTo>
                    <a:pt x="384721" y="45808"/>
                  </a:lnTo>
                  <a:lnTo>
                    <a:pt x="389293" y="44284"/>
                  </a:lnTo>
                  <a:lnTo>
                    <a:pt x="401485" y="44284"/>
                  </a:lnTo>
                  <a:lnTo>
                    <a:pt x="406057" y="45808"/>
                  </a:lnTo>
                  <a:lnTo>
                    <a:pt x="409105" y="50380"/>
                  </a:lnTo>
                  <a:lnTo>
                    <a:pt x="412153" y="53428"/>
                  </a:lnTo>
                  <a:lnTo>
                    <a:pt x="413677" y="59524"/>
                  </a:lnTo>
                  <a:lnTo>
                    <a:pt x="413677" y="36576"/>
                  </a:lnTo>
                  <a:lnTo>
                    <a:pt x="406057" y="33528"/>
                  </a:lnTo>
                  <a:lnTo>
                    <a:pt x="395389" y="33528"/>
                  </a:lnTo>
                  <a:lnTo>
                    <a:pt x="362521" y="57810"/>
                  </a:lnTo>
                  <a:lnTo>
                    <a:pt x="360730" y="67144"/>
                  </a:lnTo>
                  <a:lnTo>
                    <a:pt x="360235" y="74764"/>
                  </a:lnTo>
                  <a:lnTo>
                    <a:pt x="360337" y="76288"/>
                  </a:lnTo>
                  <a:lnTo>
                    <a:pt x="360807" y="83362"/>
                  </a:lnTo>
                  <a:lnTo>
                    <a:pt x="362521" y="90957"/>
                  </a:lnTo>
                  <a:lnTo>
                    <a:pt x="396913" y="112966"/>
                  </a:lnTo>
                  <a:lnTo>
                    <a:pt x="407581" y="112966"/>
                  </a:lnTo>
                  <a:lnTo>
                    <a:pt x="410629" y="111442"/>
                  </a:lnTo>
                  <a:lnTo>
                    <a:pt x="415201" y="109816"/>
                  </a:lnTo>
                  <a:lnTo>
                    <a:pt x="419773" y="108292"/>
                  </a:lnTo>
                  <a:lnTo>
                    <a:pt x="424434" y="105244"/>
                  </a:lnTo>
                  <a:lnTo>
                    <a:pt x="423405" y="103720"/>
                  </a:lnTo>
                  <a:lnTo>
                    <a:pt x="418249" y="96100"/>
                  </a:lnTo>
                  <a:lnTo>
                    <a:pt x="415201" y="99148"/>
                  </a:lnTo>
                  <a:lnTo>
                    <a:pt x="412153" y="100672"/>
                  </a:lnTo>
                  <a:lnTo>
                    <a:pt x="407581" y="102196"/>
                  </a:lnTo>
                  <a:lnTo>
                    <a:pt x="404533" y="102196"/>
                  </a:lnTo>
                  <a:lnTo>
                    <a:pt x="401485" y="103720"/>
                  </a:lnTo>
                  <a:lnTo>
                    <a:pt x="390817" y="103720"/>
                  </a:lnTo>
                  <a:lnTo>
                    <a:pt x="384721" y="100672"/>
                  </a:lnTo>
                  <a:lnTo>
                    <a:pt x="375577" y="91528"/>
                  </a:lnTo>
                  <a:lnTo>
                    <a:pt x="372529" y="85432"/>
                  </a:lnTo>
                  <a:lnTo>
                    <a:pt x="372529" y="76288"/>
                  </a:lnTo>
                  <a:lnTo>
                    <a:pt x="427482" y="76288"/>
                  </a:lnTo>
                  <a:lnTo>
                    <a:pt x="427482" y="70192"/>
                  </a:lnTo>
                  <a:close/>
                </a:path>
                <a:path w="693420" h="114934">
                  <a:moveTo>
                    <a:pt x="485482" y="35140"/>
                  </a:moveTo>
                  <a:lnTo>
                    <a:pt x="482434" y="35140"/>
                  </a:lnTo>
                  <a:lnTo>
                    <a:pt x="480822" y="33616"/>
                  </a:lnTo>
                  <a:lnTo>
                    <a:pt x="473202" y="33616"/>
                  </a:lnTo>
                  <a:lnTo>
                    <a:pt x="457962" y="50380"/>
                  </a:lnTo>
                  <a:lnTo>
                    <a:pt x="457962" y="35140"/>
                  </a:lnTo>
                  <a:lnTo>
                    <a:pt x="445770" y="35140"/>
                  </a:lnTo>
                  <a:lnTo>
                    <a:pt x="445770" y="111442"/>
                  </a:lnTo>
                  <a:lnTo>
                    <a:pt x="457962" y="111442"/>
                  </a:lnTo>
                  <a:lnTo>
                    <a:pt x="457962" y="65722"/>
                  </a:lnTo>
                  <a:lnTo>
                    <a:pt x="459486" y="58000"/>
                  </a:lnTo>
                  <a:lnTo>
                    <a:pt x="462534" y="53428"/>
                  </a:lnTo>
                  <a:lnTo>
                    <a:pt x="464820" y="50380"/>
                  </a:lnTo>
                  <a:lnTo>
                    <a:pt x="467106" y="47332"/>
                  </a:lnTo>
                  <a:lnTo>
                    <a:pt x="471678" y="45808"/>
                  </a:lnTo>
                  <a:lnTo>
                    <a:pt x="482434" y="45808"/>
                  </a:lnTo>
                  <a:lnTo>
                    <a:pt x="485482" y="35140"/>
                  </a:lnTo>
                  <a:close/>
                </a:path>
                <a:path w="693420" h="114934">
                  <a:moveTo>
                    <a:pt x="511403" y="35153"/>
                  </a:moveTo>
                  <a:lnTo>
                    <a:pt x="499198" y="35153"/>
                  </a:lnTo>
                  <a:lnTo>
                    <a:pt x="499198" y="111442"/>
                  </a:lnTo>
                  <a:lnTo>
                    <a:pt x="511403" y="111442"/>
                  </a:lnTo>
                  <a:lnTo>
                    <a:pt x="511403" y="35153"/>
                  </a:lnTo>
                  <a:close/>
                </a:path>
                <a:path w="693420" h="114934">
                  <a:moveTo>
                    <a:pt x="512927" y="4572"/>
                  </a:moveTo>
                  <a:lnTo>
                    <a:pt x="509879" y="1524"/>
                  </a:lnTo>
                  <a:lnTo>
                    <a:pt x="506831" y="0"/>
                  </a:lnTo>
                  <a:lnTo>
                    <a:pt x="502246" y="0"/>
                  </a:lnTo>
                  <a:lnTo>
                    <a:pt x="499198" y="3048"/>
                  </a:lnTo>
                  <a:lnTo>
                    <a:pt x="496150" y="4572"/>
                  </a:lnTo>
                  <a:lnTo>
                    <a:pt x="496150" y="13817"/>
                  </a:lnTo>
                  <a:lnTo>
                    <a:pt x="499198" y="15341"/>
                  </a:lnTo>
                  <a:lnTo>
                    <a:pt x="500722" y="16865"/>
                  </a:lnTo>
                  <a:lnTo>
                    <a:pt x="509879" y="16865"/>
                  </a:lnTo>
                  <a:lnTo>
                    <a:pt x="512927" y="13817"/>
                  </a:lnTo>
                  <a:lnTo>
                    <a:pt x="512927" y="4572"/>
                  </a:lnTo>
                  <a:close/>
                </a:path>
                <a:path w="693420" h="114934">
                  <a:moveTo>
                    <a:pt x="596925" y="70104"/>
                  </a:moveTo>
                  <a:lnTo>
                    <a:pt x="596709" y="67056"/>
                  </a:lnTo>
                  <a:lnTo>
                    <a:pt x="596646" y="66116"/>
                  </a:lnTo>
                  <a:lnTo>
                    <a:pt x="596379" y="62407"/>
                  </a:lnTo>
                  <a:lnTo>
                    <a:pt x="594829" y="55435"/>
                  </a:lnTo>
                  <a:lnTo>
                    <a:pt x="592429" y="49314"/>
                  </a:lnTo>
                  <a:lnTo>
                    <a:pt x="589305" y="44196"/>
                  </a:lnTo>
                  <a:lnTo>
                    <a:pt x="584733" y="39674"/>
                  </a:lnTo>
                  <a:lnTo>
                    <a:pt x="584733" y="59436"/>
                  </a:lnTo>
                  <a:lnTo>
                    <a:pt x="584733" y="67056"/>
                  </a:lnTo>
                  <a:lnTo>
                    <a:pt x="543496" y="67056"/>
                  </a:lnTo>
                  <a:lnTo>
                    <a:pt x="543496" y="59436"/>
                  </a:lnTo>
                  <a:lnTo>
                    <a:pt x="546544" y="54864"/>
                  </a:lnTo>
                  <a:lnTo>
                    <a:pt x="551116" y="50292"/>
                  </a:lnTo>
                  <a:lnTo>
                    <a:pt x="554164" y="45720"/>
                  </a:lnTo>
                  <a:lnTo>
                    <a:pt x="558736" y="44196"/>
                  </a:lnTo>
                  <a:lnTo>
                    <a:pt x="570928" y="44196"/>
                  </a:lnTo>
                  <a:lnTo>
                    <a:pt x="575500" y="45720"/>
                  </a:lnTo>
                  <a:lnTo>
                    <a:pt x="578548" y="50292"/>
                  </a:lnTo>
                  <a:lnTo>
                    <a:pt x="583120" y="54864"/>
                  </a:lnTo>
                  <a:lnTo>
                    <a:pt x="584733" y="59436"/>
                  </a:lnTo>
                  <a:lnTo>
                    <a:pt x="584733" y="39674"/>
                  </a:lnTo>
                  <a:lnTo>
                    <a:pt x="584377" y="39319"/>
                  </a:lnTo>
                  <a:lnTo>
                    <a:pt x="578751" y="36004"/>
                  </a:lnTo>
                  <a:lnTo>
                    <a:pt x="572287" y="34124"/>
                  </a:lnTo>
                  <a:lnTo>
                    <a:pt x="564832" y="33528"/>
                  </a:lnTo>
                  <a:lnTo>
                    <a:pt x="558025" y="34366"/>
                  </a:lnTo>
                  <a:lnTo>
                    <a:pt x="530301" y="66116"/>
                  </a:lnTo>
                  <a:lnTo>
                    <a:pt x="529678" y="74764"/>
                  </a:lnTo>
                  <a:lnTo>
                    <a:pt x="529793" y="76288"/>
                  </a:lnTo>
                  <a:lnTo>
                    <a:pt x="530301" y="83362"/>
                  </a:lnTo>
                  <a:lnTo>
                    <a:pt x="558660" y="113588"/>
                  </a:lnTo>
                  <a:lnTo>
                    <a:pt x="566356" y="114388"/>
                  </a:lnTo>
                  <a:lnTo>
                    <a:pt x="572452" y="114388"/>
                  </a:lnTo>
                  <a:lnTo>
                    <a:pt x="581596" y="111340"/>
                  </a:lnTo>
                  <a:lnTo>
                    <a:pt x="586257" y="111340"/>
                  </a:lnTo>
                  <a:lnTo>
                    <a:pt x="589305" y="108292"/>
                  </a:lnTo>
                  <a:lnTo>
                    <a:pt x="593877" y="105244"/>
                  </a:lnTo>
                  <a:lnTo>
                    <a:pt x="592658" y="103720"/>
                  </a:lnTo>
                  <a:lnTo>
                    <a:pt x="587781" y="97624"/>
                  </a:lnTo>
                  <a:lnTo>
                    <a:pt x="584733" y="99148"/>
                  </a:lnTo>
                  <a:lnTo>
                    <a:pt x="581596" y="100672"/>
                  </a:lnTo>
                  <a:lnTo>
                    <a:pt x="575500" y="103720"/>
                  </a:lnTo>
                  <a:lnTo>
                    <a:pt x="560260" y="103720"/>
                  </a:lnTo>
                  <a:lnTo>
                    <a:pt x="554164" y="100672"/>
                  </a:lnTo>
                  <a:lnTo>
                    <a:pt x="545020" y="91528"/>
                  </a:lnTo>
                  <a:lnTo>
                    <a:pt x="543496" y="85432"/>
                  </a:lnTo>
                  <a:lnTo>
                    <a:pt x="543496" y="76288"/>
                  </a:lnTo>
                  <a:lnTo>
                    <a:pt x="596925" y="76288"/>
                  </a:lnTo>
                  <a:lnTo>
                    <a:pt x="596925" y="70104"/>
                  </a:lnTo>
                  <a:close/>
                </a:path>
                <a:path w="693420" h="114934">
                  <a:moveTo>
                    <a:pt x="661035" y="84010"/>
                  </a:moveTo>
                  <a:lnTo>
                    <a:pt x="659511" y="79438"/>
                  </a:lnTo>
                  <a:lnTo>
                    <a:pt x="651891" y="71716"/>
                  </a:lnTo>
                  <a:lnTo>
                    <a:pt x="645795" y="68668"/>
                  </a:lnTo>
                  <a:lnTo>
                    <a:pt x="638073" y="67144"/>
                  </a:lnTo>
                  <a:lnTo>
                    <a:pt x="631977" y="65620"/>
                  </a:lnTo>
                  <a:lnTo>
                    <a:pt x="622833" y="61048"/>
                  </a:lnTo>
                  <a:lnTo>
                    <a:pt x="621309" y="58000"/>
                  </a:lnTo>
                  <a:lnTo>
                    <a:pt x="621309" y="51904"/>
                  </a:lnTo>
                  <a:lnTo>
                    <a:pt x="622833" y="48856"/>
                  </a:lnTo>
                  <a:lnTo>
                    <a:pt x="625881" y="47332"/>
                  </a:lnTo>
                  <a:lnTo>
                    <a:pt x="627405" y="44284"/>
                  </a:lnTo>
                  <a:lnTo>
                    <a:pt x="642645" y="44284"/>
                  </a:lnTo>
                  <a:lnTo>
                    <a:pt x="645795" y="45808"/>
                  </a:lnTo>
                  <a:lnTo>
                    <a:pt x="647319" y="45808"/>
                  </a:lnTo>
                  <a:lnTo>
                    <a:pt x="650367" y="47332"/>
                  </a:lnTo>
                  <a:lnTo>
                    <a:pt x="654939" y="50380"/>
                  </a:lnTo>
                  <a:lnTo>
                    <a:pt x="659511" y="41236"/>
                  </a:lnTo>
                  <a:lnTo>
                    <a:pt x="656463" y="38188"/>
                  </a:lnTo>
                  <a:lnTo>
                    <a:pt x="651891" y="36664"/>
                  </a:lnTo>
                  <a:lnTo>
                    <a:pt x="648843" y="35140"/>
                  </a:lnTo>
                  <a:lnTo>
                    <a:pt x="644271" y="33616"/>
                  </a:lnTo>
                  <a:lnTo>
                    <a:pt x="628929" y="33616"/>
                  </a:lnTo>
                  <a:lnTo>
                    <a:pt x="621309" y="35140"/>
                  </a:lnTo>
                  <a:lnTo>
                    <a:pt x="612165" y="44284"/>
                  </a:lnTo>
                  <a:lnTo>
                    <a:pt x="610641" y="48856"/>
                  </a:lnTo>
                  <a:lnTo>
                    <a:pt x="610641" y="61048"/>
                  </a:lnTo>
                  <a:lnTo>
                    <a:pt x="612165" y="65620"/>
                  </a:lnTo>
                  <a:lnTo>
                    <a:pt x="615213" y="68668"/>
                  </a:lnTo>
                  <a:lnTo>
                    <a:pt x="618261" y="73240"/>
                  </a:lnTo>
                  <a:lnTo>
                    <a:pt x="625881" y="76390"/>
                  </a:lnTo>
                  <a:lnTo>
                    <a:pt x="635025" y="77914"/>
                  </a:lnTo>
                  <a:lnTo>
                    <a:pt x="644271" y="80962"/>
                  </a:lnTo>
                  <a:lnTo>
                    <a:pt x="645795" y="84010"/>
                  </a:lnTo>
                  <a:lnTo>
                    <a:pt x="648843" y="85534"/>
                  </a:lnTo>
                  <a:lnTo>
                    <a:pt x="650367" y="88582"/>
                  </a:lnTo>
                  <a:lnTo>
                    <a:pt x="650367" y="96202"/>
                  </a:lnTo>
                  <a:lnTo>
                    <a:pt x="648843" y="99250"/>
                  </a:lnTo>
                  <a:lnTo>
                    <a:pt x="639597" y="103822"/>
                  </a:lnTo>
                  <a:lnTo>
                    <a:pt x="630453" y="103822"/>
                  </a:lnTo>
                  <a:lnTo>
                    <a:pt x="627405" y="102298"/>
                  </a:lnTo>
                  <a:lnTo>
                    <a:pt x="624357" y="102298"/>
                  </a:lnTo>
                  <a:lnTo>
                    <a:pt x="619785" y="100774"/>
                  </a:lnTo>
                  <a:lnTo>
                    <a:pt x="616737" y="99250"/>
                  </a:lnTo>
                  <a:lnTo>
                    <a:pt x="613689" y="96202"/>
                  </a:lnTo>
                  <a:lnTo>
                    <a:pt x="607593" y="105346"/>
                  </a:lnTo>
                  <a:lnTo>
                    <a:pt x="612165" y="108394"/>
                  </a:lnTo>
                  <a:lnTo>
                    <a:pt x="615213" y="109918"/>
                  </a:lnTo>
                  <a:lnTo>
                    <a:pt x="624357" y="112966"/>
                  </a:lnTo>
                  <a:lnTo>
                    <a:pt x="642645" y="112966"/>
                  </a:lnTo>
                  <a:lnTo>
                    <a:pt x="648843" y="111442"/>
                  </a:lnTo>
                  <a:lnTo>
                    <a:pt x="653415" y="106870"/>
                  </a:lnTo>
                  <a:lnTo>
                    <a:pt x="659511" y="103822"/>
                  </a:lnTo>
                  <a:lnTo>
                    <a:pt x="661035" y="97726"/>
                  </a:lnTo>
                  <a:lnTo>
                    <a:pt x="661035" y="84010"/>
                  </a:lnTo>
                  <a:close/>
                </a:path>
                <a:path w="693420" h="114934">
                  <a:moveTo>
                    <a:pt x="693140" y="102298"/>
                  </a:moveTo>
                  <a:lnTo>
                    <a:pt x="687044" y="96202"/>
                  </a:lnTo>
                  <a:lnTo>
                    <a:pt x="682472" y="96202"/>
                  </a:lnTo>
                  <a:lnTo>
                    <a:pt x="679424" y="97726"/>
                  </a:lnTo>
                  <a:lnTo>
                    <a:pt x="676376" y="100774"/>
                  </a:lnTo>
                  <a:lnTo>
                    <a:pt x="676376" y="109918"/>
                  </a:lnTo>
                  <a:lnTo>
                    <a:pt x="679424" y="112966"/>
                  </a:lnTo>
                  <a:lnTo>
                    <a:pt x="683996" y="112966"/>
                  </a:lnTo>
                  <a:lnTo>
                    <a:pt x="688568" y="112966"/>
                  </a:lnTo>
                  <a:lnTo>
                    <a:pt x="691616" y="109918"/>
                  </a:lnTo>
                  <a:lnTo>
                    <a:pt x="693140" y="106870"/>
                  </a:lnTo>
                  <a:lnTo>
                    <a:pt x="693140" y="102298"/>
                  </a:lnTo>
                  <a:close/>
                </a:path>
              </a:pathLst>
            </a:custGeom>
            <a:solidFill>
              <a:srgbClr val="232323"/>
            </a:solidFill>
          </p:spPr>
          <p:txBody>
            <a:bodyPr wrap="square" lIns="0" tIns="0" rIns="0" bIns="0" rtlCol="0"/>
            <a:lstStyle/>
            <a:p>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22682" y="361187"/>
            <a:ext cx="5756275" cy="6110605"/>
            <a:chOff x="1022682" y="361187"/>
            <a:chExt cx="5756275" cy="6110605"/>
          </a:xfrm>
        </p:grpSpPr>
        <p:pic>
          <p:nvPicPr>
            <p:cNvPr id="3" name="object 3"/>
            <p:cNvPicPr/>
            <p:nvPr/>
          </p:nvPicPr>
          <p:blipFill>
            <a:blip r:embed="rId3" cstate="print"/>
            <a:stretch>
              <a:fillRect/>
            </a:stretch>
          </p:blipFill>
          <p:spPr>
            <a:xfrm>
              <a:off x="1022682" y="367284"/>
              <a:ext cx="5756002" cy="6103960"/>
            </a:xfrm>
            <a:prstGeom prst="rect">
              <a:avLst/>
            </a:prstGeom>
          </p:spPr>
        </p:pic>
        <p:sp>
          <p:nvSpPr>
            <p:cNvPr id="4" name="object 4"/>
            <p:cNvSpPr/>
            <p:nvPr/>
          </p:nvSpPr>
          <p:spPr>
            <a:xfrm>
              <a:off x="1130808" y="362712"/>
              <a:ext cx="5534660" cy="5995035"/>
            </a:xfrm>
            <a:custGeom>
              <a:avLst/>
              <a:gdLst/>
              <a:ahLst/>
              <a:cxnLst/>
              <a:rect l="l" t="t" r="r" b="b"/>
              <a:pathLst>
                <a:path w="5534659" h="5995035">
                  <a:moveTo>
                    <a:pt x="5430678" y="5994558"/>
                  </a:moveTo>
                  <a:lnTo>
                    <a:pt x="102298" y="5994558"/>
                  </a:lnTo>
                  <a:lnTo>
                    <a:pt x="86963" y="5991510"/>
                  </a:lnTo>
                  <a:lnTo>
                    <a:pt x="80867" y="5989986"/>
                  </a:lnTo>
                  <a:lnTo>
                    <a:pt x="73247" y="5988462"/>
                  </a:lnTo>
                  <a:lnTo>
                    <a:pt x="61055" y="5982366"/>
                  </a:lnTo>
                  <a:lnTo>
                    <a:pt x="53435" y="5979318"/>
                  </a:lnTo>
                  <a:lnTo>
                    <a:pt x="48768" y="5976270"/>
                  </a:lnTo>
                  <a:lnTo>
                    <a:pt x="36576" y="5967126"/>
                  </a:lnTo>
                  <a:lnTo>
                    <a:pt x="21336" y="5951886"/>
                  </a:lnTo>
                  <a:lnTo>
                    <a:pt x="18288" y="5945790"/>
                  </a:lnTo>
                  <a:lnTo>
                    <a:pt x="13716" y="5939599"/>
                  </a:lnTo>
                  <a:lnTo>
                    <a:pt x="10668" y="5933503"/>
                  </a:lnTo>
                  <a:lnTo>
                    <a:pt x="7620" y="5925883"/>
                  </a:lnTo>
                  <a:lnTo>
                    <a:pt x="4572" y="5919787"/>
                  </a:lnTo>
                  <a:lnTo>
                    <a:pt x="3048" y="5912167"/>
                  </a:lnTo>
                  <a:lnTo>
                    <a:pt x="1524" y="5906071"/>
                  </a:lnTo>
                  <a:lnTo>
                    <a:pt x="0" y="5898451"/>
                  </a:lnTo>
                  <a:lnTo>
                    <a:pt x="0" y="5884735"/>
                  </a:lnTo>
                  <a:lnTo>
                    <a:pt x="0" y="0"/>
                  </a:lnTo>
                  <a:lnTo>
                    <a:pt x="5534501" y="0"/>
                  </a:lnTo>
                  <a:lnTo>
                    <a:pt x="5534501" y="5890831"/>
                  </a:lnTo>
                  <a:lnTo>
                    <a:pt x="5531453" y="5906071"/>
                  </a:lnTo>
                  <a:lnTo>
                    <a:pt x="5529929" y="5912167"/>
                  </a:lnTo>
                  <a:lnTo>
                    <a:pt x="5528404" y="5919787"/>
                  </a:lnTo>
                  <a:lnTo>
                    <a:pt x="5525357" y="5925883"/>
                  </a:lnTo>
                  <a:lnTo>
                    <a:pt x="5522309" y="5933503"/>
                  </a:lnTo>
                  <a:lnTo>
                    <a:pt x="5516213" y="5945790"/>
                  </a:lnTo>
                  <a:lnTo>
                    <a:pt x="5511641" y="5951886"/>
                  </a:lnTo>
                  <a:lnTo>
                    <a:pt x="5507069" y="5956458"/>
                  </a:lnTo>
                  <a:lnTo>
                    <a:pt x="5502401" y="5962554"/>
                  </a:lnTo>
                  <a:lnTo>
                    <a:pt x="5496305" y="5967126"/>
                  </a:lnTo>
                  <a:lnTo>
                    <a:pt x="5491733" y="5971698"/>
                  </a:lnTo>
                  <a:lnTo>
                    <a:pt x="5485637" y="5976270"/>
                  </a:lnTo>
                  <a:lnTo>
                    <a:pt x="5473446" y="5982366"/>
                  </a:lnTo>
                  <a:lnTo>
                    <a:pt x="5465826" y="5985414"/>
                  </a:lnTo>
                  <a:lnTo>
                    <a:pt x="5459730" y="5988462"/>
                  </a:lnTo>
                  <a:lnTo>
                    <a:pt x="5452110" y="5989986"/>
                  </a:lnTo>
                  <a:lnTo>
                    <a:pt x="5445918" y="5991510"/>
                  </a:lnTo>
                  <a:lnTo>
                    <a:pt x="5430678" y="5994558"/>
                  </a:lnTo>
                  <a:close/>
                </a:path>
              </a:pathLst>
            </a:custGeom>
            <a:solidFill>
              <a:srgbClr val="FFFFFF"/>
            </a:solidFill>
          </p:spPr>
          <p:txBody>
            <a:bodyPr wrap="square" lIns="0" tIns="0" rIns="0" bIns="0" rtlCol="0"/>
            <a:lstStyle/>
            <a:p>
              <a:endParaRPr/>
            </a:p>
          </p:txBody>
        </p:sp>
        <p:sp>
          <p:nvSpPr>
            <p:cNvPr id="5" name="object 5"/>
            <p:cNvSpPr/>
            <p:nvPr/>
          </p:nvSpPr>
          <p:spPr>
            <a:xfrm>
              <a:off x="1159764" y="6321552"/>
              <a:ext cx="5477510" cy="40005"/>
            </a:xfrm>
            <a:custGeom>
              <a:avLst/>
              <a:gdLst/>
              <a:ahLst/>
              <a:cxnLst/>
              <a:rect l="l" t="t" r="r" b="b"/>
              <a:pathLst>
                <a:path w="5477509" h="40004">
                  <a:moveTo>
                    <a:pt x="5402580" y="39624"/>
                  </a:moveTo>
                  <a:lnTo>
                    <a:pt x="74676" y="39624"/>
                  </a:lnTo>
                  <a:lnTo>
                    <a:pt x="59435" y="38100"/>
                  </a:lnTo>
                  <a:lnTo>
                    <a:pt x="50291" y="35051"/>
                  </a:lnTo>
                  <a:lnTo>
                    <a:pt x="44196" y="33528"/>
                  </a:lnTo>
                  <a:lnTo>
                    <a:pt x="39623" y="32003"/>
                  </a:lnTo>
                  <a:lnTo>
                    <a:pt x="18287" y="21335"/>
                  </a:lnTo>
                  <a:lnTo>
                    <a:pt x="16763" y="19812"/>
                  </a:lnTo>
                  <a:lnTo>
                    <a:pt x="13715" y="18287"/>
                  </a:lnTo>
                  <a:lnTo>
                    <a:pt x="10667" y="15240"/>
                  </a:lnTo>
                  <a:lnTo>
                    <a:pt x="7619" y="13716"/>
                  </a:lnTo>
                  <a:lnTo>
                    <a:pt x="3048" y="9144"/>
                  </a:lnTo>
                  <a:lnTo>
                    <a:pt x="0" y="9144"/>
                  </a:lnTo>
                  <a:lnTo>
                    <a:pt x="0" y="6096"/>
                  </a:lnTo>
                  <a:lnTo>
                    <a:pt x="6096" y="0"/>
                  </a:lnTo>
                  <a:lnTo>
                    <a:pt x="7619" y="0"/>
                  </a:lnTo>
                  <a:lnTo>
                    <a:pt x="10667" y="3048"/>
                  </a:lnTo>
                  <a:lnTo>
                    <a:pt x="13715" y="4571"/>
                  </a:lnTo>
                  <a:lnTo>
                    <a:pt x="21335" y="12192"/>
                  </a:lnTo>
                  <a:lnTo>
                    <a:pt x="42671" y="22860"/>
                  </a:lnTo>
                  <a:lnTo>
                    <a:pt x="47243" y="24383"/>
                  </a:lnTo>
                  <a:lnTo>
                    <a:pt x="50291" y="25908"/>
                  </a:lnTo>
                  <a:lnTo>
                    <a:pt x="56387" y="27432"/>
                  </a:lnTo>
                  <a:lnTo>
                    <a:pt x="65531" y="28955"/>
                  </a:lnTo>
                  <a:lnTo>
                    <a:pt x="76199" y="30480"/>
                  </a:lnTo>
                  <a:lnTo>
                    <a:pt x="76199" y="32003"/>
                  </a:lnTo>
                  <a:lnTo>
                    <a:pt x="5436109" y="32003"/>
                  </a:lnTo>
                  <a:lnTo>
                    <a:pt x="5417820" y="38100"/>
                  </a:lnTo>
                  <a:lnTo>
                    <a:pt x="5402580" y="39624"/>
                  </a:lnTo>
                  <a:close/>
                </a:path>
                <a:path w="5477509" h="40004">
                  <a:moveTo>
                    <a:pt x="5436109" y="32003"/>
                  </a:moveTo>
                  <a:lnTo>
                    <a:pt x="76199" y="32003"/>
                  </a:lnTo>
                  <a:lnTo>
                    <a:pt x="5401056" y="30480"/>
                  </a:lnTo>
                  <a:lnTo>
                    <a:pt x="5411724" y="28955"/>
                  </a:lnTo>
                  <a:lnTo>
                    <a:pt x="5420868" y="27432"/>
                  </a:lnTo>
                  <a:lnTo>
                    <a:pt x="5426964" y="25908"/>
                  </a:lnTo>
                  <a:lnTo>
                    <a:pt x="5430012" y="24383"/>
                  </a:lnTo>
                  <a:lnTo>
                    <a:pt x="5434584" y="22860"/>
                  </a:lnTo>
                  <a:lnTo>
                    <a:pt x="5452872" y="13716"/>
                  </a:lnTo>
                  <a:lnTo>
                    <a:pt x="5455920" y="10667"/>
                  </a:lnTo>
                  <a:lnTo>
                    <a:pt x="5458968" y="9144"/>
                  </a:lnTo>
                  <a:lnTo>
                    <a:pt x="5468112" y="0"/>
                  </a:lnTo>
                  <a:lnTo>
                    <a:pt x="5471160" y="0"/>
                  </a:lnTo>
                  <a:lnTo>
                    <a:pt x="5477256" y="6096"/>
                  </a:lnTo>
                  <a:lnTo>
                    <a:pt x="5471160" y="12192"/>
                  </a:lnTo>
                  <a:lnTo>
                    <a:pt x="5468112" y="13716"/>
                  </a:lnTo>
                  <a:lnTo>
                    <a:pt x="5463540" y="18287"/>
                  </a:lnTo>
                  <a:lnTo>
                    <a:pt x="5460492" y="19812"/>
                  </a:lnTo>
                  <a:lnTo>
                    <a:pt x="5458968" y="21335"/>
                  </a:lnTo>
                  <a:lnTo>
                    <a:pt x="5440680" y="30480"/>
                  </a:lnTo>
                  <a:lnTo>
                    <a:pt x="5436109" y="32003"/>
                  </a:lnTo>
                  <a:close/>
                </a:path>
              </a:pathLst>
            </a:custGeom>
            <a:solidFill>
              <a:srgbClr val="606060"/>
            </a:solidFill>
          </p:spPr>
          <p:txBody>
            <a:bodyPr wrap="square" lIns="0" tIns="0" rIns="0" bIns="0" rtlCol="0"/>
            <a:lstStyle/>
            <a:p>
              <a:endParaRPr/>
            </a:p>
          </p:txBody>
        </p:sp>
        <p:pic>
          <p:nvPicPr>
            <p:cNvPr id="6" name="object 6"/>
            <p:cNvPicPr/>
            <p:nvPr/>
          </p:nvPicPr>
          <p:blipFill>
            <a:blip r:embed="rId4" cstate="print"/>
            <a:stretch>
              <a:fillRect/>
            </a:stretch>
          </p:blipFill>
          <p:spPr>
            <a:xfrm>
              <a:off x="1126236" y="362711"/>
              <a:ext cx="5544312" cy="5998464"/>
            </a:xfrm>
            <a:prstGeom prst="rect">
              <a:avLst/>
            </a:prstGeom>
          </p:spPr>
        </p:pic>
        <p:sp>
          <p:nvSpPr>
            <p:cNvPr id="7" name="object 7"/>
            <p:cNvSpPr/>
            <p:nvPr/>
          </p:nvSpPr>
          <p:spPr>
            <a:xfrm>
              <a:off x="1144524" y="361187"/>
              <a:ext cx="5507990" cy="5980430"/>
            </a:xfrm>
            <a:custGeom>
              <a:avLst/>
              <a:gdLst/>
              <a:ahLst/>
              <a:cxnLst/>
              <a:rect l="l" t="t" r="r" b="b"/>
              <a:pathLst>
                <a:path w="5507990" h="5980430">
                  <a:moveTo>
                    <a:pt x="5507736" y="5980176"/>
                  </a:moveTo>
                  <a:lnTo>
                    <a:pt x="0" y="5980176"/>
                  </a:lnTo>
                  <a:lnTo>
                    <a:pt x="0" y="0"/>
                  </a:lnTo>
                  <a:lnTo>
                    <a:pt x="5507736" y="0"/>
                  </a:lnTo>
                  <a:lnTo>
                    <a:pt x="5507736" y="5980176"/>
                  </a:lnTo>
                  <a:close/>
                </a:path>
              </a:pathLst>
            </a:custGeom>
            <a:solidFill>
              <a:srgbClr val="FFFFFF"/>
            </a:solidFill>
          </p:spPr>
          <p:txBody>
            <a:bodyPr wrap="square" lIns="0" tIns="0" rIns="0" bIns="0" rtlCol="0"/>
            <a:lstStyle/>
            <a:p>
              <a:endParaRPr/>
            </a:p>
          </p:txBody>
        </p:sp>
        <p:sp>
          <p:nvSpPr>
            <p:cNvPr id="8" name="object 8"/>
            <p:cNvSpPr/>
            <p:nvPr/>
          </p:nvSpPr>
          <p:spPr>
            <a:xfrm>
              <a:off x="1405604" y="455771"/>
              <a:ext cx="38735" cy="38735"/>
            </a:xfrm>
            <a:custGeom>
              <a:avLst/>
              <a:gdLst/>
              <a:ahLst/>
              <a:cxnLst/>
              <a:rect l="l" t="t" r="r" b="b"/>
              <a:pathLst>
                <a:path w="38734" h="38734">
                  <a:moveTo>
                    <a:pt x="24384" y="38195"/>
                  </a:moveTo>
                  <a:lnTo>
                    <a:pt x="19812" y="38195"/>
                  </a:lnTo>
                  <a:lnTo>
                    <a:pt x="13716" y="38195"/>
                  </a:lnTo>
                  <a:lnTo>
                    <a:pt x="9144" y="36671"/>
                  </a:lnTo>
                  <a:lnTo>
                    <a:pt x="6096" y="33528"/>
                  </a:lnTo>
                  <a:lnTo>
                    <a:pt x="1524" y="28956"/>
                  </a:lnTo>
                  <a:lnTo>
                    <a:pt x="0" y="24384"/>
                  </a:lnTo>
                  <a:lnTo>
                    <a:pt x="0" y="15240"/>
                  </a:lnTo>
                  <a:lnTo>
                    <a:pt x="1524" y="10668"/>
                  </a:lnTo>
                  <a:lnTo>
                    <a:pt x="9144" y="3048"/>
                  </a:lnTo>
                  <a:lnTo>
                    <a:pt x="13716" y="0"/>
                  </a:lnTo>
                  <a:lnTo>
                    <a:pt x="24384" y="0"/>
                  </a:lnTo>
                  <a:lnTo>
                    <a:pt x="28956" y="3048"/>
                  </a:lnTo>
                  <a:lnTo>
                    <a:pt x="36671" y="10668"/>
                  </a:lnTo>
                  <a:lnTo>
                    <a:pt x="38195" y="13716"/>
                  </a:lnTo>
                  <a:lnTo>
                    <a:pt x="38195" y="24384"/>
                  </a:lnTo>
                  <a:lnTo>
                    <a:pt x="36671" y="28956"/>
                  </a:lnTo>
                  <a:lnTo>
                    <a:pt x="32004" y="33528"/>
                  </a:lnTo>
                  <a:lnTo>
                    <a:pt x="28956" y="36671"/>
                  </a:lnTo>
                  <a:lnTo>
                    <a:pt x="24384" y="38195"/>
                  </a:lnTo>
                  <a:close/>
                </a:path>
              </a:pathLst>
            </a:custGeom>
            <a:solidFill>
              <a:srgbClr val="232323"/>
            </a:solidFill>
          </p:spPr>
          <p:txBody>
            <a:bodyPr wrap="square" lIns="0" tIns="0" rIns="0" bIns="0" rtlCol="0"/>
            <a:lstStyle/>
            <a:p>
              <a:endParaRPr/>
            </a:p>
          </p:txBody>
        </p:sp>
        <p:pic>
          <p:nvPicPr>
            <p:cNvPr id="9" name="object 9"/>
            <p:cNvPicPr/>
            <p:nvPr/>
          </p:nvPicPr>
          <p:blipFill>
            <a:blip r:embed="rId5" cstate="print"/>
            <a:stretch>
              <a:fillRect/>
            </a:stretch>
          </p:blipFill>
          <p:spPr>
            <a:xfrm>
              <a:off x="1596390" y="411575"/>
              <a:ext cx="342042" cy="114585"/>
            </a:xfrm>
            <a:prstGeom prst="rect">
              <a:avLst/>
            </a:prstGeom>
          </p:spPr>
        </p:pic>
        <p:pic>
          <p:nvPicPr>
            <p:cNvPr id="10" name="object 10"/>
            <p:cNvPicPr/>
            <p:nvPr/>
          </p:nvPicPr>
          <p:blipFill>
            <a:blip r:embed="rId6" cstate="print"/>
            <a:stretch>
              <a:fillRect/>
            </a:stretch>
          </p:blipFill>
          <p:spPr>
            <a:xfrm>
              <a:off x="1991867" y="416242"/>
              <a:ext cx="114490" cy="109823"/>
            </a:xfrm>
            <a:prstGeom prst="rect">
              <a:avLst/>
            </a:prstGeom>
          </p:spPr>
        </p:pic>
        <p:pic>
          <p:nvPicPr>
            <p:cNvPr id="11" name="object 11"/>
            <p:cNvPicPr/>
            <p:nvPr/>
          </p:nvPicPr>
          <p:blipFill>
            <a:blip r:embed="rId7" cstate="print"/>
            <a:stretch>
              <a:fillRect/>
            </a:stretch>
          </p:blipFill>
          <p:spPr>
            <a:xfrm>
              <a:off x="2167413" y="411575"/>
              <a:ext cx="1972627" cy="147923"/>
            </a:xfrm>
            <a:prstGeom prst="rect">
              <a:avLst/>
            </a:prstGeom>
          </p:spPr>
        </p:pic>
        <p:sp>
          <p:nvSpPr>
            <p:cNvPr id="12" name="object 12"/>
            <p:cNvSpPr/>
            <p:nvPr/>
          </p:nvSpPr>
          <p:spPr>
            <a:xfrm>
              <a:off x="1663636" y="742759"/>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13" name="object 13"/>
            <p:cNvPicPr/>
            <p:nvPr/>
          </p:nvPicPr>
          <p:blipFill>
            <a:blip r:embed="rId8" cstate="print"/>
            <a:stretch>
              <a:fillRect/>
            </a:stretch>
          </p:blipFill>
          <p:spPr>
            <a:xfrm>
              <a:off x="1855946" y="695420"/>
              <a:ext cx="1499330" cy="116014"/>
            </a:xfrm>
            <a:prstGeom prst="rect">
              <a:avLst/>
            </a:prstGeom>
          </p:spPr>
        </p:pic>
        <p:pic>
          <p:nvPicPr>
            <p:cNvPr id="14" name="object 14"/>
            <p:cNvPicPr/>
            <p:nvPr/>
          </p:nvPicPr>
          <p:blipFill>
            <a:blip r:embed="rId9" cstate="print"/>
            <a:stretch>
              <a:fillRect/>
            </a:stretch>
          </p:blipFill>
          <p:spPr>
            <a:xfrm>
              <a:off x="3420903" y="696944"/>
              <a:ext cx="1065752" cy="149542"/>
            </a:xfrm>
            <a:prstGeom prst="rect">
              <a:avLst/>
            </a:prstGeom>
          </p:spPr>
        </p:pic>
        <p:sp>
          <p:nvSpPr>
            <p:cNvPr id="15" name="object 15"/>
            <p:cNvSpPr/>
            <p:nvPr/>
          </p:nvSpPr>
          <p:spPr>
            <a:xfrm>
              <a:off x="1663636" y="794587"/>
              <a:ext cx="2849245" cy="271780"/>
            </a:xfrm>
            <a:custGeom>
              <a:avLst/>
              <a:gdLst/>
              <a:ahLst/>
              <a:cxnLst/>
              <a:rect l="l" t="t" r="r" b="b"/>
              <a:pathLst>
                <a:path w="2849245" h="271780">
                  <a:moveTo>
                    <a:pt x="38100" y="247269"/>
                  </a:moveTo>
                  <a:lnTo>
                    <a:pt x="35052" y="242697"/>
                  </a:lnTo>
                  <a:lnTo>
                    <a:pt x="32004" y="239649"/>
                  </a:lnTo>
                  <a:lnTo>
                    <a:pt x="28956" y="235077"/>
                  </a:lnTo>
                  <a:lnTo>
                    <a:pt x="24384" y="233553"/>
                  </a:lnTo>
                  <a:lnTo>
                    <a:pt x="13716" y="233553"/>
                  </a:lnTo>
                  <a:lnTo>
                    <a:pt x="9144" y="235077"/>
                  </a:lnTo>
                  <a:lnTo>
                    <a:pt x="6096" y="239649"/>
                  </a:lnTo>
                  <a:lnTo>
                    <a:pt x="1524" y="242697"/>
                  </a:lnTo>
                  <a:lnTo>
                    <a:pt x="0" y="247269"/>
                  </a:lnTo>
                  <a:lnTo>
                    <a:pt x="0" y="257937"/>
                  </a:lnTo>
                  <a:lnTo>
                    <a:pt x="1524" y="262509"/>
                  </a:lnTo>
                  <a:lnTo>
                    <a:pt x="6096" y="265557"/>
                  </a:lnTo>
                  <a:lnTo>
                    <a:pt x="9144" y="270129"/>
                  </a:lnTo>
                  <a:lnTo>
                    <a:pt x="13716" y="271653"/>
                  </a:lnTo>
                  <a:lnTo>
                    <a:pt x="18288" y="271653"/>
                  </a:lnTo>
                  <a:lnTo>
                    <a:pt x="24384" y="271653"/>
                  </a:lnTo>
                  <a:lnTo>
                    <a:pt x="28956" y="270129"/>
                  </a:lnTo>
                  <a:lnTo>
                    <a:pt x="32004" y="265557"/>
                  </a:lnTo>
                  <a:lnTo>
                    <a:pt x="35052" y="262509"/>
                  </a:lnTo>
                  <a:lnTo>
                    <a:pt x="38100" y="257937"/>
                  </a:lnTo>
                  <a:lnTo>
                    <a:pt x="38100" y="247269"/>
                  </a:lnTo>
                  <a:close/>
                </a:path>
                <a:path w="2849245" h="271780">
                  <a:moveTo>
                    <a:pt x="2849016" y="4572"/>
                  </a:moveTo>
                  <a:lnTo>
                    <a:pt x="2847492" y="3048"/>
                  </a:lnTo>
                  <a:lnTo>
                    <a:pt x="2845866" y="1524"/>
                  </a:lnTo>
                  <a:lnTo>
                    <a:pt x="2842818" y="0"/>
                  </a:lnTo>
                  <a:lnTo>
                    <a:pt x="2838246" y="0"/>
                  </a:lnTo>
                  <a:lnTo>
                    <a:pt x="2832150" y="6096"/>
                  </a:lnTo>
                  <a:lnTo>
                    <a:pt x="2832150" y="10756"/>
                  </a:lnTo>
                  <a:lnTo>
                    <a:pt x="2833674" y="13804"/>
                  </a:lnTo>
                  <a:lnTo>
                    <a:pt x="2836722" y="16852"/>
                  </a:lnTo>
                  <a:lnTo>
                    <a:pt x="2841294" y="16852"/>
                  </a:lnTo>
                  <a:lnTo>
                    <a:pt x="2845866" y="16852"/>
                  </a:lnTo>
                  <a:lnTo>
                    <a:pt x="2847492" y="15328"/>
                  </a:lnTo>
                  <a:lnTo>
                    <a:pt x="2849016" y="13804"/>
                  </a:lnTo>
                  <a:lnTo>
                    <a:pt x="2849016" y="4572"/>
                  </a:lnTo>
                  <a:close/>
                </a:path>
              </a:pathLst>
            </a:custGeom>
            <a:solidFill>
              <a:srgbClr val="232323"/>
            </a:solidFill>
          </p:spPr>
          <p:txBody>
            <a:bodyPr wrap="square" lIns="0" tIns="0" rIns="0" bIns="0" rtlCol="0"/>
            <a:lstStyle/>
            <a:p>
              <a:endParaRPr/>
            </a:p>
          </p:txBody>
        </p:sp>
        <p:pic>
          <p:nvPicPr>
            <p:cNvPr id="16" name="object 16"/>
            <p:cNvPicPr/>
            <p:nvPr/>
          </p:nvPicPr>
          <p:blipFill>
            <a:blip r:embed="rId10" cstate="print"/>
            <a:stretch>
              <a:fillRect/>
            </a:stretch>
          </p:blipFill>
          <p:spPr>
            <a:xfrm>
              <a:off x="1865185" y="982313"/>
              <a:ext cx="2593943" cy="116014"/>
            </a:xfrm>
            <a:prstGeom prst="rect">
              <a:avLst/>
            </a:prstGeom>
          </p:spPr>
        </p:pic>
        <p:sp>
          <p:nvSpPr>
            <p:cNvPr id="17" name="object 17"/>
            <p:cNvSpPr/>
            <p:nvPr/>
          </p:nvSpPr>
          <p:spPr>
            <a:xfrm>
              <a:off x="1663636" y="1081468"/>
              <a:ext cx="2826385" cy="270510"/>
            </a:xfrm>
            <a:custGeom>
              <a:avLst/>
              <a:gdLst/>
              <a:ahLst/>
              <a:cxnLst/>
              <a:rect l="l" t="t" r="r" b="b"/>
              <a:pathLst>
                <a:path w="2826385" h="270509">
                  <a:moveTo>
                    <a:pt x="38100" y="247370"/>
                  </a:moveTo>
                  <a:lnTo>
                    <a:pt x="32004" y="238226"/>
                  </a:lnTo>
                  <a:lnTo>
                    <a:pt x="28956" y="235178"/>
                  </a:lnTo>
                  <a:lnTo>
                    <a:pt x="24384" y="233654"/>
                  </a:lnTo>
                  <a:lnTo>
                    <a:pt x="13716" y="233654"/>
                  </a:lnTo>
                  <a:lnTo>
                    <a:pt x="9144" y="235178"/>
                  </a:lnTo>
                  <a:lnTo>
                    <a:pt x="1524" y="242798"/>
                  </a:lnTo>
                  <a:lnTo>
                    <a:pt x="0" y="247370"/>
                  </a:lnTo>
                  <a:lnTo>
                    <a:pt x="0" y="258038"/>
                  </a:lnTo>
                  <a:lnTo>
                    <a:pt x="1524" y="261086"/>
                  </a:lnTo>
                  <a:lnTo>
                    <a:pt x="9144" y="268706"/>
                  </a:lnTo>
                  <a:lnTo>
                    <a:pt x="13716" y="270230"/>
                  </a:lnTo>
                  <a:lnTo>
                    <a:pt x="18288" y="270230"/>
                  </a:lnTo>
                  <a:lnTo>
                    <a:pt x="24384" y="270230"/>
                  </a:lnTo>
                  <a:lnTo>
                    <a:pt x="28956" y="268706"/>
                  </a:lnTo>
                  <a:lnTo>
                    <a:pt x="32004" y="265658"/>
                  </a:lnTo>
                  <a:lnTo>
                    <a:pt x="38100" y="256514"/>
                  </a:lnTo>
                  <a:lnTo>
                    <a:pt x="38100" y="247370"/>
                  </a:lnTo>
                  <a:close/>
                </a:path>
                <a:path w="2826385" h="270509">
                  <a:moveTo>
                    <a:pt x="2825966" y="3048"/>
                  </a:moveTo>
                  <a:lnTo>
                    <a:pt x="2824442" y="1524"/>
                  </a:lnTo>
                  <a:lnTo>
                    <a:pt x="2821394" y="0"/>
                  </a:lnTo>
                  <a:lnTo>
                    <a:pt x="2813774" y="0"/>
                  </a:lnTo>
                  <a:lnTo>
                    <a:pt x="2812250" y="1524"/>
                  </a:lnTo>
                  <a:lnTo>
                    <a:pt x="2809202" y="3048"/>
                  </a:lnTo>
                  <a:lnTo>
                    <a:pt x="2809202" y="12293"/>
                  </a:lnTo>
                  <a:lnTo>
                    <a:pt x="2812250" y="13817"/>
                  </a:lnTo>
                  <a:lnTo>
                    <a:pt x="2815298" y="16865"/>
                  </a:lnTo>
                  <a:lnTo>
                    <a:pt x="2818346" y="16865"/>
                  </a:lnTo>
                  <a:lnTo>
                    <a:pt x="2819870" y="16865"/>
                  </a:lnTo>
                  <a:lnTo>
                    <a:pt x="2821394" y="15341"/>
                  </a:lnTo>
                  <a:lnTo>
                    <a:pt x="2824442" y="13817"/>
                  </a:lnTo>
                  <a:lnTo>
                    <a:pt x="2825966" y="12293"/>
                  </a:lnTo>
                  <a:lnTo>
                    <a:pt x="2825966" y="3048"/>
                  </a:lnTo>
                  <a:close/>
                </a:path>
              </a:pathLst>
            </a:custGeom>
            <a:solidFill>
              <a:srgbClr val="232323"/>
            </a:solidFill>
          </p:spPr>
          <p:txBody>
            <a:bodyPr wrap="square" lIns="0" tIns="0" rIns="0" bIns="0" rtlCol="0"/>
            <a:lstStyle/>
            <a:p>
              <a:endParaRPr/>
            </a:p>
          </p:txBody>
        </p:sp>
        <p:pic>
          <p:nvPicPr>
            <p:cNvPr id="18" name="object 18"/>
            <p:cNvPicPr/>
            <p:nvPr/>
          </p:nvPicPr>
          <p:blipFill>
            <a:blip r:embed="rId11" cstate="print"/>
            <a:stretch>
              <a:fillRect/>
            </a:stretch>
          </p:blipFill>
          <p:spPr>
            <a:xfrm>
              <a:off x="1857470" y="1269206"/>
              <a:ext cx="1160430" cy="358711"/>
            </a:xfrm>
            <a:prstGeom prst="rect">
              <a:avLst/>
            </a:prstGeom>
          </p:spPr>
        </p:pic>
        <p:pic>
          <p:nvPicPr>
            <p:cNvPr id="19" name="object 19"/>
            <p:cNvPicPr/>
            <p:nvPr/>
          </p:nvPicPr>
          <p:blipFill>
            <a:blip r:embed="rId12" cstate="print"/>
            <a:stretch>
              <a:fillRect/>
            </a:stretch>
          </p:blipFill>
          <p:spPr>
            <a:xfrm>
              <a:off x="3085052" y="1267777"/>
              <a:ext cx="3045904" cy="151066"/>
            </a:xfrm>
            <a:prstGeom prst="rect">
              <a:avLst/>
            </a:prstGeom>
          </p:spPr>
        </p:pic>
        <p:pic>
          <p:nvPicPr>
            <p:cNvPr id="20" name="object 20"/>
            <p:cNvPicPr/>
            <p:nvPr/>
          </p:nvPicPr>
          <p:blipFill>
            <a:blip r:embed="rId13" cstate="print"/>
            <a:stretch>
              <a:fillRect/>
            </a:stretch>
          </p:blipFill>
          <p:spPr>
            <a:xfrm>
              <a:off x="1344548" y="1847659"/>
              <a:ext cx="1085469" cy="180022"/>
            </a:xfrm>
            <a:prstGeom prst="rect">
              <a:avLst/>
            </a:prstGeom>
          </p:spPr>
        </p:pic>
        <p:pic>
          <p:nvPicPr>
            <p:cNvPr id="21" name="object 21"/>
            <p:cNvPicPr/>
            <p:nvPr/>
          </p:nvPicPr>
          <p:blipFill>
            <a:blip r:embed="rId14" cstate="print"/>
            <a:stretch>
              <a:fillRect/>
            </a:stretch>
          </p:blipFill>
          <p:spPr>
            <a:xfrm>
              <a:off x="2478881" y="1841563"/>
              <a:ext cx="1400079" cy="186118"/>
            </a:xfrm>
            <a:prstGeom prst="rect">
              <a:avLst/>
            </a:prstGeom>
          </p:spPr>
        </p:pic>
        <p:sp>
          <p:nvSpPr>
            <p:cNvPr id="22" name="object 22"/>
            <p:cNvSpPr/>
            <p:nvPr/>
          </p:nvSpPr>
          <p:spPr>
            <a:xfrm>
              <a:off x="1405604" y="2192559"/>
              <a:ext cx="38735" cy="36830"/>
            </a:xfrm>
            <a:custGeom>
              <a:avLst/>
              <a:gdLst/>
              <a:ahLst/>
              <a:cxnLst/>
              <a:rect l="l" t="t" r="r" b="b"/>
              <a:pathLst>
                <a:path w="38734" h="36830">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23" name="object 23"/>
            <p:cNvPicPr/>
            <p:nvPr/>
          </p:nvPicPr>
          <p:blipFill>
            <a:blip r:embed="rId15" cstate="print"/>
            <a:stretch>
              <a:fillRect/>
            </a:stretch>
          </p:blipFill>
          <p:spPr>
            <a:xfrm>
              <a:off x="1596390" y="2146744"/>
              <a:ext cx="342042" cy="114490"/>
            </a:xfrm>
            <a:prstGeom prst="rect">
              <a:avLst/>
            </a:prstGeom>
          </p:spPr>
        </p:pic>
        <p:pic>
          <p:nvPicPr>
            <p:cNvPr id="24" name="object 24"/>
            <p:cNvPicPr/>
            <p:nvPr/>
          </p:nvPicPr>
          <p:blipFill>
            <a:blip r:embed="rId16" cstate="print"/>
            <a:stretch>
              <a:fillRect/>
            </a:stretch>
          </p:blipFill>
          <p:spPr>
            <a:xfrm>
              <a:off x="1991868" y="2151316"/>
              <a:ext cx="114490" cy="109918"/>
            </a:xfrm>
            <a:prstGeom prst="rect">
              <a:avLst/>
            </a:prstGeom>
          </p:spPr>
        </p:pic>
        <p:pic>
          <p:nvPicPr>
            <p:cNvPr id="25" name="object 25"/>
            <p:cNvPicPr/>
            <p:nvPr/>
          </p:nvPicPr>
          <p:blipFill>
            <a:blip r:embed="rId17" cstate="print"/>
            <a:stretch>
              <a:fillRect/>
            </a:stretch>
          </p:blipFill>
          <p:spPr>
            <a:xfrm>
              <a:off x="2167413" y="2151411"/>
              <a:ext cx="1480946" cy="143351"/>
            </a:xfrm>
            <a:prstGeom prst="rect">
              <a:avLst/>
            </a:prstGeom>
          </p:spPr>
        </p:pic>
        <p:sp>
          <p:nvSpPr>
            <p:cNvPr id="26" name="object 26"/>
            <p:cNvSpPr/>
            <p:nvPr/>
          </p:nvSpPr>
          <p:spPr>
            <a:xfrm>
              <a:off x="1663636" y="2478024"/>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27" name="object 27"/>
            <p:cNvPicPr/>
            <p:nvPr/>
          </p:nvPicPr>
          <p:blipFill>
            <a:blip r:embed="rId18" cstate="print"/>
            <a:stretch>
              <a:fillRect/>
            </a:stretch>
          </p:blipFill>
          <p:spPr>
            <a:xfrm>
              <a:off x="1865185" y="2432113"/>
              <a:ext cx="1068704" cy="116014"/>
            </a:xfrm>
            <a:prstGeom prst="rect">
              <a:avLst/>
            </a:prstGeom>
          </p:spPr>
        </p:pic>
        <p:pic>
          <p:nvPicPr>
            <p:cNvPr id="28" name="object 28"/>
            <p:cNvPicPr/>
            <p:nvPr/>
          </p:nvPicPr>
          <p:blipFill>
            <a:blip r:embed="rId19" cstate="print"/>
            <a:stretch>
              <a:fillRect/>
            </a:stretch>
          </p:blipFill>
          <p:spPr>
            <a:xfrm>
              <a:off x="2996469" y="2439733"/>
              <a:ext cx="1364932" cy="142017"/>
            </a:xfrm>
            <a:prstGeom prst="rect">
              <a:avLst/>
            </a:prstGeom>
          </p:spPr>
        </p:pic>
        <p:sp>
          <p:nvSpPr>
            <p:cNvPr id="29" name="object 29"/>
            <p:cNvSpPr/>
            <p:nvPr/>
          </p:nvSpPr>
          <p:spPr>
            <a:xfrm>
              <a:off x="1663636" y="2531363"/>
              <a:ext cx="2729865" cy="270510"/>
            </a:xfrm>
            <a:custGeom>
              <a:avLst/>
              <a:gdLst/>
              <a:ahLst/>
              <a:cxnLst/>
              <a:rect l="l" t="t" r="r" b="b"/>
              <a:pathLst>
                <a:path w="2729865" h="270510">
                  <a:moveTo>
                    <a:pt x="38100" y="247269"/>
                  </a:moveTo>
                  <a:lnTo>
                    <a:pt x="32004" y="238125"/>
                  </a:lnTo>
                  <a:lnTo>
                    <a:pt x="28956" y="235077"/>
                  </a:lnTo>
                  <a:lnTo>
                    <a:pt x="24384" y="233553"/>
                  </a:lnTo>
                  <a:lnTo>
                    <a:pt x="13716" y="233553"/>
                  </a:lnTo>
                  <a:lnTo>
                    <a:pt x="9144" y="235077"/>
                  </a:lnTo>
                  <a:lnTo>
                    <a:pt x="1524" y="242697"/>
                  </a:lnTo>
                  <a:lnTo>
                    <a:pt x="0" y="247269"/>
                  </a:lnTo>
                  <a:lnTo>
                    <a:pt x="0" y="257937"/>
                  </a:lnTo>
                  <a:lnTo>
                    <a:pt x="1524" y="260985"/>
                  </a:lnTo>
                  <a:lnTo>
                    <a:pt x="9144" y="268605"/>
                  </a:lnTo>
                  <a:lnTo>
                    <a:pt x="13716" y="270129"/>
                  </a:lnTo>
                  <a:lnTo>
                    <a:pt x="18288" y="270129"/>
                  </a:lnTo>
                  <a:lnTo>
                    <a:pt x="24384" y="270129"/>
                  </a:lnTo>
                  <a:lnTo>
                    <a:pt x="28956" y="268605"/>
                  </a:lnTo>
                  <a:lnTo>
                    <a:pt x="32004" y="265557"/>
                  </a:lnTo>
                  <a:lnTo>
                    <a:pt x="38100" y="256413"/>
                  </a:lnTo>
                  <a:lnTo>
                    <a:pt x="38100" y="247269"/>
                  </a:lnTo>
                  <a:close/>
                </a:path>
                <a:path w="2729865" h="270510">
                  <a:moveTo>
                    <a:pt x="2729852" y="6096"/>
                  </a:moveTo>
                  <a:lnTo>
                    <a:pt x="2728328" y="3048"/>
                  </a:lnTo>
                  <a:lnTo>
                    <a:pt x="2725280" y="0"/>
                  </a:lnTo>
                  <a:lnTo>
                    <a:pt x="2716136" y="0"/>
                  </a:lnTo>
                  <a:lnTo>
                    <a:pt x="2713088" y="3048"/>
                  </a:lnTo>
                  <a:lnTo>
                    <a:pt x="2713088" y="12192"/>
                  </a:lnTo>
                  <a:lnTo>
                    <a:pt x="2716136" y="15240"/>
                  </a:lnTo>
                  <a:lnTo>
                    <a:pt x="2719184" y="16764"/>
                  </a:lnTo>
                  <a:lnTo>
                    <a:pt x="2720708" y="16764"/>
                  </a:lnTo>
                  <a:lnTo>
                    <a:pt x="2723756" y="16764"/>
                  </a:lnTo>
                  <a:lnTo>
                    <a:pt x="2729852" y="10668"/>
                  </a:lnTo>
                  <a:lnTo>
                    <a:pt x="2729852" y="6096"/>
                  </a:lnTo>
                  <a:close/>
                </a:path>
              </a:pathLst>
            </a:custGeom>
            <a:solidFill>
              <a:srgbClr val="232323"/>
            </a:solidFill>
          </p:spPr>
          <p:txBody>
            <a:bodyPr wrap="square" lIns="0" tIns="0" rIns="0" bIns="0" rtlCol="0"/>
            <a:lstStyle/>
            <a:p>
              <a:endParaRPr/>
            </a:p>
          </p:txBody>
        </p:sp>
        <p:pic>
          <p:nvPicPr>
            <p:cNvPr id="30" name="object 30"/>
            <p:cNvPicPr/>
            <p:nvPr/>
          </p:nvPicPr>
          <p:blipFill>
            <a:blip r:embed="rId20" cstate="print"/>
            <a:stretch>
              <a:fillRect/>
            </a:stretch>
          </p:blipFill>
          <p:spPr>
            <a:xfrm>
              <a:off x="3150774" y="2754153"/>
              <a:ext cx="291560" cy="112966"/>
            </a:xfrm>
            <a:prstGeom prst="rect">
              <a:avLst/>
            </a:prstGeom>
          </p:spPr>
        </p:pic>
        <p:pic>
          <p:nvPicPr>
            <p:cNvPr id="31" name="object 31"/>
            <p:cNvPicPr/>
            <p:nvPr/>
          </p:nvPicPr>
          <p:blipFill>
            <a:blip r:embed="rId21" cstate="print"/>
            <a:stretch>
              <a:fillRect/>
            </a:stretch>
          </p:blipFill>
          <p:spPr>
            <a:xfrm>
              <a:off x="1865185" y="2720530"/>
              <a:ext cx="1218342" cy="323564"/>
            </a:xfrm>
            <a:prstGeom prst="rect">
              <a:avLst/>
            </a:prstGeom>
          </p:spPr>
        </p:pic>
        <p:pic>
          <p:nvPicPr>
            <p:cNvPr id="32" name="object 32"/>
            <p:cNvPicPr/>
            <p:nvPr/>
          </p:nvPicPr>
          <p:blipFill>
            <a:blip r:embed="rId22" cstate="print"/>
            <a:stretch>
              <a:fillRect/>
            </a:stretch>
          </p:blipFill>
          <p:spPr>
            <a:xfrm>
              <a:off x="3462242" y="2720625"/>
              <a:ext cx="120491" cy="112871"/>
            </a:xfrm>
            <a:prstGeom prst="rect">
              <a:avLst/>
            </a:prstGeom>
          </p:spPr>
        </p:pic>
        <p:pic>
          <p:nvPicPr>
            <p:cNvPr id="33" name="object 33"/>
            <p:cNvPicPr/>
            <p:nvPr/>
          </p:nvPicPr>
          <p:blipFill>
            <a:blip r:embed="rId23" cstate="print"/>
            <a:stretch>
              <a:fillRect/>
            </a:stretch>
          </p:blipFill>
          <p:spPr>
            <a:xfrm>
              <a:off x="3604164" y="2754153"/>
              <a:ext cx="151161" cy="114395"/>
            </a:xfrm>
            <a:prstGeom prst="rect">
              <a:avLst/>
            </a:prstGeom>
          </p:spPr>
        </p:pic>
        <p:pic>
          <p:nvPicPr>
            <p:cNvPr id="34" name="object 34"/>
            <p:cNvPicPr/>
            <p:nvPr/>
          </p:nvPicPr>
          <p:blipFill>
            <a:blip r:embed="rId24" cstate="print"/>
            <a:stretch>
              <a:fillRect/>
            </a:stretch>
          </p:blipFill>
          <p:spPr>
            <a:xfrm>
              <a:off x="3822477" y="2719006"/>
              <a:ext cx="1818417" cy="149637"/>
            </a:xfrm>
            <a:prstGeom prst="rect">
              <a:avLst/>
            </a:prstGeom>
          </p:spPr>
        </p:pic>
        <p:sp>
          <p:nvSpPr>
            <p:cNvPr id="35" name="object 35"/>
            <p:cNvSpPr/>
            <p:nvPr/>
          </p:nvSpPr>
          <p:spPr>
            <a:xfrm>
              <a:off x="5708046" y="2725197"/>
              <a:ext cx="12700" cy="107314"/>
            </a:xfrm>
            <a:custGeom>
              <a:avLst/>
              <a:gdLst/>
              <a:ahLst/>
              <a:cxnLst/>
              <a:rect l="l" t="t" r="r" b="b"/>
              <a:pathLst>
                <a:path w="12700" h="107314">
                  <a:moveTo>
                    <a:pt x="12191" y="106775"/>
                  </a:moveTo>
                  <a:lnTo>
                    <a:pt x="0" y="106775"/>
                  </a:lnTo>
                  <a:lnTo>
                    <a:pt x="0" y="0"/>
                  </a:lnTo>
                  <a:lnTo>
                    <a:pt x="12191" y="0"/>
                  </a:lnTo>
                  <a:lnTo>
                    <a:pt x="12191" y="106775"/>
                  </a:lnTo>
                  <a:close/>
                </a:path>
              </a:pathLst>
            </a:custGeom>
            <a:solidFill>
              <a:srgbClr val="232323"/>
            </a:solidFill>
          </p:spPr>
          <p:txBody>
            <a:bodyPr wrap="square" lIns="0" tIns="0" rIns="0" bIns="0" rtlCol="0"/>
            <a:lstStyle/>
            <a:p>
              <a:endParaRPr/>
            </a:p>
          </p:txBody>
        </p:sp>
        <p:pic>
          <p:nvPicPr>
            <p:cNvPr id="36" name="object 36"/>
            <p:cNvPicPr/>
            <p:nvPr/>
          </p:nvPicPr>
          <p:blipFill>
            <a:blip r:embed="rId25" cstate="print"/>
            <a:stretch>
              <a:fillRect/>
            </a:stretch>
          </p:blipFill>
          <p:spPr>
            <a:xfrm>
              <a:off x="5747766" y="2725197"/>
              <a:ext cx="67151" cy="106775"/>
            </a:xfrm>
            <a:prstGeom prst="rect">
              <a:avLst/>
            </a:prstGeom>
          </p:spPr>
        </p:pic>
        <p:pic>
          <p:nvPicPr>
            <p:cNvPr id="37" name="object 37"/>
            <p:cNvPicPr/>
            <p:nvPr/>
          </p:nvPicPr>
          <p:blipFill>
            <a:blip r:embed="rId26" cstate="print"/>
            <a:stretch>
              <a:fillRect/>
            </a:stretch>
          </p:blipFill>
          <p:spPr>
            <a:xfrm>
              <a:off x="5836253" y="2725197"/>
              <a:ext cx="108394" cy="106775"/>
            </a:xfrm>
            <a:prstGeom prst="rect">
              <a:avLst/>
            </a:prstGeom>
          </p:spPr>
        </p:pic>
        <p:pic>
          <p:nvPicPr>
            <p:cNvPr id="38" name="object 38"/>
            <p:cNvPicPr/>
            <p:nvPr/>
          </p:nvPicPr>
          <p:blipFill>
            <a:blip r:embed="rId27" cstate="print"/>
            <a:stretch>
              <a:fillRect/>
            </a:stretch>
          </p:blipFill>
          <p:spPr>
            <a:xfrm>
              <a:off x="6014942" y="2720625"/>
              <a:ext cx="164877" cy="111442"/>
            </a:xfrm>
            <a:prstGeom prst="rect">
              <a:avLst/>
            </a:prstGeom>
          </p:spPr>
        </p:pic>
        <p:sp>
          <p:nvSpPr>
            <p:cNvPr id="39" name="object 39"/>
            <p:cNvSpPr/>
            <p:nvPr/>
          </p:nvSpPr>
          <p:spPr>
            <a:xfrm>
              <a:off x="1405604" y="3260883"/>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40" name="object 40"/>
            <p:cNvPicPr/>
            <p:nvPr/>
          </p:nvPicPr>
          <p:blipFill>
            <a:blip r:embed="rId28" cstate="print"/>
            <a:stretch>
              <a:fillRect/>
            </a:stretch>
          </p:blipFill>
          <p:spPr>
            <a:xfrm>
              <a:off x="1596390" y="3213544"/>
              <a:ext cx="833627" cy="116014"/>
            </a:xfrm>
            <a:prstGeom prst="rect">
              <a:avLst/>
            </a:prstGeom>
          </p:spPr>
        </p:pic>
        <p:sp>
          <p:nvSpPr>
            <p:cNvPr id="41" name="object 41"/>
            <p:cNvSpPr/>
            <p:nvPr/>
          </p:nvSpPr>
          <p:spPr>
            <a:xfrm>
              <a:off x="2436113" y="3279171"/>
              <a:ext cx="41275" cy="17145"/>
            </a:xfrm>
            <a:custGeom>
              <a:avLst/>
              <a:gdLst/>
              <a:ahLst/>
              <a:cxnLst/>
              <a:rect l="l" t="t" r="r" b="b"/>
              <a:pathLst>
                <a:path w="41275" h="17145">
                  <a:moveTo>
                    <a:pt x="41243" y="16764"/>
                  </a:moveTo>
                  <a:lnTo>
                    <a:pt x="0" y="16764"/>
                  </a:lnTo>
                  <a:lnTo>
                    <a:pt x="0" y="0"/>
                  </a:lnTo>
                  <a:lnTo>
                    <a:pt x="41243" y="0"/>
                  </a:lnTo>
                  <a:lnTo>
                    <a:pt x="41243" y="16764"/>
                  </a:lnTo>
                  <a:close/>
                </a:path>
              </a:pathLst>
            </a:custGeom>
            <a:solidFill>
              <a:srgbClr val="232323"/>
            </a:solidFill>
          </p:spPr>
          <p:txBody>
            <a:bodyPr wrap="square" lIns="0" tIns="0" rIns="0" bIns="0" rtlCol="0"/>
            <a:lstStyle/>
            <a:p>
              <a:endParaRPr/>
            </a:p>
          </p:txBody>
        </p:sp>
        <p:pic>
          <p:nvPicPr>
            <p:cNvPr id="42" name="object 42"/>
            <p:cNvPicPr/>
            <p:nvPr/>
          </p:nvPicPr>
          <p:blipFill>
            <a:blip r:embed="rId29" cstate="print"/>
            <a:stretch>
              <a:fillRect/>
            </a:stretch>
          </p:blipFill>
          <p:spPr>
            <a:xfrm>
              <a:off x="2489644" y="3215068"/>
              <a:ext cx="1167955" cy="149542"/>
            </a:xfrm>
            <a:prstGeom prst="rect">
              <a:avLst/>
            </a:prstGeom>
          </p:spPr>
        </p:pic>
        <p:sp>
          <p:nvSpPr>
            <p:cNvPr id="43" name="object 43"/>
            <p:cNvSpPr/>
            <p:nvPr/>
          </p:nvSpPr>
          <p:spPr>
            <a:xfrm>
              <a:off x="1663636" y="3546252"/>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44" name="object 44"/>
            <p:cNvPicPr/>
            <p:nvPr/>
          </p:nvPicPr>
          <p:blipFill>
            <a:blip r:embed="rId30" cstate="print"/>
            <a:stretch>
              <a:fillRect/>
            </a:stretch>
          </p:blipFill>
          <p:spPr>
            <a:xfrm>
              <a:off x="1855946" y="3500437"/>
              <a:ext cx="1688687" cy="116014"/>
            </a:xfrm>
            <a:prstGeom prst="rect">
              <a:avLst/>
            </a:prstGeom>
          </p:spPr>
        </p:pic>
        <p:pic>
          <p:nvPicPr>
            <p:cNvPr id="45" name="object 45"/>
            <p:cNvPicPr/>
            <p:nvPr/>
          </p:nvPicPr>
          <p:blipFill>
            <a:blip r:embed="rId31" cstate="print"/>
            <a:stretch>
              <a:fillRect/>
            </a:stretch>
          </p:blipFill>
          <p:spPr>
            <a:xfrm>
              <a:off x="3567493" y="3498913"/>
              <a:ext cx="1554289" cy="151066"/>
            </a:xfrm>
            <a:prstGeom prst="rect">
              <a:avLst/>
            </a:prstGeom>
          </p:spPr>
        </p:pic>
        <p:sp>
          <p:nvSpPr>
            <p:cNvPr id="46" name="object 46"/>
            <p:cNvSpPr/>
            <p:nvPr/>
          </p:nvSpPr>
          <p:spPr>
            <a:xfrm>
              <a:off x="5137023" y="3498913"/>
              <a:ext cx="96520" cy="116205"/>
            </a:xfrm>
            <a:custGeom>
              <a:avLst/>
              <a:gdLst/>
              <a:ahLst/>
              <a:cxnLst/>
              <a:rect l="l" t="t" r="r" b="b"/>
              <a:pathLst>
                <a:path w="96520" h="116204">
                  <a:moveTo>
                    <a:pt x="12179" y="3060"/>
                  </a:moveTo>
                  <a:lnTo>
                    <a:pt x="0" y="3060"/>
                  </a:lnTo>
                  <a:lnTo>
                    <a:pt x="0" y="115925"/>
                  </a:lnTo>
                  <a:lnTo>
                    <a:pt x="12179" y="115925"/>
                  </a:lnTo>
                  <a:lnTo>
                    <a:pt x="12179" y="3060"/>
                  </a:lnTo>
                  <a:close/>
                </a:path>
                <a:path w="96520" h="116204">
                  <a:moveTo>
                    <a:pt x="48856" y="39624"/>
                  </a:moveTo>
                  <a:lnTo>
                    <a:pt x="36664" y="39624"/>
                  </a:lnTo>
                  <a:lnTo>
                    <a:pt x="36664" y="115925"/>
                  </a:lnTo>
                  <a:lnTo>
                    <a:pt x="48856" y="115925"/>
                  </a:lnTo>
                  <a:lnTo>
                    <a:pt x="48856" y="39624"/>
                  </a:lnTo>
                  <a:close/>
                </a:path>
                <a:path w="96520" h="116204">
                  <a:moveTo>
                    <a:pt x="96189" y="24384"/>
                  </a:moveTo>
                  <a:lnTo>
                    <a:pt x="80860" y="0"/>
                  </a:lnTo>
                  <a:lnTo>
                    <a:pt x="67144" y="0"/>
                  </a:lnTo>
                  <a:lnTo>
                    <a:pt x="87058" y="24384"/>
                  </a:lnTo>
                  <a:lnTo>
                    <a:pt x="96189" y="24384"/>
                  </a:lnTo>
                  <a:close/>
                </a:path>
              </a:pathLst>
            </a:custGeom>
            <a:solidFill>
              <a:srgbClr val="232323"/>
            </a:solidFill>
          </p:spPr>
          <p:txBody>
            <a:bodyPr wrap="square" lIns="0" tIns="0" rIns="0" bIns="0" rtlCol="0"/>
            <a:lstStyle/>
            <a:p>
              <a:endParaRPr/>
            </a:p>
          </p:txBody>
        </p:sp>
        <p:pic>
          <p:nvPicPr>
            <p:cNvPr id="47" name="object 47"/>
            <p:cNvPicPr/>
            <p:nvPr/>
          </p:nvPicPr>
          <p:blipFill>
            <a:blip r:embed="rId32" cstate="print"/>
            <a:stretch>
              <a:fillRect/>
            </a:stretch>
          </p:blipFill>
          <p:spPr>
            <a:xfrm>
              <a:off x="5288089" y="3537013"/>
              <a:ext cx="146685" cy="79438"/>
            </a:xfrm>
            <a:prstGeom prst="rect">
              <a:avLst/>
            </a:prstGeom>
          </p:spPr>
        </p:pic>
        <p:pic>
          <p:nvPicPr>
            <p:cNvPr id="48" name="object 48"/>
            <p:cNvPicPr/>
            <p:nvPr/>
          </p:nvPicPr>
          <p:blipFill>
            <a:blip r:embed="rId33" cstate="print"/>
            <a:stretch>
              <a:fillRect/>
            </a:stretch>
          </p:blipFill>
          <p:spPr>
            <a:xfrm>
              <a:off x="5454586" y="3537013"/>
              <a:ext cx="108394" cy="77819"/>
            </a:xfrm>
            <a:prstGeom prst="rect">
              <a:avLst/>
            </a:prstGeom>
          </p:spPr>
        </p:pic>
        <p:pic>
          <p:nvPicPr>
            <p:cNvPr id="49" name="object 49"/>
            <p:cNvPicPr/>
            <p:nvPr/>
          </p:nvPicPr>
          <p:blipFill>
            <a:blip r:embed="rId34" cstate="print"/>
            <a:stretch>
              <a:fillRect/>
            </a:stretch>
          </p:blipFill>
          <p:spPr>
            <a:xfrm>
              <a:off x="5585936" y="3537013"/>
              <a:ext cx="184689" cy="79438"/>
            </a:xfrm>
            <a:prstGeom prst="rect">
              <a:avLst/>
            </a:prstGeom>
          </p:spPr>
        </p:pic>
        <p:pic>
          <p:nvPicPr>
            <p:cNvPr id="50" name="object 50"/>
            <p:cNvPicPr/>
            <p:nvPr/>
          </p:nvPicPr>
          <p:blipFill>
            <a:blip r:embed="rId35" cstate="print"/>
            <a:stretch>
              <a:fillRect/>
            </a:stretch>
          </p:blipFill>
          <p:spPr>
            <a:xfrm>
              <a:off x="5795105" y="3501961"/>
              <a:ext cx="299180" cy="137350"/>
            </a:xfrm>
            <a:prstGeom prst="rect">
              <a:avLst/>
            </a:prstGeom>
          </p:spPr>
        </p:pic>
        <p:sp>
          <p:nvSpPr>
            <p:cNvPr id="51" name="object 51"/>
            <p:cNvSpPr/>
            <p:nvPr/>
          </p:nvSpPr>
          <p:spPr>
            <a:xfrm>
              <a:off x="1663636" y="3833145"/>
              <a:ext cx="38100" cy="36830"/>
            </a:xfrm>
            <a:custGeom>
              <a:avLst/>
              <a:gdLst/>
              <a:ahLst/>
              <a:cxnLst/>
              <a:rect l="l" t="t" r="r" b="b"/>
              <a:pathLst>
                <a:path w="38100" h="36829">
                  <a:moveTo>
                    <a:pt x="24383" y="36575"/>
                  </a:moveTo>
                  <a:lnTo>
                    <a:pt x="18287" y="36575"/>
                  </a:lnTo>
                  <a:lnTo>
                    <a:pt x="13715" y="36575"/>
                  </a:lnTo>
                  <a:lnTo>
                    <a:pt x="9143" y="35051"/>
                  </a:lnTo>
                  <a:lnTo>
                    <a:pt x="1523" y="27431"/>
                  </a:lnTo>
                  <a:lnTo>
                    <a:pt x="0" y="24383"/>
                  </a:lnTo>
                  <a:lnTo>
                    <a:pt x="0" y="13715"/>
                  </a:lnTo>
                  <a:lnTo>
                    <a:pt x="1523" y="9143"/>
                  </a:lnTo>
                  <a:lnTo>
                    <a:pt x="9143" y="1523"/>
                  </a:lnTo>
                  <a:lnTo>
                    <a:pt x="13715" y="0"/>
                  </a:lnTo>
                  <a:lnTo>
                    <a:pt x="24383" y="0"/>
                  </a:lnTo>
                  <a:lnTo>
                    <a:pt x="28955" y="1523"/>
                  </a:lnTo>
                  <a:lnTo>
                    <a:pt x="32003" y="4571"/>
                  </a:lnTo>
                  <a:lnTo>
                    <a:pt x="38099" y="13715"/>
                  </a:lnTo>
                  <a:lnTo>
                    <a:pt x="38099" y="22859"/>
                  </a:lnTo>
                  <a:lnTo>
                    <a:pt x="32003" y="32003"/>
                  </a:lnTo>
                  <a:lnTo>
                    <a:pt x="28955" y="35051"/>
                  </a:lnTo>
                  <a:lnTo>
                    <a:pt x="24383" y="36575"/>
                  </a:lnTo>
                  <a:close/>
                </a:path>
              </a:pathLst>
            </a:custGeom>
            <a:solidFill>
              <a:srgbClr val="232323"/>
            </a:solidFill>
          </p:spPr>
          <p:txBody>
            <a:bodyPr wrap="square" lIns="0" tIns="0" rIns="0" bIns="0" rtlCol="0"/>
            <a:lstStyle/>
            <a:p>
              <a:endParaRPr/>
            </a:p>
          </p:txBody>
        </p:sp>
        <p:pic>
          <p:nvPicPr>
            <p:cNvPr id="52" name="object 52"/>
            <p:cNvPicPr/>
            <p:nvPr/>
          </p:nvPicPr>
          <p:blipFill>
            <a:blip r:embed="rId36" cstate="print"/>
            <a:stretch>
              <a:fillRect/>
            </a:stretch>
          </p:blipFill>
          <p:spPr>
            <a:xfrm>
              <a:off x="1865185" y="3787330"/>
              <a:ext cx="1152715" cy="149637"/>
            </a:xfrm>
            <a:prstGeom prst="rect">
              <a:avLst/>
            </a:prstGeom>
          </p:spPr>
        </p:pic>
        <p:pic>
          <p:nvPicPr>
            <p:cNvPr id="53" name="object 53"/>
            <p:cNvPicPr/>
            <p:nvPr/>
          </p:nvPicPr>
          <p:blipFill>
            <a:blip r:embed="rId37" cstate="print"/>
            <a:stretch>
              <a:fillRect/>
            </a:stretch>
          </p:blipFill>
          <p:spPr>
            <a:xfrm>
              <a:off x="3085052" y="3785806"/>
              <a:ext cx="1322165" cy="151066"/>
            </a:xfrm>
            <a:prstGeom prst="rect">
              <a:avLst/>
            </a:prstGeom>
          </p:spPr>
        </p:pic>
        <p:pic>
          <p:nvPicPr>
            <p:cNvPr id="54" name="object 54"/>
            <p:cNvPicPr/>
            <p:nvPr/>
          </p:nvPicPr>
          <p:blipFill>
            <a:blip r:embed="rId38" cstate="print"/>
            <a:stretch>
              <a:fillRect/>
            </a:stretch>
          </p:blipFill>
          <p:spPr>
            <a:xfrm>
              <a:off x="4474368" y="3822382"/>
              <a:ext cx="203073" cy="112966"/>
            </a:xfrm>
            <a:prstGeom prst="rect">
              <a:avLst/>
            </a:prstGeom>
          </p:spPr>
        </p:pic>
        <p:sp>
          <p:nvSpPr>
            <p:cNvPr id="55" name="object 55"/>
            <p:cNvSpPr/>
            <p:nvPr/>
          </p:nvSpPr>
          <p:spPr>
            <a:xfrm>
              <a:off x="4697348" y="3787330"/>
              <a:ext cx="12700" cy="113030"/>
            </a:xfrm>
            <a:custGeom>
              <a:avLst/>
              <a:gdLst/>
              <a:ahLst/>
              <a:cxnLst/>
              <a:rect l="l" t="t" r="r" b="b"/>
              <a:pathLst>
                <a:path w="12700" h="113029">
                  <a:moveTo>
                    <a:pt x="12191" y="112966"/>
                  </a:moveTo>
                  <a:lnTo>
                    <a:pt x="0" y="112966"/>
                  </a:lnTo>
                  <a:lnTo>
                    <a:pt x="0" y="0"/>
                  </a:lnTo>
                  <a:lnTo>
                    <a:pt x="12191" y="0"/>
                  </a:lnTo>
                  <a:lnTo>
                    <a:pt x="12191" y="112966"/>
                  </a:lnTo>
                  <a:close/>
                </a:path>
              </a:pathLst>
            </a:custGeom>
            <a:solidFill>
              <a:srgbClr val="232323"/>
            </a:solidFill>
          </p:spPr>
          <p:txBody>
            <a:bodyPr wrap="square" lIns="0" tIns="0" rIns="0" bIns="0" rtlCol="0"/>
            <a:lstStyle/>
            <a:p>
              <a:endParaRPr/>
            </a:p>
          </p:txBody>
        </p:sp>
        <p:pic>
          <p:nvPicPr>
            <p:cNvPr id="56" name="object 56"/>
            <p:cNvPicPr/>
            <p:nvPr/>
          </p:nvPicPr>
          <p:blipFill>
            <a:blip r:embed="rId39" cstate="print"/>
            <a:stretch>
              <a:fillRect/>
            </a:stretch>
          </p:blipFill>
          <p:spPr>
            <a:xfrm>
              <a:off x="4730877" y="3788854"/>
              <a:ext cx="346614" cy="112966"/>
            </a:xfrm>
            <a:prstGeom prst="rect">
              <a:avLst/>
            </a:prstGeom>
          </p:spPr>
        </p:pic>
        <p:pic>
          <p:nvPicPr>
            <p:cNvPr id="57" name="object 57"/>
            <p:cNvPicPr/>
            <p:nvPr/>
          </p:nvPicPr>
          <p:blipFill>
            <a:blip r:embed="rId40" cstate="print"/>
            <a:stretch>
              <a:fillRect/>
            </a:stretch>
          </p:blipFill>
          <p:spPr>
            <a:xfrm>
              <a:off x="5097303" y="3822382"/>
              <a:ext cx="163449" cy="79438"/>
            </a:xfrm>
            <a:prstGeom prst="rect">
              <a:avLst/>
            </a:prstGeom>
          </p:spPr>
        </p:pic>
        <p:sp>
          <p:nvSpPr>
            <p:cNvPr id="58" name="object 58"/>
            <p:cNvSpPr/>
            <p:nvPr/>
          </p:nvSpPr>
          <p:spPr>
            <a:xfrm>
              <a:off x="1663636" y="4118514"/>
              <a:ext cx="38100" cy="38100"/>
            </a:xfrm>
            <a:custGeom>
              <a:avLst/>
              <a:gdLst/>
              <a:ahLst/>
              <a:cxnLst/>
              <a:rect l="l" t="t" r="r" b="b"/>
              <a:pathLst>
                <a:path w="38100" h="38100">
                  <a:moveTo>
                    <a:pt x="24383" y="38100"/>
                  </a:moveTo>
                  <a:lnTo>
                    <a:pt x="18287" y="38100"/>
                  </a:lnTo>
                  <a:lnTo>
                    <a:pt x="13715" y="38100"/>
                  </a:lnTo>
                  <a:lnTo>
                    <a:pt x="9143" y="36576"/>
                  </a:lnTo>
                  <a:lnTo>
                    <a:pt x="6095" y="32004"/>
                  </a:lnTo>
                  <a:lnTo>
                    <a:pt x="1523" y="28956"/>
                  </a:lnTo>
                  <a:lnTo>
                    <a:pt x="0" y="24384"/>
                  </a:lnTo>
                  <a:lnTo>
                    <a:pt x="0" y="13716"/>
                  </a:lnTo>
                  <a:lnTo>
                    <a:pt x="1523" y="9143"/>
                  </a:lnTo>
                  <a:lnTo>
                    <a:pt x="6095" y="6096"/>
                  </a:lnTo>
                  <a:lnTo>
                    <a:pt x="9143" y="1524"/>
                  </a:lnTo>
                  <a:lnTo>
                    <a:pt x="13715" y="0"/>
                  </a:lnTo>
                  <a:lnTo>
                    <a:pt x="24383" y="0"/>
                  </a:lnTo>
                  <a:lnTo>
                    <a:pt x="28955" y="1524"/>
                  </a:lnTo>
                  <a:lnTo>
                    <a:pt x="32003" y="6096"/>
                  </a:lnTo>
                  <a:lnTo>
                    <a:pt x="35051" y="9143"/>
                  </a:lnTo>
                  <a:lnTo>
                    <a:pt x="38099" y="13716"/>
                  </a:lnTo>
                  <a:lnTo>
                    <a:pt x="38099" y="24384"/>
                  </a:lnTo>
                  <a:lnTo>
                    <a:pt x="35051" y="28956"/>
                  </a:lnTo>
                  <a:lnTo>
                    <a:pt x="32003" y="32004"/>
                  </a:lnTo>
                  <a:lnTo>
                    <a:pt x="28955" y="36576"/>
                  </a:lnTo>
                  <a:lnTo>
                    <a:pt x="24383" y="38100"/>
                  </a:lnTo>
                  <a:close/>
                </a:path>
              </a:pathLst>
            </a:custGeom>
            <a:solidFill>
              <a:srgbClr val="232323"/>
            </a:solidFill>
          </p:spPr>
          <p:txBody>
            <a:bodyPr wrap="square" lIns="0" tIns="0" rIns="0" bIns="0" rtlCol="0"/>
            <a:lstStyle/>
            <a:p>
              <a:endParaRPr/>
            </a:p>
          </p:txBody>
        </p:sp>
        <p:pic>
          <p:nvPicPr>
            <p:cNvPr id="59" name="object 59"/>
            <p:cNvPicPr/>
            <p:nvPr/>
          </p:nvPicPr>
          <p:blipFill>
            <a:blip r:embed="rId41" cstate="print"/>
            <a:stretch>
              <a:fillRect/>
            </a:stretch>
          </p:blipFill>
          <p:spPr>
            <a:xfrm>
              <a:off x="1851374" y="4074128"/>
              <a:ext cx="348138" cy="114585"/>
            </a:xfrm>
            <a:prstGeom prst="rect">
              <a:avLst/>
            </a:prstGeom>
          </p:spPr>
        </p:pic>
        <p:sp>
          <p:nvSpPr>
            <p:cNvPr id="60" name="object 60"/>
            <p:cNvSpPr/>
            <p:nvPr/>
          </p:nvSpPr>
          <p:spPr>
            <a:xfrm>
              <a:off x="2223897" y="4074223"/>
              <a:ext cx="12700" cy="113030"/>
            </a:xfrm>
            <a:custGeom>
              <a:avLst/>
              <a:gdLst/>
              <a:ahLst/>
              <a:cxnLst/>
              <a:rect l="l" t="t" r="r" b="b"/>
              <a:pathLst>
                <a:path w="12700" h="113029">
                  <a:moveTo>
                    <a:pt x="12287" y="112966"/>
                  </a:moveTo>
                  <a:lnTo>
                    <a:pt x="0" y="112966"/>
                  </a:lnTo>
                  <a:lnTo>
                    <a:pt x="0" y="0"/>
                  </a:lnTo>
                  <a:lnTo>
                    <a:pt x="12287" y="0"/>
                  </a:lnTo>
                  <a:lnTo>
                    <a:pt x="12287" y="112966"/>
                  </a:lnTo>
                  <a:close/>
                </a:path>
              </a:pathLst>
            </a:custGeom>
            <a:solidFill>
              <a:srgbClr val="232323"/>
            </a:solidFill>
          </p:spPr>
          <p:txBody>
            <a:bodyPr wrap="square" lIns="0" tIns="0" rIns="0" bIns="0" rtlCol="0"/>
            <a:lstStyle/>
            <a:p>
              <a:endParaRPr/>
            </a:p>
          </p:txBody>
        </p:sp>
        <p:pic>
          <p:nvPicPr>
            <p:cNvPr id="61" name="object 61"/>
            <p:cNvPicPr/>
            <p:nvPr/>
          </p:nvPicPr>
          <p:blipFill>
            <a:blip r:embed="rId42" cstate="print"/>
            <a:stretch>
              <a:fillRect/>
            </a:stretch>
          </p:blipFill>
          <p:spPr>
            <a:xfrm>
              <a:off x="2301906" y="4072699"/>
              <a:ext cx="2039683" cy="149637"/>
            </a:xfrm>
            <a:prstGeom prst="rect">
              <a:avLst/>
            </a:prstGeom>
          </p:spPr>
        </p:pic>
        <p:sp>
          <p:nvSpPr>
            <p:cNvPr id="62" name="object 62"/>
            <p:cNvSpPr/>
            <p:nvPr/>
          </p:nvSpPr>
          <p:spPr>
            <a:xfrm>
              <a:off x="4367498" y="4080319"/>
              <a:ext cx="12700" cy="107314"/>
            </a:xfrm>
            <a:custGeom>
              <a:avLst/>
              <a:gdLst/>
              <a:ahLst/>
              <a:cxnLst/>
              <a:rect l="l" t="t" r="r" b="b"/>
              <a:pathLst>
                <a:path w="12700" h="107314">
                  <a:moveTo>
                    <a:pt x="12287" y="106870"/>
                  </a:moveTo>
                  <a:lnTo>
                    <a:pt x="0" y="106870"/>
                  </a:lnTo>
                  <a:lnTo>
                    <a:pt x="0" y="0"/>
                  </a:lnTo>
                  <a:lnTo>
                    <a:pt x="12287" y="0"/>
                  </a:lnTo>
                  <a:lnTo>
                    <a:pt x="12287" y="106870"/>
                  </a:lnTo>
                  <a:close/>
                </a:path>
              </a:pathLst>
            </a:custGeom>
            <a:solidFill>
              <a:srgbClr val="232323"/>
            </a:solidFill>
          </p:spPr>
          <p:txBody>
            <a:bodyPr wrap="square" lIns="0" tIns="0" rIns="0" bIns="0" rtlCol="0"/>
            <a:lstStyle/>
            <a:p>
              <a:endParaRPr/>
            </a:p>
          </p:txBody>
        </p:sp>
        <p:pic>
          <p:nvPicPr>
            <p:cNvPr id="63" name="object 63"/>
            <p:cNvPicPr/>
            <p:nvPr/>
          </p:nvPicPr>
          <p:blipFill>
            <a:blip r:embed="rId43" cstate="print"/>
            <a:stretch>
              <a:fillRect/>
            </a:stretch>
          </p:blipFill>
          <p:spPr>
            <a:xfrm>
              <a:off x="4443888" y="4109370"/>
              <a:ext cx="74771" cy="79343"/>
            </a:xfrm>
            <a:prstGeom prst="rect">
              <a:avLst/>
            </a:prstGeom>
          </p:spPr>
        </p:pic>
        <p:sp>
          <p:nvSpPr>
            <p:cNvPr id="64" name="object 64"/>
            <p:cNvSpPr/>
            <p:nvPr/>
          </p:nvSpPr>
          <p:spPr>
            <a:xfrm>
              <a:off x="4538471" y="4109370"/>
              <a:ext cx="40005" cy="78105"/>
            </a:xfrm>
            <a:custGeom>
              <a:avLst/>
              <a:gdLst/>
              <a:ahLst/>
              <a:cxnLst/>
              <a:rect l="l" t="t" r="r" b="b"/>
              <a:pathLst>
                <a:path w="40004" h="78104">
                  <a:moveTo>
                    <a:pt x="17875" y="16764"/>
                  </a:moveTo>
                  <a:lnTo>
                    <a:pt x="12192" y="16764"/>
                  </a:lnTo>
                  <a:lnTo>
                    <a:pt x="13716" y="10668"/>
                  </a:lnTo>
                  <a:lnTo>
                    <a:pt x="16859" y="6096"/>
                  </a:lnTo>
                  <a:lnTo>
                    <a:pt x="19907" y="4572"/>
                  </a:lnTo>
                  <a:lnTo>
                    <a:pt x="22955" y="1524"/>
                  </a:lnTo>
                  <a:lnTo>
                    <a:pt x="27527" y="0"/>
                  </a:lnTo>
                  <a:lnTo>
                    <a:pt x="39719" y="0"/>
                  </a:lnTo>
                  <a:lnTo>
                    <a:pt x="37052" y="10668"/>
                  </a:lnTo>
                  <a:lnTo>
                    <a:pt x="26003" y="10668"/>
                  </a:lnTo>
                  <a:lnTo>
                    <a:pt x="19907" y="13716"/>
                  </a:lnTo>
                  <a:lnTo>
                    <a:pt x="17875" y="16764"/>
                  </a:lnTo>
                  <a:close/>
                </a:path>
                <a:path w="40004" h="78104">
                  <a:moveTo>
                    <a:pt x="12192" y="77819"/>
                  </a:moveTo>
                  <a:lnTo>
                    <a:pt x="0" y="77819"/>
                  </a:lnTo>
                  <a:lnTo>
                    <a:pt x="0" y="1524"/>
                  </a:lnTo>
                  <a:lnTo>
                    <a:pt x="12192" y="1524"/>
                  </a:lnTo>
                  <a:lnTo>
                    <a:pt x="12192" y="16764"/>
                  </a:lnTo>
                  <a:lnTo>
                    <a:pt x="17875" y="16764"/>
                  </a:lnTo>
                  <a:lnTo>
                    <a:pt x="16859" y="18288"/>
                  </a:lnTo>
                  <a:lnTo>
                    <a:pt x="13716" y="24384"/>
                  </a:lnTo>
                  <a:lnTo>
                    <a:pt x="12192" y="30575"/>
                  </a:lnTo>
                  <a:lnTo>
                    <a:pt x="12192" y="77819"/>
                  </a:lnTo>
                  <a:close/>
                </a:path>
                <a:path w="40004" h="78104">
                  <a:moveTo>
                    <a:pt x="36671" y="12192"/>
                  </a:moveTo>
                  <a:lnTo>
                    <a:pt x="36671" y="10668"/>
                  </a:lnTo>
                  <a:lnTo>
                    <a:pt x="37052" y="10668"/>
                  </a:lnTo>
                  <a:lnTo>
                    <a:pt x="36671" y="12192"/>
                  </a:lnTo>
                  <a:close/>
                </a:path>
              </a:pathLst>
            </a:custGeom>
            <a:solidFill>
              <a:srgbClr val="232323"/>
            </a:solidFill>
          </p:spPr>
          <p:txBody>
            <a:bodyPr wrap="square" lIns="0" tIns="0" rIns="0" bIns="0" rtlCol="0"/>
            <a:lstStyle/>
            <a:p>
              <a:endParaRPr/>
            </a:p>
          </p:txBody>
        </p:sp>
        <p:pic>
          <p:nvPicPr>
            <p:cNvPr id="65" name="object 65"/>
            <p:cNvPicPr/>
            <p:nvPr/>
          </p:nvPicPr>
          <p:blipFill>
            <a:blip r:embed="rId44" cstate="print"/>
            <a:stretch>
              <a:fillRect/>
            </a:stretch>
          </p:blipFill>
          <p:spPr>
            <a:xfrm>
              <a:off x="4627054" y="4078795"/>
              <a:ext cx="82486" cy="109918"/>
            </a:xfrm>
            <a:prstGeom prst="rect">
              <a:avLst/>
            </a:prstGeom>
          </p:spPr>
        </p:pic>
        <p:sp>
          <p:nvSpPr>
            <p:cNvPr id="66" name="object 66"/>
            <p:cNvSpPr/>
            <p:nvPr/>
          </p:nvSpPr>
          <p:spPr>
            <a:xfrm>
              <a:off x="4729340" y="4080509"/>
              <a:ext cx="55244" cy="106680"/>
            </a:xfrm>
            <a:custGeom>
              <a:avLst/>
              <a:gdLst/>
              <a:ahLst/>
              <a:cxnLst/>
              <a:rect l="l" t="t" r="r" b="b"/>
              <a:pathLst>
                <a:path w="55245" h="106679">
                  <a:moveTo>
                    <a:pt x="54965" y="93980"/>
                  </a:moveTo>
                  <a:lnTo>
                    <a:pt x="12192" y="93980"/>
                  </a:lnTo>
                  <a:lnTo>
                    <a:pt x="12192" y="0"/>
                  </a:lnTo>
                  <a:lnTo>
                    <a:pt x="0" y="0"/>
                  </a:lnTo>
                  <a:lnTo>
                    <a:pt x="0" y="93980"/>
                  </a:lnTo>
                  <a:lnTo>
                    <a:pt x="0" y="106680"/>
                  </a:lnTo>
                  <a:lnTo>
                    <a:pt x="54965" y="106680"/>
                  </a:lnTo>
                  <a:lnTo>
                    <a:pt x="54965" y="93980"/>
                  </a:lnTo>
                  <a:close/>
                </a:path>
              </a:pathLst>
            </a:custGeom>
            <a:solidFill>
              <a:srgbClr val="232323"/>
            </a:solidFill>
          </p:spPr>
          <p:txBody>
            <a:bodyPr wrap="square" lIns="0" tIns="0" rIns="0" bIns="0" rtlCol="0"/>
            <a:lstStyle/>
            <a:p>
              <a:endParaRPr/>
            </a:p>
          </p:txBody>
        </p:sp>
        <p:pic>
          <p:nvPicPr>
            <p:cNvPr id="67" name="object 67"/>
            <p:cNvPicPr/>
            <p:nvPr/>
          </p:nvPicPr>
          <p:blipFill>
            <a:blip r:embed="rId45" cstate="print"/>
            <a:stretch>
              <a:fillRect/>
            </a:stretch>
          </p:blipFill>
          <p:spPr>
            <a:xfrm>
              <a:off x="4801171" y="4074223"/>
              <a:ext cx="1308353" cy="148018"/>
            </a:xfrm>
            <a:prstGeom prst="rect">
              <a:avLst/>
            </a:prstGeom>
          </p:spPr>
        </p:pic>
        <p:sp>
          <p:nvSpPr>
            <p:cNvPr id="68" name="object 68"/>
            <p:cNvSpPr/>
            <p:nvPr/>
          </p:nvSpPr>
          <p:spPr>
            <a:xfrm>
              <a:off x="6124861" y="4171949"/>
              <a:ext cx="17145" cy="17145"/>
            </a:xfrm>
            <a:custGeom>
              <a:avLst/>
              <a:gdLst/>
              <a:ahLst/>
              <a:cxnLst/>
              <a:rect l="l" t="t" r="r" b="b"/>
              <a:pathLst>
                <a:path w="17145" h="17145">
                  <a:moveTo>
                    <a:pt x="10668" y="16763"/>
                  </a:moveTo>
                  <a:lnTo>
                    <a:pt x="7620" y="16763"/>
                  </a:lnTo>
                  <a:lnTo>
                    <a:pt x="6096" y="16763"/>
                  </a:lnTo>
                  <a:lnTo>
                    <a:pt x="3048" y="15239"/>
                  </a:lnTo>
                  <a:lnTo>
                    <a:pt x="0" y="12191"/>
                  </a:lnTo>
                  <a:lnTo>
                    <a:pt x="0" y="3047"/>
                  </a:lnTo>
                  <a:lnTo>
                    <a:pt x="3048" y="0"/>
                  </a:lnTo>
                  <a:lnTo>
                    <a:pt x="12192" y="0"/>
                  </a:lnTo>
                  <a:lnTo>
                    <a:pt x="15240" y="3047"/>
                  </a:lnTo>
                  <a:lnTo>
                    <a:pt x="16764" y="6095"/>
                  </a:lnTo>
                  <a:lnTo>
                    <a:pt x="16764" y="10667"/>
                  </a:lnTo>
                  <a:lnTo>
                    <a:pt x="10668" y="16763"/>
                  </a:lnTo>
                  <a:close/>
                </a:path>
              </a:pathLst>
            </a:custGeom>
            <a:solidFill>
              <a:srgbClr val="232323"/>
            </a:solidFill>
          </p:spPr>
          <p:txBody>
            <a:bodyPr wrap="square" lIns="0" tIns="0" rIns="0" bIns="0" rtlCol="0"/>
            <a:lstStyle/>
            <a:p>
              <a:endParaRPr/>
            </a:p>
          </p:txBody>
        </p:sp>
        <p:pic>
          <p:nvPicPr>
            <p:cNvPr id="69" name="object 69"/>
            <p:cNvPicPr/>
            <p:nvPr/>
          </p:nvPicPr>
          <p:blipFill>
            <a:blip r:embed="rId46" cstate="print"/>
            <a:stretch>
              <a:fillRect/>
            </a:stretch>
          </p:blipFill>
          <p:spPr>
            <a:xfrm>
              <a:off x="1350645" y="4443507"/>
              <a:ext cx="112966" cy="134302"/>
            </a:xfrm>
            <a:prstGeom prst="rect">
              <a:avLst/>
            </a:prstGeom>
          </p:spPr>
        </p:pic>
        <p:pic>
          <p:nvPicPr>
            <p:cNvPr id="70" name="object 70"/>
            <p:cNvPicPr/>
            <p:nvPr/>
          </p:nvPicPr>
          <p:blipFill>
            <a:blip r:embed="rId47" cstate="print"/>
            <a:stretch>
              <a:fillRect/>
            </a:stretch>
          </p:blipFill>
          <p:spPr>
            <a:xfrm>
              <a:off x="1486471" y="4455699"/>
              <a:ext cx="256508" cy="123729"/>
            </a:xfrm>
            <a:prstGeom prst="rect">
              <a:avLst/>
            </a:prstGeom>
          </p:spPr>
        </p:pic>
        <p:pic>
          <p:nvPicPr>
            <p:cNvPr id="71" name="object 71"/>
            <p:cNvPicPr/>
            <p:nvPr/>
          </p:nvPicPr>
          <p:blipFill>
            <a:blip r:embed="rId48" cstate="print"/>
            <a:stretch>
              <a:fillRect/>
            </a:stretch>
          </p:blipFill>
          <p:spPr>
            <a:xfrm>
              <a:off x="1800987" y="4441983"/>
              <a:ext cx="262604" cy="137445"/>
            </a:xfrm>
            <a:prstGeom prst="rect">
              <a:avLst/>
            </a:prstGeom>
          </p:spPr>
        </p:pic>
        <p:pic>
          <p:nvPicPr>
            <p:cNvPr id="72" name="object 72"/>
            <p:cNvPicPr/>
            <p:nvPr/>
          </p:nvPicPr>
          <p:blipFill>
            <a:blip r:embed="rId49" cstate="print"/>
            <a:stretch>
              <a:fillRect/>
            </a:stretch>
          </p:blipFill>
          <p:spPr>
            <a:xfrm>
              <a:off x="2083498" y="4480178"/>
              <a:ext cx="181641" cy="141922"/>
            </a:xfrm>
            <a:prstGeom prst="rect">
              <a:avLst/>
            </a:prstGeom>
          </p:spPr>
        </p:pic>
        <p:sp>
          <p:nvSpPr>
            <p:cNvPr id="73" name="object 73"/>
            <p:cNvSpPr/>
            <p:nvPr/>
          </p:nvSpPr>
          <p:spPr>
            <a:xfrm>
              <a:off x="1405604" y="4786979"/>
              <a:ext cx="38735" cy="36830"/>
            </a:xfrm>
            <a:custGeom>
              <a:avLst/>
              <a:gdLst/>
              <a:ahLst/>
              <a:cxnLst/>
              <a:rect l="l" t="t" r="r" b="b"/>
              <a:pathLst>
                <a:path w="38734" h="36829">
                  <a:moveTo>
                    <a:pt x="24384" y="36575"/>
                  </a:moveTo>
                  <a:lnTo>
                    <a:pt x="19812" y="36575"/>
                  </a:lnTo>
                  <a:lnTo>
                    <a:pt x="13716" y="36575"/>
                  </a:lnTo>
                  <a:lnTo>
                    <a:pt x="9144" y="35051"/>
                  </a:lnTo>
                  <a:lnTo>
                    <a:pt x="1524" y="27431"/>
                  </a:lnTo>
                  <a:lnTo>
                    <a:pt x="0" y="24383"/>
                  </a:lnTo>
                  <a:lnTo>
                    <a:pt x="0" y="13715"/>
                  </a:lnTo>
                  <a:lnTo>
                    <a:pt x="1524" y="9143"/>
                  </a:lnTo>
                  <a:lnTo>
                    <a:pt x="9144" y="1523"/>
                  </a:lnTo>
                  <a:lnTo>
                    <a:pt x="13716" y="0"/>
                  </a:lnTo>
                  <a:lnTo>
                    <a:pt x="24384" y="0"/>
                  </a:lnTo>
                  <a:lnTo>
                    <a:pt x="28956" y="1523"/>
                  </a:lnTo>
                  <a:lnTo>
                    <a:pt x="36671" y="9143"/>
                  </a:lnTo>
                  <a:lnTo>
                    <a:pt x="38195" y="13715"/>
                  </a:lnTo>
                  <a:lnTo>
                    <a:pt x="38195" y="22859"/>
                  </a:lnTo>
                  <a:lnTo>
                    <a:pt x="36671" y="27431"/>
                  </a:lnTo>
                  <a:lnTo>
                    <a:pt x="28956" y="35051"/>
                  </a:lnTo>
                  <a:lnTo>
                    <a:pt x="24384" y="36575"/>
                  </a:lnTo>
                  <a:close/>
                </a:path>
              </a:pathLst>
            </a:custGeom>
            <a:solidFill>
              <a:srgbClr val="232323"/>
            </a:solidFill>
          </p:spPr>
          <p:txBody>
            <a:bodyPr wrap="square" lIns="0" tIns="0" rIns="0" bIns="0" rtlCol="0"/>
            <a:lstStyle/>
            <a:p>
              <a:endParaRPr/>
            </a:p>
          </p:txBody>
        </p:sp>
        <p:pic>
          <p:nvPicPr>
            <p:cNvPr id="74" name="object 74"/>
            <p:cNvPicPr/>
            <p:nvPr/>
          </p:nvPicPr>
          <p:blipFill>
            <a:blip r:embed="rId50" cstate="print"/>
            <a:stretch>
              <a:fillRect/>
            </a:stretch>
          </p:blipFill>
          <p:spPr>
            <a:xfrm>
              <a:off x="1596390" y="4741068"/>
              <a:ext cx="342042" cy="114585"/>
            </a:xfrm>
            <a:prstGeom prst="rect">
              <a:avLst/>
            </a:prstGeom>
          </p:spPr>
        </p:pic>
        <p:pic>
          <p:nvPicPr>
            <p:cNvPr id="75" name="object 75"/>
            <p:cNvPicPr/>
            <p:nvPr/>
          </p:nvPicPr>
          <p:blipFill>
            <a:blip r:embed="rId51" cstate="print"/>
            <a:stretch>
              <a:fillRect/>
            </a:stretch>
          </p:blipFill>
          <p:spPr>
            <a:xfrm>
              <a:off x="1991868" y="4745640"/>
              <a:ext cx="114490" cy="110014"/>
            </a:xfrm>
            <a:prstGeom prst="rect">
              <a:avLst/>
            </a:prstGeom>
          </p:spPr>
        </p:pic>
        <p:sp>
          <p:nvSpPr>
            <p:cNvPr id="76" name="object 76"/>
            <p:cNvSpPr/>
            <p:nvPr/>
          </p:nvSpPr>
          <p:spPr>
            <a:xfrm>
              <a:off x="1663636" y="4741163"/>
              <a:ext cx="1821814" cy="369570"/>
            </a:xfrm>
            <a:custGeom>
              <a:avLst/>
              <a:gdLst/>
              <a:ahLst/>
              <a:cxnLst/>
              <a:rect l="l" t="t" r="r" b="b"/>
              <a:pathLst>
                <a:path w="1821814" h="369570">
                  <a:moveTo>
                    <a:pt x="38100" y="344906"/>
                  </a:moveTo>
                  <a:lnTo>
                    <a:pt x="35052" y="340334"/>
                  </a:lnTo>
                  <a:lnTo>
                    <a:pt x="32004" y="337286"/>
                  </a:lnTo>
                  <a:lnTo>
                    <a:pt x="28956" y="332714"/>
                  </a:lnTo>
                  <a:lnTo>
                    <a:pt x="24384" y="331190"/>
                  </a:lnTo>
                  <a:lnTo>
                    <a:pt x="13716" y="331190"/>
                  </a:lnTo>
                  <a:lnTo>
                    <a:pt x="9144" y="332714"/>
                  </a:lnTo>
                  <a:lnTo>
                    <a:pt x="6096" y="337286"/>
                  </a:lnTo>
                  <a:lnTo>
                    <a:pt x="1524" y="340334"/>
                  </a:lnTo>
                  <a:lnTo>
                    <a:pt x="0" y="344906"/>
                  </a:lnTo>
                  <a:lnTo>
                    <a:pt x="0" y="355574"/>
                  </a:lnTo>
                  <a:lnTo>
                    <a:pt x="1524" y="360146"/>
                  </a:lnTo>
                  <a:lnTo>
                    <a:pt x="6096" y="363194"/>
                  </a:lnTo>
                  <a:lnTo>
                    <a:pt x="9144" y="367766"/>
                  </a:lnTo>
                  <a:lnTo>
                    <a:pt x="13716" y="369290"/>
                  </a:lnTo>
                  <a:lnTo>
                    <a:pt x="18288" y="369290"/>
                  </a:lnTo>
                  <a:lnTo>
                    <a:pt x="24384" y="369290"/>
                  </a:lnTo>
                  <a:lnTo>
                    <a:pt x="28956" y="367766"/>
                  </a:lnTo>
                  <a:lnTo>
                    <a:pt x="32004" y="363194"/>
                  </a:lnTo>
                  <a:lnTo>
                    <a:pt x="35052" y="360146"/>
                  </a:lnTo>
                  <a:lnTo>
                    <a:pt x="38100" y="355574"/>
                  </a:lnTo>
                  <a:lnTo>
                    <a:pt x="38100" y="344906"/>
                  </a:lnTo>
                  <a:close/>
                </a:path>
                <a:path w="1821814" h="369570">
                  <a:moveTo>
                    <a:pt x="596925" y="6197"/>
                  </a:moveTo>
                  <a:lnTo>
                    <a:pt x="572541" y="6197"/>
                  </a:lnTo>
                  <a:lnTo>
                    <a:pt x="572541" y="49377"/>
                  </a:lnTo>
                  <a:lnTo>
                    <a:pt x="528256" y="49377"/>
                  </a:lnTo>
                  <a:lnTo>
                    <a:pt x="528256" y="6197"/>
                  </a:lnTo>
                  <a:lnTo>
                    <a:pt x="503770" y="6197"/>
                  </a:lnTo>
                  <a:lnTo>
                    <a:pt x="503770" y="49377"/>
                  </a:lnTo>
                  <a:lnTo>
                    <a:pt x="503770" y="69697"/>
                  </a:lnTo>
                  <a:lnTo>
                    <a:pt x="503770" y="112877"/>
                  </a:lnTo>
                  <a:lnTo>
                    <a:pt x="528256" y="112877"/>
                  </a:lnTo>
                  <a:lnTo>
                    <a:pt x="528256" y="69697"/>
                  </a:lnTo>
                  <a:lnTo>
                    <a:pt x="572541" y="69697"/>
                  </a:lnTo>
                  <a:lnTo>
                    <a:pt x="572541" y="112877"/>
                  </a:lnTo>
                  <a:lnTo>
                    <a:pt x="596925" y="112877"/>
                  </a:lnTo>
                  <a:lnTo>
                    <a:pt x="596925" y="69697"/>
                  </a:lnTo>
                  <a:lnTo>
                    <a:pt x="596925" y="49377"/>
                  </a:lnTo>
                  <a:lnTo>
                    <a:pt x="596925" y="6197"/>
                  </a:lnTo>
                  <a:close/>
                </a:path>
                <a:path w="1821814" h="369570">
                  <a:moveTo>
                    <a:pt x="682459" y="77724"/>
                  </a:moveTo>
                  <a:lnTo>
                    <a:pt x="682345" y="65532"/>
                  </a:lnTo>
                  <a:lnTo>
                    <a:pt x="682231" y="64008"/>
                  </a:lnTo>
                  <a:lnTo>
                    <a:pt x="681913" y="59613"/>
                  </a:lnTo>
                  <a:lnTo>
                    <a:pt x="648830" y="35052"/>
                  </a:lnTo>
                  <a:lnTo>
                    <a:pt x="638162" y="35052"/>
                  </a:lnTo>
                  <a:lnTo>
                    <a:pt x="632066" y="36576"/>
                  </a:lnTo>
                  <a:lnTo>
                    <a:pt x="627494" y="38100"/>
                  </a:lnTo>
                  <a:lnTo>
                    <a:pt x="622922" y="41148"/>
                  </a:lnTo>
                  <a:lnTo>
                    <a:pt x="616737" y="44196"/>
                  </a:lnTo>
                  <a:lnTo>
                    <a:pt x="624446" y="57912"/>
                  </a:lnTo>
                  <a:lnTo>
                    <a:pt x="629018" y="54864"/>
                  </a:lnTo>
                  <a:lnTo>
                    <a:pt x="633590" y="53340"/>
                  </a:lnTo>
                  <a:lnTo>
                    <a:pt x="636638" y="53340"/>
                  </a:lnTo>
                  <a:lnTo>
                    <a:pt x="641210" y="51816"/>
                  </a:lnTo>
                  <a:lnTo>
                    <a:pt x="654926" y="51816"/>
                  </a:lnTo>
                  <a:lnTo>
                    <a:pt x="661022" y="57912"/>
                  </a:lnTo>
                  <a:lnTo>
                    <a:pt x="661022" y="64008"/>
                  </a:lnTo>
                  <a:lnTo>
                    <a:pt x="661022" y="77724"/>
                  </a:lnTo>
                  <a:lnTo>
                    <a:pt x="661022" y="86868"/>
                  </a:lnTo>
                  <a:lnTo>
                    <a:pt x="659498" y="91440"/>
                  </a:lnTo>
                  <a:lnTo>
                    <a:pt x="653402" y="97536"/>
                  </a:lnTo>
                  <a:lnTo>
                    <a:pt x="650354" y="99060"/>
                  </a:lnTo>
                  <a:lnTo>
                    <a:pt x="642734" y="99060"/>
                  </a:lnTo>
                  <a:lnTo>
                    <a:pt x="639686" y="97536"/>
                  </a:lnTo>
                  <a:lnTo>
                    <a:pt x="636638" y="94488"/>
                  </a:lnTo>
                  <a:lnTo>
                    <a:pt x="635114" y="91440"/>
                  </a:lnTo>
                  <a:lnTo>
                    <a:pt x="635114" y="86868"/>
                  </a:lnTo>
                  <a:lnTo>
                    <a:pt x="636638" y="83820"/>
                  </a:lnTo>
                  <a:lnTo>
                    <a:pt x="639686" y="80772"/>
                  </a:lnTo>
                  <a:lnTo>
                    <a:pt x="642734" y="79248"/>
                  </a:lnTo>
                  <a:lnTo>
                    <a:pt x="647306" y="79248"/>
                  </a:lnTo>
                  <a:lnTo>
                    <a:pt x="661022" y="77724"/>
                  </a:lnTo>
                  <a:lnTo>
                    <a:pt x="661022" y="64008"/>
                  </a:lnTo>
                  <a:lnTo>
                    <a:pt x="642734" y="65532"/>
                  </a:lnTo>
                  <a:lnTo>
                    <a:pt x="613689" y="85344"/>
                  </a:lnTo>
                  <a:lnTo>
                    <a:pt x="613689" y="99060"/>
                  </a:lnTo>
                  <a:lnTo>
                    <a:pt x="615213" y="105257"/>
                  </a:lnTo>
                  <a:lnTo>
                    <a:pt x="621398" y="108305"/>
                  </a:lnTo>
                  <a:lnTo>
                    <a:pt x="625970" y="112877"/>
                  </a:lnTo>
                  <a:lnTo>
                    <a:pt x="630542" y="114401"/>
                  </a:lnTo>
                  <a:lnTo>
                    <a:pt x="647306" y="114401"/>
                  </a:lnTo>
                  <a:lnTo>
                    <a:pt x="650354" y="111353"/>
                  </a:lnTo>
                  <a:lnTo>
                    <a:pt x="654926" y="109829"/>
                  </a:lnTo>
                  <a:lnTo>
                    <a:pt x="657974" y="106781"/>
                  </a:lnTo>
                  <a:lnTo>
                    <a:pt x="659498" y="102209"/>
                  </a:lnTo>
                  <a:lnTo>
                    <a:pt x="661022" y="102209"/>
                  </a:lnTo>
                  <a:lnTo>
                    <a:pt x="661022" y="112877"/>
                  </a:lnTo>
                  <a:lnTo>
                    <a:pt x="682459" y="112877"/>
                  </a:lnTo>
                  <a:lnTo>
                    <a:pt x="682459" y="102209"/>
                  </a:lnTo>
                  <a:lnTo>
                    <a:pt x="682459" y="99060"/>
                  </a:lnTo>
                  <a:lnTo>
                    <a:pt x="682459" y="77724"/>
                  </a:lnTo>
                  <a:close/>
                </a:path>
                <a:path w="1821814" h="369570">
                  <a:moveTo>
                    <a:pt x="775614" y="56489"/>
                  </a:moveTo>
                  <a:lnTo>
                    <a:pt x="758748" y="35052"/>
                  </a:lnTo>
                  <a:lnTo>
                    <a:pt x="745032" y="35052"/>
                  </a:lnTo>
                  <a:lnTo>
                    <a:pt x="725220" y="48869"/>
                  </a:lnTo>
                  <a:lnTo>
                    <a:pt x="725220" y="36576"/>
                  </a:lnTo>
                  <a:lnTo>
                    <a:pt x="700747" y="36576"/>
                  </a:lnTo>
                  <a:lnTo>
                    <a:pt x="700747" y="112877"/>
                  </a:lnTo>
                  <a:lnTo>
                    <a:pt x="725220" y="112877"/>
                  </a:lnTo>
                  <a:lnTo>
                    <a:pt x="725220" y="65633"/>
                  </a:lnTo>
                  <a:lnTo>
                    <a:pt x="726744" y="61061"/>
                  </a:lnTo>
                  <a:lnTo>
                    <a:pt x="728268" y="58013"/>
                  </a:lnTo>
                  <a:lnTo>
                    <a:pt x="731316" y="54965"/>
                  </a:lnTo>
                  <a:lnTo>
                    <a:pt x="734364" y="53441"/>
                  </a:lnTo>
                  <a:lnTo>
                    <a:pt x="743508" y="53441"/>
                  </a:lnTo>
                  <a:lnTo>
                    <a:pt x="746556" y="54965"/>
                  </a:lnTo>
                  <a:lnTo>
                    <a:pt x="748080" y="58013"/>
                  </a:lnTo>
                  <a:lnTo>
                    <a:pt x="751128" y="61061"/>
                  </a:lnTo>
                  <a:lnTo>
                    <a:pt x="751128" y="112877"/>
                  </a:lnTo>
                  <a:lnTo>
                    <a:pt x="775614" y="112877"/>
                  </a:lnTo>
                  <a:lnTo>
                    <a:pt x="775614" y="56489"/>
                  </a:lnTo>
                  <a:close/>
                </a:path>
                <a:path w="1821814" h="369570">
                  <a:moveTo>
                    <a:pt x="868667" y="0"/>
                  </a:moveTo>
                  <a:lnTo>
                    <a:pt x="845807" y="0"/>
                  </a:lnTo>
                  <a:lnTo>
                    <a:pt x="845807" y="65633"/>
                  </a:lnTo>
                  <a:lnTo>
                    <a:pt x="845807" y="82397"/>
                  </a:lnTo>
                  <a:lnTo>
                    <a:pt x="844283" y="86969"/>
                  </a:lnTo>
                  <a:lnTo>
                    <a:pt x="841235" y="91541"/>
                  </a:lnTo>
                  <a:lnTo>
                    <a:pt x="838187" y="94589"/>
                  </a:lnTo>
                  <a:lnTo>
                    <a:pt x="833615" y="97637"/>
                  </a:lnTo>
                  <a:lnTo>
                    <a:pt x="824471" y="97637"/>
                  </a:lnTo>
                  <a:lnTo>
                    <a:pt x="819899" y="94589"/>
                  </a:lnTo>
                  <a:lnTo>
                    <a:pt x="816762" y="91541"/>
                  </a:lnTo>
                  <a:lnTo>
                    <a:pt x="813714" y="88493"/>
                  </a:lnTo>
                  <a:lnTo>
                    <a:pt x="813714" y="68681"/>
                  </a:lnTo>
                  <a:lnTo>
                    <a:pt x="815238" y="64109"/>
                  </a:lnTo>
                  <a:lnTo>
                    <a:pt x="816762" y="59436"/>
                  </a:lnTo>
                  <a:lnTo>
                    <a:pt x="819899" y="54864"/>
                  </a:lnTo>
                  <a:lnTo>
                    <a:pt x="824471" y="53340"/>
                  </a:lnTo>
                  <a:lnTo>
                    <a:pt x="833615" y="53340"/>
                  </a:lnTo>
                  <a:lnTo>
                    <a:pt x="838187" y="54864"/>
                  </a:lnTo>
                  <a:lnTo>
                    <a:pt x="841235" y="57912"/>
                  </a:lnTo>
                  <a:lnTo>
                    <a:pt x="844283" y="61061"/>
                  </a:lnTo>
                  <a:lnTo>
                    <a:pt x="845807" y="65633"/>
                  </a:lnTo>
                  <a:lnTo>
                    <a:pt x="845807" y="0"/>
                  </a:lnTo>
                  <a:lnTo>
                    <a:pt x="844283" y="0"/>
                  </a:lnTo>
                  <a:lnTo>
                    <a:pt x="844283" y="45720"/>
                  </a:lnTo>
                  <a:lnTo>
                    <a:pt x="842759" y="42672"/>
                  </a:lnTo>
                  <a:lnTo>
                    <a:pt x="839711" y="39624"/>
                  </a:lnTo>
                  <a:lnTo>
                    <a:pt x="833615" y="36576"/>
                  </a:lnTo>
                  <a:lnTo>
                    <a:pt x="829043" y="35052"/>
                  </a:lnTo>
                  <a:lnTo>
                    <a:pt x="824471" y="35052"/>
                  </a:lnTo>
                  <a:lnTo>
                    <a:pt x="791641" y="59436"/>
                  </a:lnTo>
                  <a:lnTo>
                    <a:pt x="789825" y="68681"/>
                  </a:lnTo>
                  <a:lnTo>
                    <a:pt x="789330" y="76301"/>
                  </a:lnTo>
                  <a:lnTo>
                    <a:pt x="810666" y="114401"/>
                  </a:lnTo>
                  <a:lnTo>
                    <a:pt x="830567" y="114401"/>
                  </a:lnTo>
                  <a:lnTo>
                    <a:pt x="835139" y="111353"/>
                  </a:lnTo>
                  <a:lnTo>
                    <a:pt x="838187" y="109829"/>
                  </a:lnTo>
                  <a:lnTo>
                    <a:pt x="841235" y="106781"/>
                  </a:lnTo>
                  <a:lnTo>
                    <a:pt x="844283" y="102209"/>
                  </a:lnTo>
                  <a:lnTo>
                    <a:pt x="844283" y="112877"/>
                  </a:lnTo>
                  <a:lnTo>
                    <a:pt x="868667" y="112877"/>
                  </a:lnTo>
                  <a:lnTo>
                    <a:pt x="868667" y="102209"/>
                  </a:lnTo>
                  <a:lnTo>
                    <a:pt x="868667" y="97637"/>
                  </a:lnTo>
                  <a:lnTo>
                    <a:pt x="868667" y="53340"/>
                  </a:lnTo>
                  <a:lnTo>
                    <a:pt x="868667" y="45720"/>
                  </a:lnTo>
                  <a:lnTo>
                    <a:pt x="868667" y="0"/>
                  </a:lnTo>
                  <a:close/>
                </a:path>
                <a:path w="1821814" h="369570">
                  <a:moveTo>
                    <a:pt x="942009" y="82308"/>
                  </a:moveTo>
                  <a:lnTo>
                    <a:pt x="917536" y="65544"/>
                  </a:lnTo>
                  <a:lnTo>
                    <a:pt x="912964" y="64020"/>
                  </a:lnTo>
                  <a:lnTo>
                    <a:pt x="909916" y="64020"/>
                  </a:lnTo>
                  <a:lnTo>
                    <a:pt x="906868" y="62496"/>
                  </a:lnTo>
                  <a:lnTo>
                    <a:pt x="905344" y="60972"/>
                  </a:lnTo>
                  <a:lnTo>
                    <a:pt x="905344" y="54876"/>
                  </a:lnTo>
                  <a:lnTo>
                    <a:pt x="906868" y="53352"/>
                  </a:lnTo>
                  <a:lnTo>
                    <a:pt x="909916" y="51828"/>
                  </a:lnTo>
                  <a:lnTo>
                    <a:pt x="920584" y="51828"/>
                  </a:lnTo>
                  <a:lnTo>
                    <a:pt x="923632" y="53352"/>
                  </a:lnTo>
                  <a:lnTo>
                    <a:pt x="926680" y="53352"/>
                  </a:lnTo>
                  <a:lnTo>
                    <a:pt x="931252" y="57924"/>
                  </a:lnTo>
                  <a:lnTo>
                    <a:pt x="940485" y="42684"/>
                  </a:lnTo>
                  <a:lnTo>
                    <a:pt x="937437" y="39636"/>
                  </a:lnTo>
                  <a:lnTo>
                    <a:pt x="932865" y="38112"/>
                  </a:lnTo>
                  <a:lnTo>
                    <a:pt x="929728" y="36588"/>
                  </a:lnTo>
                  <a:lnTo>
                    <a:pt x="925156" y="35064"/>
                  </a:lnTo>
                  <a:lnTo>
                    <a:pt x="906868" y="35064"/>
                  </a:lnTo>
                  <a:lnTo>
                    <a:pt x="899248" y="38112"/>
                  </a:lnTo>
                  <a:lnTo>
                    <a:pt x="887056" y="47256"/>
                  </a:lnTo>
                  <a:lnTo>
                    <a:pt x="884008" y="53352"/>
                  </a:lnTo>
                  <a:lnTo>
                    <a:pt x="884008" y="67068"/>
                  </a:lnTo>
                  <a:lnTo>
                    <a:pt x="885532" y="73164"/>
                  </a:lnTo>
                  <a:lnTo>
                    <a:pt x="894676" y="79260"/>
                  </a:lnTo>
                  <a:lnTo>
                    <a:pt x="900772" y="82308"/>
                  </a:lnTo>
                  <a:lnTo>
                    <a:pt x="911440" y="85356"/>
                  </a:lnTo>
                  <a:lnTo>
                    <a:pt x="914488" y="85356"/>
                  </a:lnTo>
                  <a:lnTo>
                    <a:pt x="917536" y="86880"/>
                  </a:lnTo>
                  <a:lnTo>
                    <a:pt x="919060" y="86880"/>
                  </a:lnTo>
                  <a:lnTo>
                    <a:pt x="922108" y="89928"/>
                  </a:lnTo>
                  <a:lnTo>
                    <a:pt x="922108" y="94500"/>
                  </a:lnTo>
                  <a:lnTo>
                    <a:pt x="920584" y="96024"/>
                  </a:lnTo>
                  <a:lnTo>
                    <a:pt x="919060" y="96024"/>
                  </a:lnTo>
                  <a:lnTo>
                    <a:pt x="916012" y="97548"/>
                  </a:lnTo>
                  <a:lnTo>
                    <a:pt x="902296" y="97548"/>
                  </a:lnTo>
                  <a:lnTo>
                    <a:pt x="890104" y="91452"/>
                  </a:lnTo>
                  <a:lnTo>
                    <a:pt x="880960" y="106781"/>
                  </a:lnTo>
                  <a:lnTo>
                    <a:pt x="885532" y="109829"/>
                  </a:lnTo>
                  <a:lnTo>
                    <a:pt x="899248" y="114401"/>
                  </a:lnTo>
                  <a:lnTo>
                    <a:pt x="920584" y="114401"/>
                  </a:lnTo>
                  <a:lnTo>
                    <a:pt x="928204" y="112877"/>
                  </a:lnTo>
                  <a:lnTo>
                    <a:pt x="932865" y="108305"/>
                  </a:lnTo>
                  <a:lnTo>
                    <a:pt x="938961" y="103733"/>
                  </a:lnTo>
                  <a:lnTo>
                    <a:pt x="942009" y="96024"/>
                  </a:lnTo>
                  <a:lnTo>
                    <a:pt x="942009" y="82308"/>
                  </a:lnTo>
                  <a:close/>
                </a:path>
                <a:path w="1821814" h="369570">
                  <a:moveTo>
                    <a:pt x="996975" y="64109"/>
                  </a:moveTo>
                  <a:lnTo>
                    <a:pt x="955738" y="64109"/>
                  </a:lnTo>
                  <a:lnTo>
                    <a:pt x="955738" y="80873"/>
                  </a:lnTo>
                  <a:lnTo>
                    <a:pt x="996975" y="80873"/>
                  </a:lnTo>
                  <a:lnTo>
                    <a:pt x="996975" y="64109"/>
                  </a:lnTo>
                  <a:close/>
                </a:path>
                <a:path w="1821814" h="369570">
                  <a:moveTo>
                    <a:pt x="1117561" y="59436"/>
                  </a:moveTo>
                  <a:lnTo>
                    <a:pt x="1116711" y="47447"/>
                  </a:lnTo>
                  <a:lnTo>
                    <a:pt x="1114132" y="36728"/>
                  </a:lnTo>
                  <a:lnTo>
                    <a:pt x="1109853" y="27432"/>
                  </a:lnTo>
                  <a:lnTo>
                    <a:pt x="1108595" y="25819"/>
                  </a:lnTo>
                  <a:lnTo>
                    <a:pt x="1103845" y="19723"/>
                  </a:lnTo>
                  <a:lnTo>
                    <a:pt x="1096162" y="12839"/>
                  </a:lnTo>
                  <a:lnTo>
                    <a:pt x="1091653" y="10502"/>
                  </a:lnTo>
                  <a:lnTo>
                    <a:pt x="1091653" y="71628"/>
                  </a:lnTo>
                  <a:lnTo>
                    <a:pt x="1090129" y="79248"/>
                  </a:lnTo>
                  <a:lnTo>
                    <a:pt x="1085469" y="85344"/>
                  </a:lnTo>
                  <a:lnTo>
                    <a:pt x="1079436" y="91376"/>
                  </a:lnTo>
                  <a:lnTo>
                    <a:pt x="1077747" y="92252"/>
                  </a:lnTo>
                  <a:lnTo>
                    <a:pt x="1073277" y="94488"/>
                  </a:lnTo>
                  <a:lnTo>
                    <a:pt x="1056513" y="94488"/>
                  </a:lnTo>
                  <a:lnTo>
                    <a:pt x="1038225" y="59436"/>
                  </a:lnTo>
                  <a:lnTo>
                    <a:pt x="1038771" y="52628"/>
                  </a:lnTo>
                  <a:lnTo>
                    <a:pt x="1056513" y="25819"/>
                  </a:lnTo>
                  <a:lnTo>
                    <a:pt x="1073277" y="25819"/>
                  </a:lnTo>
                  <a:lnTo>
                    <a:pt x="1091603" y="59436"/>
                  </a:lnTo>
                  <a:lnTo>
                    <a:pt x="1091653" y="71628"/>
                  </a:lnTo>
                  <a:lnTo>
                    <a:pt x="1091653" y="10502"/>
                  </a:lnTo>
                  <a:lnTo>
                    <a:pt x="1087031" y="8102"/>
                  </a:lnTo>
                  <a:lnTo>
                    <a:pt x="1076756" y="5359"/>
                  </a:lnTo>
                  <a:lnTo>
                    <a:pt x="1065657" y="4483"/>
                  </a:lnTo>
                  <a:lnTo>
                    <a:pt x="1054544" y="5359"/>
                  </a:lnTo>
                  <a:lnTo>
                    <a:pt x="1021219" y="28308"/>
                  </a:lnTo>
                  <a:lnTo>
                    <a:pt x="1012215" y="60960"/>
                  </a:lnTo>
                  <a:lnTo>
                    <a:pt x="1013091" y="72732"/>
                  </a:lnTo>
                  <a:lnTo>
                    <a:pt x="1034897" y="106641"/>
                  </a:lnTo>
                  <a:lnTo>
                    <a:pt x="1053160" y="113512"/>
                  </a:lnTo>
                  <a:lnTo>
                    <a:pt x="1052957" y="113512"/>
                  </a:lnTo>
                  <a:lnTo>
                    <a:pt x="1064133" y="114401"/>
                  </a:lnTo>
                  <a:lnTo>
                    <a:pt x="1075880" y="113512"/>
                  </a:lnTo>
                  <a:lnTo>
                    <a:pt x="1086078" y="110769"/>
                  </a:lnTo>
                  <a:lnTo>
                    <a:pt x="1094854" y="106006"/>
                  </a:lnTo>
                  <a:lnTo>
                    <a:pt x="1102321" y="99060"/>
                  </a:lnTo>
                  <a:lnTo>
                    <a:pt x="1106411" y="94488"/>
                  </a:lnTo>
                  <a:lnTo>
                    <a:pt x="1109205" y="91376"/>
                  </a:lnTo>
                  <a:lnTo>
                    <a:pt x="1113942" y="82105"/>
                  </a:lnTo>
                  <a:lnTo>
                    <a:pt x="1116685" y="71424"/>
                  </a:lnTo>
                  <a:lnTo>
                    <a:pt x="1117561" y="59436"/>
                  </a:lnTo>
                  <a:close/>
                </a:path>
                <a:path w="1821814" h="369570">
                  <a:moveTo>
                    <a:pt x="1206144" y="56489"/>
                  </a:moveTo>
                  <a:lnTo>
                    <a:pt x="1204620" y="48869"/>
                  </a:lnTo>
                  <a:lnTo>
                    <a:pt x="1200048" y="42672"/>
                  </a:lnTo>
                  <a:lnTo>
                    <a:pt x="1195476" y="38100"/>
                  </a:lnTo>
                  <a:lnTo>
                    <a:pt x="1189291" y="35052"/>
                  </a:lnTo>
                  <a:lnTo>
                    <a:pt x="1175575" y="35052"/>
                  </a:lnTo>
                  <a:lnTo>
                    <a:pt x="1166431" y="38100"/>
                  </a:lnTo>
                  <a:lnTo>
                    <a:pt x="1160335" y="44196"/>
                  </a:lnTo>
                  <a:lnTo>
                    <a:pt x="1157287" y="48869"/>
                  </a:lnTo>
                  <a:lnTo>
                    <a:pt x="1155763" y="48869"/>
                  </a:lnTo>
                  <a:lnTo>
                    <a:pt x="1155763" y="36576"/>
                  </a:lnTo>
                  <a:lnTo>
                    <a:pt x="1132801" y="36576"/>
                  </a:lnTo>
                  <a:lnTo>
                    <a:pt x="1132801" y="112877"/>
                  </a:lnTo>
                  <a:lnTo>
                    <a:pt x="1155763" y="112877"/>
                  </a:lnTo>
                  <a:lnTo>
                    <a:pt x="1155763" y="65633"/>
                  </a:lnTo>
                  <a:lnTo>
                    <a:pt x="1157287" y="61061"/>
                  </a:lnTo>
                  <a:lnTo>
                    <a:pt x="1163383" y="54965"/>
                  </a:lnTo>
                  <a:lnTo>
                    <a:pt x="1166431" y="53441"/>
                  </a:lnTo>
                  <a:lnTo>
                    <a:pt x="1174051" y="53441"/>
                  </a:lnTo>
                  <a:lnTo>
                    <a:pt x="1177099" y="54965"/>
                  </a:lnTo>
                  <a:lnTo>
                    <a:pt x="1180147" y="58013"/>
                  </a:lnTo>
                  <a:lnTo>
                    <a:pt x="1181671" y="61061"/>
                  </a:lnTo>
                  <a:lnTo>
                    <a:pt x="1183195" y="65633"/>
                  </a:lnTo>
                  <a:lnTo>
                    <a:pt x="1183195" y="112877"/>
                  </a:lnTo>
                  <a:lnTo>
                    <a:pt x="1206144" y="112877"/>
                  </a:lnTo>
                  <a:lnTo>
                    <a:pt x="1206144" y="56489"/>
                  </a:lnTo>
                  <a:close/>
                </a:path>
                <a:path w="1821814" h="369570">
                  <a:moveTo>
                    <a:pt x="1348066" y="41249"/>
                  </a:moveTo>
                  <a:lnTo>
                    <a:pt x="1347470" y="32918"/>
                  </a:lnTo>
                  <a:lnTo>
                    <a:pt x="1345590" y="26009"/>
                  </a:lnTo>
                  <a:lnTo>
                    <a:pt x="1344714" y="24485"/>
                  </a:lnTo>
                  <a:lnTo>
                    <a:pt x="1342275" y="20243"/>
                  </a:lnTo>
                  <a:lnTo>
                    <a:pt x="1337398" y="15341"/>
                  </a:lnTo>
                  <a:lnTo>
                    <a:pt x="1331988" y="11290"/>
                  </a:lnTo>
                  <a:lnTo>
                    <a:pt x="1325003" y="8394"/>
                  </a:lnTo>
                  <a:lnTo>
                    <a:pt x="1322158" y="7823"/>
                  </a:lnTo>
                  <a:lnTo>
                    <a:pt x="1322158" y="36677"/>
                  </a:lnTo>
                  <a:lnTo>
                    <a:pt x="1322158" y="48869"/>
                  </a:lnTo>
                  <a:lnTo>
                    <a:pt x="1320634" y="51917"/>
                  </a:lnTo>
                  <a:lnTo>
                    <a:pt x="1317586" y="54965"/>
                  </a:lnTo>
                  <a:lnTo>
                    <a:pt x="1314450" y="58013"/>
                  </a:lnTo>
                  <a:lnTo>
                    <a:pt x="1309878" y="59537"/>
                  </a:lnTo>
                  <a:lnTo>
                    <a:pt x="1293114" y="59537"/>
                  </a:lnTo>
                  <a:lnTo>
                    <a:pt x="1293114" y="24485"/>
                  </a:lnTo>
                  <a:lnTo>
                    <a:pt x="1309878" y="24485"/>
                  </a:lnTo>
                  <a:lnTo>
                    <a:pt x="1314450" y="26009"/>
                  </a:lnTo>
                  <a:lnTo>
                    <a:pt x="1317586" y="29057"/>
                  </a:lnTo>
                  <a:lnTo>
                    <a:pt x="1320634" y="32105"/>
                  </a:lnTo>
                  <a:lnTo>
                    <a:pt x="1322158" y="36677"/>
                  </a:lnTo>
                  <a:lnTo>
                    <a:pt x="1322158" y="7823"/>
                  </a:lnTo>
                  <a:lnTo>
                    <a:pt x="1316570" y="6680"/>
                  </a:lnTo>
                  <a:lnTo>
                    <a:pt x="1306830" y="6096"/>
                  </a:lnTo>
                  <a:lnTo>
                    <a:pt x="1270254" y="6096"/>
                  </a:lnTo>
                  <a:lnTo>
                    <a:pt x="1270254" y="112966"/>
                  </a:lnTo>
                  <a:lnTo>
                    <a:pt x="1293114" y="112966"/>
                  </a:lnTo>
                  <a:lnTo>
                    <a:pt x="1293114" y="77825"/>
                  </a:lnTo>
                  <a:lnTo>
                    <a:pt x="1305306" y="77825"/>
                  </a:lnTo>
                  <a:lnTo>
                    <a:pt x="1340993" y="62674"/>
                  </a:lnTo>
                  <a:lnTo>
                    <a:pt x="1347241" y="48869"/>
                  </a:lnTo>
                  <a:lnTo>
                    <a:pt x="1348066" y="41249"/>
                  </a:lnTo>
                  <a:close/>
                </a:path>
                <a:path w="1821814" h="369570">
                  <a:moveTo>
                    <a:pt x="1412265" y="36677"/>
                  </a:moveTo>
                  <a:lnTo>
                    <a:pt x="1407693" y="36677"/>
                  </a:lnTo>
                  <a:lnTo>
                    <a:pt x="1407693" y="35153"/>
                  </a:lnTo>
                  <a:lnTo>
                    <a:pt x="1399971" y="35153"/>
                  </a:lnTo>
                  <a:lnTo>
                    <a:pt x="1395399" y="36677"/>
                  </a:lnTo>
                  <a:lnTo>
                    <a:pt x="1386255" y="45821"/>
                  </a:lnTo>
                  <a:lnTo>
                    <a:pt x="1384731" y="51917"/>
                  </a:lnTo>
                  <a:lnTo>
                    <a:pt x="1384731" y="36677"/>
                  </a:lnTo>
                  <a:lnTo>
                    <a:pt x="1361871" y="36677"/>
                  </a:lnTo>
                  <a:lnTo>
                    <a:pt x="1361871" y="112979"/>
                  </a:lnTo>
                  <a:lnTo>
                    <a:pt x="1384731" y="112979"/>
                  </a:lnTo>
                  <a:lnTo>
                    <a:pt x="1384731" y="70205"/>
                  </a:lnTo>
                  <a:lnTo>
                    <a:pt x="1386255" y="65633"/>
                  </a:lnTo>
                  <a:lnTo>
                    <a:pt x="1389303" y="61061"/>
                  </a:lnTo>
                  <a:lnTo>
                    <a:pt x="1392351" y="58013"/>
                  </a:lnTo>
                  <a:lnTo>
                    <a:pt x="1396923" y="56489"/>
                  </a:lnTo>
                  <a:lnTo>
                    <a:pt x="1409217" y="56489"/>
                  </a:lnTo>
                  <a:lnTo>
                    <a:pt x="1409915" y="51917"/>
                  </a:lnTo>
                  <a:lnTo>
                    <a:pt x="1412265" y="36677"/>
                  </a:lnTo>
                  <a:close/>
                </a:path>
                <a:path w="1821814" h="369570">
                  <a:moveTo>
                    <a:pt x="1485506" y="77724"/>
                  </a:moveTo>
                  <a:lnTo>
                    <a:pt x="1472984" y="39560"/>
                  </a:lnTo>
                  <a:lnTo>
                    <a:pt x="1451889" y="35052"/>
                  </a:lnTo>
                  <a:lnTo>
                    <a:pt x="1441221" y="35052"/>
                  </a:lnTo>
                  <a:lnTo>
                    <a:pt x="1435125" y="36576"/>
                  </a:lnTo>
                  <a:lnTo>
                    <a:pt x="1430553" y="38100"/>
                  </a:lnTo>
                  <a:lnTo>
                    <a:pt x="1424457" y="41148"/>
                  </a:lnTo>
                  <a:lnTo>
                    <a:pt x="1419885" y="44196"/>
                  </a:lnTo>
                  <a:lnTo>
                    <a:pt x="1427505" y="57912"/>
                  </a:lnTo>
                  <a:lnTo>
                    <a:pt x="1432077" y="54864"/>
                  </a:lnTo>
                  <a:lnTo>
                    <a:pt x="1435125" y="53340"/>
                  </a:lnTo>
                  <a:lnTo>
                    <a:pt x="1439697" y="53340"/>
                  </a:lnTo>
                  <a:lnTo>
                    <a:pt x="1442745" y="51816"/>
                  </a:lnTo>
                  <a:lnTo>
                    <a:pt x="1458074" y="51816"/>
                  </a:lnTo>
                  <a:lnTo>
                    <a:pt x="1462646" y="56388"/>
                  </a:lnTo>
                  <a:lnTo>
                    <a:pt x="1462646" y="64008"/>
                  </a:lnTo>
                  <a:lnTo>
                    <a:pt x="1462646" y="77724"/>
                  </a:lnTo>
                  <a:lnTo>
                    <a:pt x="1462646" y="91440"/>
                  </a:lnTo>
                  <a:lnTo>
                    <a:pt x="1459598" y="94488"/>
                  </a:lnTo>
                  <a:lnTo>
                    <a:pt x="1456461" y="97536"/>
                  </a:lnTo>
                  <a:lnTo>
                    <a:pt x="1453413" y="99060"/>
                  </a:lnTo>
                  <a:lnTo>
                    <a:pt x="1445793" y="99060"/>
                  </a:lnTo>
                  <a:lnTo>
                    <a:pt x="1442745" y="97536"/>
                  </a:lnTo>
                  <a:lnTo>
                    <a:pt x="1441221" y="96012"/>
                  </a:lnTo>
                  <a:lnTo>
                    <a:pt x="1438173" y="94488"/>
                  </a:lnTo>
                  <a:lnTo>
                    <a:pt x="1438173" y="83820"/>
                  </a:lnTo>
                  <a:lnTo>
                    <a:pt x="1441221" y="82296"/>
                  </a:lnTo>
                  <a:lnTo>
                    <a:pt x="1442745" y="80772"/>
                  </a:lnTo>
                  <a:lnTo>
                    <a:pt x="1445793" y="79248"/>
                  </a:lnTo>
                  <a:lnTo>
                    <a:pt x="1448841" y="79248"/>
                  </a:lnTo>
                  <a:lnTo>
                    <a:pt x="1462646" y="77724"/>
                  </a:lnTo>
                  <a:lnTo>
                    <a:pt x="1462646" y="64008"/>
                  </a:lnTo>
                  <a:lnTo>
                    <a:pt x="1445793" y="65532"/>
                  </a:lnTo>
                  <a:lnTo>
                    <a:pt x="1435125" y="67056"/>
                  </a:lnTo>
                  <a:lnTo>
                    <a:pt x="1427505" y="70104"/>
                  </a:lnTo>
                  <a:lnTo>
                    <a:pt x="1418361" y="79248"/>
                  </a:lnTo>
                  <a:lnTo>
                    <a:pt x="1416837" y="85344"/>
                  </a:lnTo>
                  <a:lnTo>
                    <a:pt x="1416837" y="99060"/>
                  </a:lnTo>
                  <a:lnTo>
                    <a:pt x="1418361" y="105257"/>
                  </a:lnTo>
                  <a:lnTo>
                    <a:pt x="1422933" y="108305"/>
                  </a:lnTo>
                  <a:lnTo>
                    <a:pt x="1427505" y="112877"/>
                  </a:lnTo>
                  <a:lnTo>
                    <a:pt x="1433601" y="114401"/>
                  </a:lnTo>
                  <a:lnTo>
                    <a:pt x="1448841" y="114401"/>
                  </a:lnTo>
                  <a:lnTo>
                    <a:pt x="1453413" y="111353"/>
                  </a:lnTo>
                  <a:lnTo>
                    <a:pt x="1456461" y="109829"/>
                  </a:lnTo>
                  <a:lnTo>
                    <a:pt x="1459598" y="106781"/>
                  </a:lnTo>
                  <a:lnTo>
                    <a:pt x="1462646" y="102209"/>
                  </a:lnTo>
                  <a:lnTo>
                    <a:pt x="1462646" y="112877"/>
                  </a:lnTo>
                  <a:lnTo>
                    <a:pt x="1485506" y="112877"/>
                  </a:lnTo>
                  <a:lnTo>
                    <a:pt x="1485506" y="102209"/>
                  </a:lnTo>
                  <a:lnTo>
                    <a:pt x="1485506" y="99060"/>
                  </a:lnTo>
                  <a:lnTo>
                    <a:pt x="1485506" y="77724"/>
                  </a:lnTo>
                  <a:close/>
                </a:path>
                <a:path w="1821814" h="369570">
                  <a:moveTo>
                    <a:pt x="1564944" y="41160"/>
                  </a:moveTo>
                  <a:lnTo>
                    <a:pt x="1561896" y="39636"/>
                  </a:lnTo>
                  <a:lnTo>
                    <a:pt x="1557235" y="38112"/>
                  </a:lnTo>
                  <a:lnTo>
                    <a:pt x="1551139" y="35064"/>
                  </a:lnTo>
                  <a:lnTo>
                    <a:pt x="1541995" y="35064"/>
                  </a:lnTo>
                  <a:lnTo>
                    <a:pt x="1532521" y="35648"/>
                  </a:lnTo>
                  <a:lnTo>
                    <a:pt x="1502473" y="59258"/>
                  </a:lnTo>
                  <a:lnTo>
                    <a:pt x="1502422" y="59448"/>
                  </a:lnTo>
                  <a:lnTo>
                    <a:pt x="1500060" y="67373"/>
                  </a:lnTo>
                  <a:lnTo>
                    <a:pt x="1499946" y="68592"/>
                  </a:lnTo>
                  <a:lnTo>
                    <a:pt x="1499222" y="76212"/>
                  </a:lnTo>
                  <a:lnTo>
                    <a:pt x="1500035" y="84785"/>
                  </a:lnTo>
                  <a:lnTo>
                    <a:pt x="1531632" y="113804"/>
                  </a:lnTo>
                  <a:lnTo>
                    <a:pt x="1540471" y="114401"/>
                  </a:lnTo>
                  <a:lnTo>
                    <a:pt x="1549615" y="114401"/>
                  </a:lnTo>
                  <a:lnTo>
                    <a:pt x="1552663" y="112877"/>
                  </a:lnTo>
                  <a:lnTo>
                    <a:pt x="1557235" y="112877"/>
                  </a:lnTo>
                  <a:lnTo>
                    <a:pt x="1561896" y="111353"/>
                  </a:lnTo>
                  <a:lnTo>
                    <a:pt x="1564944" y="108305"/>
                  </a:lnTo>
                  <a:lnTo>
                    <a:pt x="1558467" y="97548"/>
                  </a:lnTo>
                  <a:lnTo>
                    <a:pt x="1555711" y="92976"/>
                  </a:lnTo>
                  <a:lnTo>
                    <a:pt x="1554187" y="94500"/>
                  </a:lnTo>
                  <a:lnTo>
                    <a:pt x="1551139" y="96024"/>
                  </a:lnTo>
                  <a:lnTo>
                    <a:pt x="1546567" y="96024"/>
                  </a:lnTo>
                  <a:lnTo>
                    <a:pt x="1543519" y="97548"/>
                  </a:lnTo>
                  <a:lnTo>
                    <a:pt x="1537423" y="97548"/>
                  </a:lnTo>
                  <a:lnTo>
                    <a:pt x="1532851" y="94500"/>
                  </a:lnTo>
                  <a:lnTo>
                    <a:pt x="1525231" y="86880"/>
                  </a:lnTo>
                  <a:lnTo>
                    <a:pt x="1523707" y="82308"/>
                  </a:lnTo>
                  <a:lnTo>
                    <a:pt x="1523707" y="68592"/>
                  </a:lnTo>
                  <a:lnTo>
                    <a:pt x="1525231" y="62496"/>
                  </a:lnTo>
                  <a:lnTo>
                    <a:pt x="1528279" y="59448"/>
                  </a:lnTo>
                  <a:lnTo>
                    <a:pt x="1528406" y="59258"/>
                  </a:lnTo>
                  <a:lnTo>
                    <a:pt x="1531327" y="54876"/>
                  </a:lnTo>
                  <a:lnTo>
                    <a:pt x="1535899" y="53352"/>
                  </a:lnTo>
                  <a:lnTo>
                    <a:pt x="1549615" y="53352"/>
                  </a:lnTo>
                  <a:lnTo>
                    <a:pt x="1551139" y="54876"/>
                  </a:lnTo>
                  <a:lnTo>
                    <a:pt x="1554187" y="54876"/>
                  </a:lnTo>
                  <a:lnTo>
                    <a:pt x="1555711" y="56400"/>
                  </a:lnTo>
                  <a:lnTo>
                    <a:pt x="1557553" y="53352"/>
                  </a:lnTo>
                  <a:lnTo>
                    <a:pt x="1564944" y="41160"/>
                  </a:lnTo>
                  <a:close/>
                </a:path>
                <a:path w="1821814" h="369570">
                  <a:moveTo>
                    <a:pt x="1624482" y="111353"/>
                  </a:moveTo>
                  <a:lnTo>
                    <a:pt x="1619910" y="96113"/>
                  </a:lnTo>
                  <a:lnTo>
                    <a:pt x="1618386" y="97637"/>
                  </a:lnTo>
                  <a:lnTo>
                    <a:pt x="1609242" y="97637"/>
                  </a:lnTo>
                  <a:lnTo>
                    <a:pt x="1606194" y="94589"/>
                  </a:lnTo>
                  <a:lnTo>
                    <a:pt x="1606194" y="54876"/>
                  </a:lnTo>
                  <a:lnTo>
                    <a:pt x="1622958" y="54876"/>
                  </a:lnTo>
                  <a:lnTo>
                    <a:pt x="1622958" y="36588"/>
                  </a:lnTo>
                  <a:lnTo>
                    <a:pt x="1606194" y="36588"/>
                  </a:lnTo>
                  <a:lnTo>
                    <a:pt x="1606194" y="12103"/>
                  </a:lnTo>
                  <a:lnTo>
                    <a:pt x="1583232" y="18300"/>
                  </a:lnTo>
                  <a:lnTo>
                    <a:pt x="1583232" y="36588"/>
                  </a:lnTo>
                  <a:lnTo>
                    <a:pt x="1571040" y="36588"/>
                  </a:lnTo>
                  <a:lnTo>
                    <a:pt x="1571040" y="54876"/>
                  </a:lnTo>
                  <a:lnTo>
                    <a:pt x="1583232" y="54876"/>
                  </a:lnTo>
                  <a:lnTo>
                    <a:pt x="1583232" y="99161"/>
                  </a:lnTo>
                  <a:lnTo>
                    <a:pt x="1584756" y="105257"/>
                  </a:lnTo>
                  <a:lnTo>
                    <a:pt x="1589328" y="109829"/>
                  </a:lnTo>
                  <a:lnTo>
                    <a:pt x="1594002" y="112877"/>
                  </a:lnTo>
                  <a:lnTo>
                    <a:pt x="1600098" y="114401"/>
                  </a:lnTo>
                  <a:lnTo>
                    <a:pt x="1619910" y="114401"/>
                  </a:lnTo>
                  <a:lnTo>
                    <a:pt x="1622958" y="112877"/>
                  </a:lnTo>
                  <a:lnTo>
                    <a:pt x="1624482" y="111353"/>
                  </a:lnTo>
                  <a:close/>
                </a:path>
                <a:path w="1821814" h="369570">
                  <a:moveTo>
                    <a:pt x="1659534" y="36677"/>
                  </a:moveTo>
                  <a:lnTo>
                    <a:pt x="1636674" y="36677"/>
                  </a:lnTo>
                  <a:lnTo>
                    <a:pt x="1636674" y="112979"/>
                  </a:lnTo>
                  <a:lnTo>
                    <a:pt x="1659534" y="112979"/>
                  </a:lnTo>
                  <a:lnTo>
                    <a:pt x="1659534" y="36677"/>
                  </a:lnTo>
                  <a:close/>
                </a:path>
                <a:path w="1821814" h="369570">
                  <a:moveTo>
                    <a:pt x="1662582" y="9156"/>
                  </a:moveTo>
                  <a:lnTo>
                    <a:pt x="1661058" y="6108"/>
                  </a:lnTo>
                  <a:lnTo>
                    <a:pt x="1658010" y="4584"/>
                  </a:lnTo>
                  <a:lnTo>
                    <a:pt x="1656486" y="1536"/>
                  </a:lnTo>
                  <a:lnTo>
                    <a:pt x="1653438" y="12"/>
                  </a:lnTo>
                  <a:lnTo>
                    <a:pt x="1644294" y="12"/>
                  </a:lnTo>
                  <a:lnTo>
                    <a:pt x="1641246" y="1536"/>
                  </a:lnTo>
                  <a:lnTo>
                    <a:pt x="1636674" y="6108"/>
                  </a:lnTo>
                  <a:lnTo>
                    <a:pt x="1635150" y="9156"/>
                  </a:lnTo>
                  <a:lnTo>
                    <a:pt x="1635150" y="16776"/>
                  </a:lnTo>
                  <a:lnTo>
                    <a:pt x="1638198" y="22872"/>
                  </a:lnTo>
                  <a:lnTo>
                    <a:pt x="1641246" y="25920"/>
                  </a:lnTo>
                  <a:lnTo>
                    <a:pt x="1656486" y="25920"/>
                  </a:lnTo>
                  <a:lnTo>
                    <a:pt x="1658010" y="22872"/>
                  </a:lnTo>
                  <a:lnTo>
                    <a:pt x="1661058" y="19824"/>
                  </a:lnTo>
                  <a:lnTo>
                    <a:pt x="1662582" y="16776"/>
                  </a:lnTo>
                  <a:lnTo>
                    <a:pt x="1662582" y="9156"/>
                  </a:lnTo>
                  <a:close/>
                </a:path>
                <a:path w="1821814" h="369570">
                  <a:moveTo>
                    <a:pt x="1742020" y="108305"/>
                  </a:moveTo>
                  <a:lnTo>
                    <a:pt x="1732876" y="92976"/>
                  </a:lnTo>
                  <a:lnTo>
                    <a:pt x="1726780" y="96024"/>
                  </a:lnTo>
                  <a:lnTo>
                    <a:pt x="1722208" y="96024"/>
                  </a:lnTo>
                  <a:lnTo>
                    <a:pt x="1720684" y="97548"/>
                  </a:lnTo>
                  <a:lnTo>
                    <a:pt x="1712963" y="97548"/>
                  </a:lnTo>
                  <a:lnTo>
                    <a:pt x="1708391" y="94500"/>
                  </a:lnTo>
                  <a:lnTo>
                    <a:pt x="1700771" y="86880"/>
                  </a:lnTo>
                  <a:lnTo>
                    <a:pt x="1699247" y="82308"/>
                  </a:lnTo>
                  <a:lnTo>
                    <a:pt x="1699247" y="68592"/>
                  </a:lnTo>
                  <a:lnTo>
                    <a:pt x="1700771" y="62496"/>
                  </a:lnTo>
                  <a:lnTo>
                    <a:pt x="1708391" y="54876"/>
                  </a:lnTo>
                  <a:lnTo>
                    <a:pt x="1712963" y="53352"/>
                  </a:lnTo>
                  <a:lnTo>
                    <a:pt x="1725256" y="53352"/>
                  </a:lnTo>
                  <a:lnTo>
                    <a:pt x="1728304" y="54876"/>
                  </a:lnTo>
                  <a:lnTo>
                    <a:pt x="1729828" y="54876"/>
                  </a:lnTo>
                  <a:lnTo>
                    <a:pt x="1732876" y="56400"/>
                  </a:lnTo>
                  <a:lnTo>
                    <a:pt x="1740496" y="41160"/>
                  </a:lnTo>
                  <a:lnTo>
                    <a:pt x="1734400" y="38112"/>
                  </a:lnTo>
                  <a:lnTo>
                    <a:pt x="1729828" y="36588"/>
                  </a:lnTo>
                  <a:lnTo>
                    <a:pt x="1726780" y="35064"/>
                  </a:lnTo>
                  <a:lnTo>
                    <a:pt x="1717535" y="35064"/>
                  </a:lnTo>
                  <a:lnTo>
                    <a:pt x="1708708" y="35648"/>
                  </a:lnTo>
                  <a:lnTo>
                    <a:pt x="1676984" y="67373"/>
                  </a:lnTo>
                  <a:lnTo>
                    <a:pt x="1676387" y="76212"/>
                  </a:lnTo>
                  <a:lnTo>
                    <a:pt x="1676984" y="84785"/>
                  </a:lnTo>
                  <a:lnTo>
                    <a:pt x="1707210" y="113804"/>
                  </a:lnTo>
                  <a:lnTo>
                    <a:pt x="1716011" y="114401"/>
                  </a:lnTo>
                  <a:lnTo>
                    <a:pt x="1725256" y="114401"/>
                  </a:lnTo>
                  <a:lnTo>
                    <a:pt x="1729828" y="112877"/>
                  </a:lnTo>
                  <a:lnTo>
                    <a:pt x="1732876" y="112877"/>
                  </a:lnTo>
                  <a:lnTo>
                    <a:pt x="1737448" y="111353"/>
                  </a:lnTo>
                  <a:lnTo>
                    <a:pt x="1742020" y="108305"/>
                  </a:lnTo>
                  <a:close/>
                </a:path>
                <a:path w="1821814" h="369570">
                  <a:moveTo>
                    <a:pt x="1821370" y="73253"/>
                  </a:moveTo>
                  <a:lnTo>
                    <a:pt x="1820964" y="67157"/>
                  </a:lnTo>
                  <a:lnTo>
                    <a:pt x="1820799" y="64439"/>
                  </a:lnTo>
                  <a:lnTo>
                    <a:pt x="1819084" y="56489"/>
                  </a:lnTo>
                  <a:lnTo>
                    <a:pt x="1816519" y="50393"/>
                  </a:lnTo>
                  <a:lnTo>
                    <a:pt x="1816227" y="49682"/>
                  </a:lnTo>
                  <a:lnTo>
                    <a:pt x="1812226" y="44297"/>
                  </a:lnTo>
                  <a:lnTo>
                    <a:pt x="1807095" y="40297"/>
                  </a:lnTo>
                  <a:lnTo>
                    <a:pt x="1800987" y="37439"/>
                  </a:lnTo>
                  <a:lnTo>
                    <a:pt x="1800034" y="37211"/>
                  </a:lnTo>
                  <a:lnTo>
                    <a:pt x="1800034" y="61061"/>
                  </a:lnTo>
                  <a:lnTo>
                    <a:pt x="1800034" y="67157"/>
                  </a:lnTo>
                  <a:lnTo>
                    <a:pt x="1772602" y="67157"/>
                  </a:lnTo>
                  <a:lnTo>
                    <a:pt x="1772602" y="62585"/>
                  </a:lnTo>
                  <a:lnTo>
                    <a:pt x="1774126" y="58013"/>
                  </a:lnTo>
                  <a:lnTo>
                    <a:pt x="1780222" y="51917"/>
                  </a:lnTo>
                  <a:lnTo>
                    <a:pt x="1783270" y="50393"/>
                  </a:lnTo>
                  <a:lnTo>
                    <a:pt x="1790890" y="50393"/>
                  </a:lnTo>
                  <a:lnTo>
                    <a:pt x="1793938" y="51917"/>
                  </a:lnTo>
                  <a:lnTo>
                    <a:pt x="1796986" y="54965"/>
                  </a:lnTo>
                  <a:lnTo>
                    <a:pt x="1800034" y="61061"/>
                  </a:lnTo>
                  <a:lnTo>
                    <a:pt x="1800034" y="37211"/>
                  </a:lnTo>
                  <a:lnTo>
                    <a:pt x="1794002" y="35725"/>
                  </a:lnTo>
                  <a:lnTo>
                    <a:pt x="1786318" y="35153"/>
                  </a:lnTo>
                  <a:lnTo>
                    <a:pt x="1778609" y="35991"/>
                  </a:lnTo>
                  <a:lnTo>
                    <a:pt x="1748955" y="67703"/>
                  </a:lnTo>
                  <a:lnTo>
                    <a:pt x="1748116" y="76301"/>
                  </a:lnTo>
                  <a:lnTo>
                    <a:pt x="1748929" y="84899"/>
                  </a:lnTo>
                  <a:lnTo>
                    <a:pt x="1779219" y="113931"/>
                  </a:lnTo>
                  <a:lnTo>
                    <a:pt x="1787842" y="114503"/>
                  </a:lnTo>
                  <a:lnTo>
                    <a:pt x="1800034" y="114503"/>
                  </a:lnTo>
                  <a:lnTo>
                    <a:pt x="1806130" y="112979"/>
                  </a:lnTo>
                  <a:lnTo>
                    <a:pt x="1812226" y="109931"/>
                  </a:lnTo>
                  <a:lnTo>
                    <a:pt x="1821370" y="103835"/>
                  </a:lnTo>
                  <a:lnTo>
                    <a:pt x="1817268" y="97637"/>
                  </a:lnTo>
                  <a:lnTo>
                    <a:pt x="1812226" y="90017"/>
                  </a:lnTo>
                  <a:lnTo>
                    <a:pt x="1807654" y="93065"/>
                  </a:lnTo>
                  <a:lnTo>
                    <a:pt x="1804606" y="94589"/>
                  </a:lnTo>
                  <a:lnTo>
                    <a:pt x="1800034" y="96113"/>
                  </a:lnTo>
                  <a:lnTo>
                    <a:pt x="1796986" y="97637"/>
                  </a:lnTo>
                  <a:lnTo>
                    <a:pt x="1786318" y="97637"/>
                  </a:lnTo>
                  <a:lnTo>
                    <a:pt x="1777174" y="94589"/>
                  </a:lnTo>
                  <a:lnTo>
                    <a:pt x="1774126" y="91541"/>
                  </a:lnTo>
                  <a:lnTo>
                    <a:pt x="1772602" y="86969"/>
                  </a:lnTo>
                  <a:lnTo>
                    <a:pt x="1772602" y="82397"/>
                  </a:lnTo>
                  <a:lnTo>
                    <a:pt x="1821370" y="82397"/>
                  </a:lnTo>
                  <a:lnTo>
                    <a:pt x="1821370" y="73253"/>
                  </a:lnTo>
                  <a:close/>
                </a:path>
              </a:pathLst>
            </a:custGeom>
            <a:solidFill>
              <a:srgbClr val="232323"/>
            </a:solidFill>
          </p:spPr>
          <p:txBody>
            <a:bodyPr wrap="square" lIns="0" tIns="0" rIns="0" bIns="0" rtlCol="0"/>
            <a:lstStyle/>
            <a:p>
              <a:endParaRPr/>
            </a:p>
          </p:txBody>
        </p:sp>
        <p:pic>
          <p:nvPicPr>
            <p:cNvPr id="77" name="object 77"/>
            <p:cNvPicPr/>
            <p:nvPr/>
          </p:nvPicPr>
          <p:blipFill>
            <a:blip r:embed="rId52" cstate="print"/>
            <a:stretch>
              <a:fillRect/>
            </a:stretch>
          </p:blipFill>
          <p:spPr>
            <a:xfrm>
              <a:off x="1855946" y="5026533"/>
              <a:ext cx="4378832" cy="360139"/>
            </a:xfrm>
            <a:prstGeom prst="rect">
              <a:avLst/>
            </a:prstGeom>
          </p:spPr>
        </p:pic>
        <p:pic>
          <p:nvPicPr>
            <p:cNvPr id="78" name="object 78"/>
            <p:cNvPicPr/>
            <p:nvPr/>
          </p:nvPicPr>
          <p:blipFill>
            <a:blip r:embed="rId53" cstate="print"/>
            <a:stretch>
              <a:fillRect/>
            </a:stretch>
          </p:blipFill>
          <p:spPr>
            <a:xfrm>
              <a:off x="2120074" y="5522499"/>
              <a:ext cx="2371153" cy="149637"/>
            </a:xfrm>
            <a:prstGeom prst="rect">
              <a:avLst/>
            </a:prstGeom>
          </p:spPr>
        </p:pic>
        <p:pic>
          <p:nvPicPr>
            <p:cNvPr id="79" name="object 79"/>
            <p:cNvPicPr/>
            <p:nvPr/>
          </p:nvPicPr>
          <p:blipFill>
            <a:blip r:embed="rId54" cstate="print"/>
            <a:stretch>
              <a:fillRect/>
            </a:stretch>
          </p:blipFill>
          <p:spPr>
            <a:xfrm>
              <a:off x="1336833" y="5524024"/>
              <a:ext cx="717613" cy="323564"/>
            </a:xfrm>
            <a:prstGeom prst="rect">
              <a:avLst/>
            </a:prstGeom>
          </p:spPr>
        </p:pic>
        <p:pic>
          <p:nvPicPr>
            <p:cNvPr id="80" name="object 80"/>
            <p:cNvPicPr/>
            <p:nvPr/>
          </p:nvPicPr>
          <p:blipFill>
            <a:blip r:embed="rId55" cstate="print"/>
            <a:stretch>
              <a:fillRect/>
            </a:stretch>
          </p:blipFill>
          <p:spPr>
            <a:xfrm>
              <a:off x="4514088" y="5522499"/>
              <a:ext cx="1593913" cy="149637"/>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24</TotalTime>
  <Words>750</Words>
  <Application>Microsoft Office PowerPoint</Application>
  <PresentationFormat>Custom</PresentationFormat>
  <Paragraphs>81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Deck Summaries for IBM Copy Services Manager (CSM) 6.3.13</dc:title>
  <dc:creator>Raydo</dc:creator>
  <cp:lastModifiedBy>Raydo</cp:lastModifiedBy>
  <cp:revision>2</cp:revision>
  <dcterms:created xsi:type="dcterms:W3CDTF">2025-03-27T08:22:05Z</dcterms:created>
  <dcterms:modified xsi:type="dcterms:W3CDTF">2025-03-29T12:33:21Z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2025-03-27T00:00:00Z</vt:filetime>
  </property>
  <property fmtid="{D5CDD505-2E9C-101B-9397-08002B2CF9AE}" pid="3" name="LastSaved">
    <vt:filetime>2025-03-27T00:00:00Z</vt:filetime>
  </property>
  <property fmtid="{D5CDD505-2E9C-101B-9397-08002B2CF9AE}" pid="4" name="Producer">
    <vt:lpwstr>Microsoft: Print To PDF</vt:lpwstr>
  </property>
</Properties>
</file>